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8"/>
  </p:notesMasterIdLst>
  <p:sldIdLst>
    <p:sldId id="257" r:id="rId3"/>
    <p:sldId id="300" r:id="rId4"/>
    <p:sldId id="259" r:id="rId5"/>
    <p:sldId id="339" r:id="rId6"/>
    <p:sldId id="260" r:id="rId7"/>
    <p:sldId id="345" r:id="rId8"/>
    <p:sldId id="343" r:id="rId9"/>
    <p:sldId id="344" r:id="rId10"/>
    <p:sldId id="258" r:id="rId11"/>
    <p:sldId id="261" r:id="rId12"/>
    <p:sldId id="262" r:id="rId13"/>
    <p:sldId id="264" r:id="rId14"/>
    <p:sldId id="265" r:id="rId15"/>
    <p:sldId id="266" r:id="rId16"/>
    <p:sldId id="263" r:id="rId17"/>
    <p:sldId id="268" r:id="rId18"/>
    <p:sldId id="346" r:id="rId19"/>
    <p:sldId id="270" r:id="rId20"/>
    <p:sldId id="271" r:id="rId21"/>
    <p:sldId id="273" r:id="rId22"/>
    <p:sldId id="340" r:id="rId23"/>
    <p:sldId id="276" r:id="rId24"/>
    <p:sldId id="359" r:id="rId25"/>
    <p:sldId id="348" r:id="rId26"/>
    <p:sldId id="350" r:id="rId27"/>
    <p:sldId id="351" r:id="rId28"/>
    <p:sldId id="352" r:id="rId29"/>
    <p:sldId id="353" r:id="rId30"/>
    <p:sldId id="354" r:id="rId31"/>
    <p:sldId id="355" r:id="rId32"/>
    <p:sldId id="269" r:id="rId33"/>
    <p:sldId id="356" r:id="rId34"/>
    <p:sldId id="357" r:id="rId35"/>
    <p:sldId id="361" r:id="rId36"/>
    <p:sldId id="363" r:id="rId37"/>
    <p:sldId id="274" r:id="rId38"/>
    <p:sldId id="275" r:id="rId39"/>
    <p:sldId id="360" r:id="rId40"/>
    <p:sldId id="299" r:id="rId41"/>
    <p:sldId id="341" r:id="rId42"/>
    <p:sldId id="301" r:id="rId43"/>
    <p:sldId id="302" r:id="rId44"/>
    <p:sldId id="308" r:id="rId45"/>
    <p:sldId id="303" r:id="rId46"/>
    <p:sldId id="35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76" autoAdjust="0"/>
    <p:restoredTop sz="94658"/>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Dyer" userId="c78f284b-7e37-4191-b5a6-8e3806eb7037" providerId="ADAL" clId="{0B54F6C3-812D-47CB-BCD3-2535C994C76C}"/>
    <pc:docChg chg="custSel modSld">
      <pc:chgData name="James Dyer" userId="c78f284b-7e37-4191-b5a6-8e3806eb7037" providerId="ADAL" clId="{0B54F6C3-812D-47CB-BCD3-2535C994C76C}" dt="2024-10-21T12:54:13.680" v="295" actId="20577"/>
      <pc:docMkLst>
        <pc:docMk/>
      </pc:docMkLst>
      <pc:sldChg chg="modSp mod">
        <pc:chgData name="James Dyer" userId="c78f284b-7e37-4191-b5a6-8e3806eb7037" providerId="ADAL" clId="{0B54F6C3-812D-47CB-BCD3-2535C994C76C}" dt="2024-10-07T12:30:54.299" v="1" actId="20577"/>
        <pc:sldMkLst>
          <pc:docMk/>
          <pc:sldMk cId="1916156025" sldId="257"/>
        </pc:sldMkLst>
      </pc:sldChg>
      <pc:sldChg chg="modSp mod">
        <pc:chgData name="James Dyer" userId="c78f284b-7e37-4191-b5a6-8e3806eb7037" providerId="ADAL" clId="{0B54F6C3-812D-47CB-BCD3-2535C994C76C}" dt="2024-10-17T11:44:41.935" v="161" actId="20577"/>
        <pc:sldMkLst>
          <pc:docMk/>
          <pc:sldMk cId="3934174658" sldId="266"/>
        </pc:sldMkLst>
      </pc:sldChg>
      <pc:sldChg chg="modSp mod">
        <pc:chgData name="James Dyer" userId="c78f284b-7e37-4191-b5a6-8e3806eb7037" providerId="ADAL" clId="{0B54F6C3-812D-47CB-BCD3-2535C994C76C}" dt="2024-10-21T12:54:13.680" v="295" actId="20577"/>
        <pc:sldMkLst>
          <pc:docMk/>
          <pc:sldMk cId="2458435575" sldId="339"/>
        </pc:sldMkLst>
      </pc:sldChg>
    </pc:docChg>
  </pc:docChgLst>
  <pc:docChgLst>
    <pc:chgData name="James Dyer" userId="c78f284b-7e37-4191-b5a6-8e3806eb7037" providerId="ADAL" clId="{3113EA7A-E7F9-4C76-B8D2-801C1A8BAD4F}"/>
    <pc:docChg chg="delSld">
      <pc:chgData name="James Dyer" userId="c78f284b-7e37-4191-b5a6-8e3806eb7037" providerId="ADAL" clId="{3113EA7A-E7F9-4C76-B8D2-801C1A8BAD4F}" dt="2025-09-01T13:35:16.404" v="7" actId="47"/>
      <pc:docMkLst>
        <pc:docMk/>
      </pc:docMkLst>
      <pc:sldChg chg="del">
        <pc:chgData name="James Dyer" userId="c78f284b-7e37-4191-b5a6-8e3806eb7037" providerId="ADAL" clId="{3113EA7A-E7F9-4C76-B8D2-801C1A8BAD4F}" dt="2025-09-01T13:34:43.904" v="0" actId="47"/>
        <pc:sldMkLst>
          <pc:docMk/>
          <pc:sldMk cId="240332655" sldId="267"/>
        </pc:sldMkLst>
      </pc:sldChg>
      <pc:sldChg chg="del">
        <pc:chgData name="James Dyer" userId="c78f284b-7e37-4191-b5a6-8e3806eb7037" providerId="ADAL" clId="{3113EA7A-E7F9-4C76-B8D2-801C1A8BAD4F}" dt="2025-09-01T13:34:51.374" v="2" actId="47"/>
        <pc:sldMkLst>
          <pc:docMk/>
          <pc:sldMk cId="3646018138" sldId="272"/>
        </pc:sldMkLst>
      </pc:sldChg>
      <pc:sldChg chg="del">
        <pc:chgData name="James Dyer" userId="c78f284b-7e37-4191-b5a6-8e3806eb7037" providerId="ADAL" clId="{3113EA7A-E7F9-4C76-B8D2-801C1A8BAD4F}" dt="2025-09-01T13:35:06.526" v="3" actId="47"/>
        <pc:sldMkLst>
          <pc:docMk/>
          <pc:sldMk cId="827335259" sldId="277"/>
        </pc:sldMkLst>
      </pc:sldChg>
      <pc:sldChg chg="del">
        <pc:chgData name="James Dyer" userId="c78f284b-7e37-4191-b5a6-8e3806eb7037" providerId="ADAL" clId="{3113EA7A-E7F9-4C76-B8D2-801C1A8BAD4F}" dt="2025-09-01T13:35:07.426" v="4" actId="47"/>
        <pc:sldMkLst>
          <pc:docMk/>
          <pc:sldMk cId="2686022152" sldId="280"/>
        </pc:sldMkLst>
      </pc:sldChg>
      <pc:sldChg chg="del">
        <pc:chgData name="James Dyer" userId="c78f284b-7e37-4191-b5a6-8e3806eb7037" providerId="ADAL" clId="{3113EA7A-E7F9-4C76-B8D2-801C1A8BAD4F}" dt="2025-09-01T13:35:15.790" v="6" actId="47"/>
        <pc:sldMkLst>
          <pc:docMk/>
          <pc:sldMk cId="3413579399" sldId="305"/>
        </pc:sldMkLst>
      </pc:sldChg>
      <pc:sldChg chg="del">
        <pc:chgData name="James Dyer" userId="c78f284b-7e37-4191-b5a6-8e3806eb7037" providerId="ADAL" clId="{3113EA7A-E7F9-4C76-B8D2-801C1A8BAD4F}" dt="2025-09-01T13:35:16.404" v="7" actId="47"/>
        <pc:sldMkLst>
          <pc:docMk/>
          <pc:sldMk cId="3238595769" sldId="307"/>
        </pc:sldMkLst>
      </pc:sldChg>
      <pc:sldChg chg="del">
        <pc:chgData name="James Dyer" userId="c78f284b-7e37-4191-b5a6-8e3806eb7037" providerId="ADAL" clId="{3113EA7A-E7F9-4C76-B8D2-801C1A8BAD4F}" dt="2025-09-01T13:34:47.526" v="1" actId="47"/>
        <pc:sldMkLst>
          <pc:docMk/>
          <pc:sldMk cId="578125847" sldId="347"/>
        </pc:sldMkLst>
      </pc:sldChg>
      <pc:sldChg chg="del">
        <pc:chgData name="James Dyer" userId="c78f284b-7e37-4191-b5a6-8e3806eb7037" providerId="ADAL" clId="{3113EA7A-E7F9-4C76-B8D2-801C1A8BAD4F}" dt="2025-09-01T13:35:14.447" v="5" actId="47"/>
        <pc:sldMkLst>
          <pc:docMk/>
          <pc:sldMk cId="2334931778" sldId="362"/>
        </pc:sldMkLst>
      </pc:sldChg>
    </pc:docChg>
  </pc:docChgLst>
  <pc:docChgLst>
    <pc:chgData name="Andy Bulpitt" userId="53917a5e-7faa-4f26-9753-0ff2d211ac00" providerId="ADAL" clId="{36FBDE9D-1BCA-E845-8EF0-276AA86F31BA}"/>
    <pc:docChg chg="modSld">
      <pc:chgData name="Andy Bulpitt" userId="53917a5e-7faa-4f26-9753-0ff2d211ac00" providerId="ADAL" clId="{36FBDE9D-1BCA-E845-8EF0-276AA86F31BA}" dt="2025-06-18T14:51:44.418" v="1" actId="20577"/>
      <pc:docMkLst>
        <pc:docMk/>
      </pc:docMkLst>
      <pc:sldChg chg="modSp mod">
        <pc:chgData name="Andy Bulpitt" userId="53917a5e-7faa-4f26-9753-0ff2d211ac00" providerId="ADAL" clId="{36FBDE9D-1BCA-E845-8EF0-276AA86F31BA}" dt="2025-06-18T14:51:44.418" v="1" actId="20577"/>
        <pc:sldMkLst>
          <pc:docMk/>
          <pc:sldMk cId="1916156025" sldId="257"/>
        </pc:sldMkLst>
        <pc:spChg chg="mod">
          <ac:chgData name="Andy Bulpitt" userId="53917a5e-7faa-4f26-9753-0ff2d211ac00" providerId="ADAL" clId="{36FBDE9D-1BCA-E845-8EF0-276AA86F31BA}" dt="2025-06-18T14:51:44.418" v="1" actId="20577"/>
          <ac:spMkLst>
            <pc:docMk/>
            <pc:sldMk cId="1916156025" sldId="257"/>
            <ac:spMk id="3" creationId="{B5D3E769-E4BE-82E3-9062-6E59CB696324}"/>
          </ac:spMkLst>
        </pc:spChg>
      </pc:sldChg>
    </pc:docChg>
  </pc:docChgLst>
  <pc:docChgLst>
    <pc:chgData name="James Dyer" userId="c78f284b-7e37-4191-b5a6-8e3806eb7037" providerId="ADAL" clId="{8C8C780B-A5F9-4529-B474-547258705702}"/>
    <pc:docChg chg="modSld">
      <pc:chgData name="James Dyer" userId="c78f284b-7e37-4191-b5a6-8e3806eb7037" providerId="ADAL" clId="{8C8C780B-A5F9-4529-B474-547258705702}" dt="2025-04-23T13:10:11.078" v="16"/>
      <pc:docMkLst>
        <pc:docMk/>
      </pc:docMkLst>
      <pc:sldChg chg="modSp mod">
        <pc:chgData name="James Dyer" userId="c78f284b-7e37-4191-b5a6-8e3806eb7037" providerId="ADAL" clId="{8C8C780B-A5F9-4529-B474-547258705702}" dt="2025-04-11T11:29:10.931" v="1"/>
        <pc:sldMkLst>
          <pc:docMk/>
          <pc:sldMk cId="3773420074" sldId="259"/>
        </pc:sldMkLst>
      </pc:sldChg>
      <pc:sldChg chg="modSp mod">
        <pc:chgData name="James Dyer" userId="c78f284b-7e37-4191-b5a6-8e3806eb7037" providerId="ADAL" clId="{8C8C780B-A5F9-4529-B474-547258705702}" dt="2025-04-11T11:47:16.606" v="4" actId="5793"/>
        <pc:sldMkLst>
          <pc:docMk/>
          <pc:sldMk cId="3934174658" sldId="266"/>
        </pc:sldMkLst>
      </pc:sldChg>
      <pc:sldChg chg="modSp mod">
        <pc:chgData name="James Dyer" userId="c78f284b-7e37-4191-b5a6-8e3806eb7037" providerId="ADAL" clId="{8C8C780B-A5F9-4529-B474-547258705702}" dt="2025-04-23T13:10:11.078" v="16"/>
        <pc:sldMkLst>
          <pc:docMk/>
          <pc:sldMk cId="3954791200" sldId="308"/>
        </pc:sldMkLst>
      </pc:sldChg>
    </pc:docChg>
  </pc:docChgLst>
  <pc:docChgLst>
    <pc:chgData name="James Dyer" userId="c78f284b-7e37-4191-b5a6-8e3806eb7037" providerId="ADAL" clId="{B22F5FE4-B7D0-424F-83E3-7E46DCCA4C8B}"/>
    <pc:docChg chg="undo custSel addSld delSld modSld sldOrd">
      <pc:chgData name="James Dyer" userId="c78f284b-7e37-4191-b5a6-8e3806eb7037" providerId="ADAL" clId="{B22F5FE4-B7D0-424F-83E3-7E46DCCA4C8B}" dt="2025-03-31T14:36:29.687" v="2716" actId="20577"/>
      <pc:docMkLst>
        <pc:docMk/>
      </pc:docMkLst>
      <pc:sldChg chg="modSp mod">
        <pc:chgData name="James Dyer" userId="c78f284b-7e37-4191-b5a6-8e3806eb7037" providerId="ADAL" clId="{B22F5FE4-B7D0-424F-83E3-7E46DCCA4C8B}" dt="2025-03-31T10:53:02.024" v="1437" actId="20577"/>
        <pc:sldMkLst>
          <pc:docMk/>
          <pc:sldMk cId="3773420074" sldId="259"/>
        </pc:sldMkLst>
      </pc:sldChg>
      <pc:sldChg chg="modSp mod">
        <pc:chgData name="James Dyer" userId="c78f284b-7e37-4191-b5a6-8e3806eb7037" providerId="ADAL" clId="{B22F5FE4-B7D0-424F-83E3-7E46DCCA4C8B}" dt="2025-03-31T10:51:16.785" v="1399" actId="20577"/>
        <pc:sldMkLst>
          <pc:docMk/>
          <pc:sldMk cId="3145342080" sldId="260"/>
        </pc:sldMkLst>
      </pc:sldChg>
      <pc:sldChg chg="modSp mod">
        <pc:chgData name="James Dyer" userId="c78f284b-7e37-4191-b5a6-8e3806eb7037" providerId="ADAL" clId="{B22F5FE4-B7D0-424F-83E3-7E46DCCA4C8B}" dt="2025-03-28T12:31:46.545" v="872" actId="20577"/>
        <pc:sldMkLst>
          <pc:docMk/>
          <pc:sldMk cId="3934174658" sldId="266"/>
        </pc:sldMkLst>
      </pc:sldChg>
      <pc:sldChg chg="add">
        <pc:chgData name="James Dyer" userId="c78f284b-7e37-4191-b5a6-8e3806eb7037" providerId="ADAL" clId="{B22F5FE4-B7D0-424F-83E3-7E46DCCA4C8B}" dt="2025-03-28T12:37:56.013" v="1030"/>
        <pc:sldMkLst>
          <pc:docMk/>
          <pc:sldMk cId="126883131" sldId="269"/>
        </pc:sldMkLst>
      </pc:sldChg>
      <pc:sldChg chg="del">
        <pc:chgData name="James Dyer" userId="c78f284b-7e37-4191-b5a6-8e3806eb7037" providerId="ADAL" clId="{B22F5FE4-B7D0-424F-83E3-7E46DCCA4C8B}" dt="2025-03-28T12:36:23.762" v="1029" actId="2696"/>
        <pc:sldMkLst>
          <pc:docMk/>
          <pc:sldMk cId="3277354732" sldId="274"/>
        </pc:sldMkLst>
      </pc:sldChg>
      <pc:sldChg chg="add">
        <pc:chgData name="James Dyer" userId="c78f284b-7e37-4191-b5a6-8e3806eb7037" providerId="ADAL" clId="{B22F5FE4-B7D0-424F-83E3-7E46DCCA4C8B}" dt="2025-03-28T12:37:56.013" v="1030"/>
        <pc:sldMkLst>
          <pc:docMk/>
          <pc:sldMk cId="3860212923" sldId="274"/>
        </pc:sldMkLst>
      </pc:sldChg>
      <pc:sldChg chg="del">
        <pc:chgData name="James Dyer" userId="c78f284b-7e37-4191-b5a6-8e3806eb7037" providerId="ADAL" clId="{B22F5FE4-B7D0-424F-83E3-7E46DCCA4C8B}" dt="2025-03-13T12:26:07.780" v="29" actId="2696"/>
        <pc:sldMkLst>
          <pc:docMk/>
          <pc:sldMk cId="603382916" sldId="275"/>
        </pc:sldMkLst>
      </pc:sldChg>
      <pc:sldChg chg="add">
        <pc:chgData name="James Dyer" userId="c78f284b-7e37-4191-b5a6-8e3806eb7037" providerId="ADAL" clId="{B22F5FE4-B7D0-424F-83E3-7E46DCCA4C8B}" dt="2025-03-28T12:37:56.013" v="1030"/>
        <pc:sldMkLst>
          <pc:docMk/>
          <pc:sldMk cId="3700872050" sldId="275"/>
        </pc:sldMkLst>
      </pc:sldChg>
      <pc:sldChg chg="add">
        <pc:chgData name="James Dyer" userId="c78f284b-7e37-4191-b5a6-8e3806eb7037" providerId="ADAL" clId="{B22F5FE4-B7D0-424F-83E3-7E46DCCA4C8B}" dt="2025-03-28T12:37:56.013" v="1030"/>
        <pc:sldMkLst>
          <pc:docMk/>
          <pc:sldMk cId="827335259" sldId="277"/>
        </pc:sldMkLst>
      </pc:sldChg>
      <pc:sldChg chg="add">
        <pc:chgData name="James Dyer" userId="c78f284b-7e37-4191-b5a6-8e3806eb7037" providerId="ADAL" clId="{B22F5FE4-B7D0-424F-83E3-7E46DCCA4C8B}" dt="2025-03-28T12:37:56.013" v="1030"/>
        <pc:sldMkLst>
          <pc:docMk/>
          <pc:sldMk cId="2686022152" sldId="280"/>
        </pc:sldMkLst>
      </pc:sldChg>
      <pc:sldChg chg="addSp delSp modSp add del mod">
        <pc:chgData name="James Dyer" userId="c78f284b-7e37-4191-b5a6-8e3806eb7037" providerId="ADAL" clId="{B22F5FE4-B7D0-424F-83E3-7E46DCCA4C8B}" dt="2025-03-31T10:51:34.485" v="1400" actId="2696"/>
        <pc:sldMkLst>
          <pc:docMk/>
          <pc:sldMk cId="3779703918" sldId="299"/>
        </pc:sldMkLst>
      </pc:sldChg>
      <pc:sldChg chg="add">
        <pc:chgData name="James Dyer" userId="c78f284b-7e37-4191-b5a6-8e3806eb7037" providerId="ADAL" clId="{B22F5FE4-B7D0-424F-83E3-7E46DCCA4C8B}" dt="2025-03-31T10:51:41.045" v="1401"/>
        <pc:sldMkLst>
          <pc:docMk/>
          <pc:sldMk cId="3898991897" sldId="299"/>
        </pc:sldMkLst>
      </pc:sldChg>
      <pc:sldChg chg="add">
        <pc:chgData name="James Dyer" userId="c78f284b-7e37-4191-b5a6-8e3806eb7037" providerId="ADAL" clId="{B22F5FE4-B7D0-424F-83E3-7E46DCCA4C8B}" dt="2025-03-31T10:51:41.045" v="1401"/>
        <pc:sldMkLst>
          <pc:docMk/>
          <pc:sldMk cId="2101192577" sldId="301"/>
        </pc:sldMkLst>
      </pc:sldChg>
      <pc:sldChg chg="delSp modSp add del mod">
        <pc:chgData name="James Dyer" userId="c78f284b-7e37-4191-b5a6-8e3806eb7037" providerId="ADAL" clId="{B22F5FE4-B7D0-424F-83E3-7E46DCCA4C8B}" dt="2025-03-31T10:51:34.485" v="1400" actId="2696"/>
        <pc:sldMkLst>
          <pc:docMk/>
          <pc:sldMk cId="3216108614" sldId="301"/>
        </pc:sldMkLst>
      </pc:sldChg>
      <pc:sldChg chg="add">
        <pc:chgData name="James Dyer" userId="c78f284b-7e37-4191-b5a6-8e3806eb7037" providerId="ADAL" clId="{B22F5FE4-B7D0-424F-83E3-7E46DCCA4C8B}" dt="2025-03-31T10:51:41.045" v="1401"/>
        <pc:sldMkLst>
          <pc:docMk/>
          <pc:sldMk cId="3048179685" sldId="302"/>
        </pc:sldMkLst>
      </pc:sldChg>
      <pc:sldChg chg="modSp add del mod">
        <pc:chgData name="James Dyer" userId="c78f284b-7e37-4191-b5a6-8e3806eb7037" providerId="ADAL" clId="{B22F5FE4-B7D0-424F-83E3-7E46DCCA4C8B}" dt="2025-03-31T10:51:34.485" v="1400" actId="2696"/>
        <pc:sldMkLst>
          <pc:docMk/>
          <pc:sldMk cId="3400630723" sldId="302"/>
        </pc:sldMkLst>
      </pc:sldChg>
      <pc:sldChg chg="modSp add del mod">
        <pc:chgData name="James Dyer" userId="c78f284b-7e37-4191-b5a6-8e3806eb7037" providerId="ADAL" clId="{B22F5FE4-B7D0-424F-83E3-7E46DCCA4C8B}" dt="2025-03-31T10:51:34.485" v="1400" actId="2696"/>
        <pc:sldMkLst>
          <pc:docMk/>
          <pc:sldMk cId="222000628" sldId="303"/>
        </pc:sldMkLst>
      </pc:sldChg>
      <pc:sldChg chg="modSp add mod">
        <pc:chgData name="James Dyer" userId="c78f284b-7e37-4191-b5a6-8e3806eb7037" providerId="ADAL" clId="{B22F5FE4-B7D0-424F-83E3-7E46DCCA4C8B}" dt="2025-03-31T11:12:08.973" v="1952"/>
        <pc:sldMkLst>
          <pc:docMk/>
          <pc:sldMk cId="3606056821" sldId="303"/>
        </pc:sldMkLst>
      </pc:sldChg>
      <pc:sldChg chg="modSp add del">
        <pc:chgData name="James Dyer" userId="c78f284b-7e37-4191-b5a6-8e3806eb7037" providerId="ADAL" clId="{B22F5FE4-B7D0-424F-83E3-7E46DCCA4C8B}" dt="2025-03-31T10:51:34.485" v="1400" actId="2696"/>
        <pc:sldMkLst>
          <pc:docMk/>
          <pc:sldMk cId="1182688659" sldId="305"/>
        </pc:sldMkLst>
      </pc:sldChg>
      <pc:sldChg chg="modSp add mod">
        <pc:chgData name="James Dyer" userId="c78f284b-7e37-4191-b5a6-8e3806eb7037" providerId="ADAL" clId="{B22F5FE4-B7D0-424F-83E3-7E46DCCA4C8B}" dt="2025-03-31T11:12:35.471" v="1953" actId="1076"/>
        <pc:sldMkLst>
          <pc:docMk/>
          <pc:sldMk cId="3413579399" sldId="305"/>
        </pc:sldMkLst>
      </pc:sldChg>
      <pc:sldChg chg="modSp add del mod">
        <pc:chgData name="James Dyer" userId="c78f284b-7e37-4191-b5a6-8e3806eb7037" providerId="ADAL" clId="{B22F5FE4-B7D0-424F-83E3-7E46DCCA4C8B}" dt="2025-03-31T10:51:34.485" v="1400" actId="2696"/>
        <pc:sldMkLst>
          <pc:docMk/>
          <pc:sldMk cId="1506604421" sldId="307"/>
        </pc:sldMkLst>
      </pc:sldChg>
      <pc:sldChg chg="modSp add mod">
        <pc:chgData name="James Dyer" userId="c78f284b-7e37-4191-b5a6-8e3806eb7037" providerId="ADAL" clId="{B22F5FE4-B7D0-424F-83E3-7E46DCCA4C8B}" dt="2025-03-31T11:12:40.977" v="1954" actId="1076"/>
        <pc:sldMkLst>
          <pc:docMk/>
          <pc:sldMk cId="3238595769" sldId="307"/>
        </pc:sldMkLst>
      </pc:sldChg>
      <pc:sldChg chg="modSp add del mod">
        <pc:chgData name="James Dyer" userId="c78f284b-7e37-4191-b5a6-8e3806eb7037" providerId="ADAL" clId="{B22F5FE4-B7D0-424F-83E3-7E46DCCA4C8B}" dt="2025-03-31T10:51:34.485" v="1400" actId="2696"/>
        <pc:sldMkLst>
          <pc:docMk/>
          <pc:sldMk cId="2837838066" sldId="308"/>
        </pc:sldMkLst>
      </pc:sldChg>
      <pc:sldChg chg="addSp delSp modSp add mod">
        <pc:chgData name="James Dyer" userId="c78f284b-7e37-4191-b5a6-8e3806eb7037" providerId="ADAL" clId="{B22F5FE4-B7D0-424F-83E3-7E46DCCA4C8B}" dt="2025-03-31T11:14:17.650" v="1960" actId="1076"/>
        <pc:sldMkLst>
          <pc:docMk/>
          <pc:sldMk cId="3954791200" sldId="308"/>
        </pc:sldMkLst>
      </pc:sldChg>
      <pc:sldChg chg="modSp mod">
        <pc:chgData name="James Dyer" userId="c78f284b-7e37-4191-b5a6-8e3806eb7037" providerId="ADAL" clId="{B22F5FE4-B7D0-424F-83E3-7E46DCCA4C8B}" dt="2025-03-28T12:40:23.124" v="1182"/>
        <pc:sldMkLst>
          <pc:docMk/>
          <pc:sldMk cId="2458435575" sldId="339"/>
        </pc:sldMkLst>
      </pc:sldChg>
      <pc:sldChg chg="addSp delSp modSp mod">
        <pc:chgData name="James Dyer" userId="c78f284b-7e37-4191-b5a6-8e3806eb7037" providerId="ADAL" clId="{B22F5FE4-B7D0-424F-83E3-7E46DCCA4C8B}" dt="2025-03-31T13:41:45.442" v="1966" actId="1076"/>
        <pc:sldMkLst>
          <pc:docMk/>
          <pc:sldMk cId="1734856964" sldId="340"/>
        </pc:sldMkLst>
      </pc:sldChg>
      <pc:sldChg chg="add">
        <pc:chgData name="James Dyer" userId="c78f284b-7e37-4191-b5a6-8e3806eb7037" providerId="ADAL" clId="{B22F5FE4-B7D0-424F-83E3-7E46DCCA4C8B}" dt="2025-03-31T10:51:41.045" v="1401"/>
        <pc:sldMkLst>
          <pc:docMk/>
          <pc:sldMk cId="1379905402" sldId="341"/>
        </pc:sldMkLst>
      </pc:sldChg>
      <pc:sldChg chg="modSp add del">
        <pc:chgData name="James Dyer" userId="c78f284b-7e37-4191-b5a6-8e3806eb7037" providerId="ADAL" clId="{B22F5FE4-B7D0-424F-83E3-7E46DCCA4C8B}" dt="2025-03-31T10:51:34.485" v="1400" actId="2696"/>
        <pc:sldMkLst>
          <pc:docMk/>
          <pc:sldMk cId="1787260524" sldId="341"/>
        </pc:sldMkLst>
      </pc:sldChg>
      <pc:sldChg chg="new del ord">
        <pc:chgData name="James Dyer" userId="c78f284b-7e37-4191-b5a6-8e3806eb7037" providerId="ADAL" clId="{B22F5FE4-B7D0-424F-83E3-7E46DCCA4C8B}" dt="2025-03-13T13:16:12.377" v="760" actId="2696"/>
        <pc:sldMkLst>
          <pc:docMk/>
          <pc:sldMk cId="4191557081" sldId="342"/>
        </pc:sldMkLst>
      </pc:sldChg>
      <pc:sldChg chg="add">
        <pc:chgData name="James Dyer" userId="c78f284b-7e37-4191-b5a6-8e3806eb7037" providerId="ADAL" clId="{B22F5FE4-B7D0-424F-83E3-7E46DCCA4C8B}" dt="2025-03-13T13:14:44.249" v="696"/>
        <pc:sldMkLst>
          <pc:docMk/>
          <pc:sldMk cId="2223779838" sldId="343"/>
        </pc:sldMkLst>
      </pc:sldChg>
      <pc:sldChg chg="add">
        <pc:chgData name="James Dyer" userId="c78f284b-7e37-4191-b5a6-8e3806eb7037" providerId="ADAL" clId="{B22F5FE4-B7D0-424F-83E3-7E46DCCA4C8B}" dt="2025-03-13T13:14:44.249" v="696"/>
        <pc:sldMkLst>
          <pc:docMk/>
          <pc:sldMk cId="2868317461" sldId="344"/>
        </pc:sldMkLst>
      </pc:sldChg>
      <pc:sldChg chg="modSp add mod">
        <pc:chgData name="James Dyer" userId="c78f284b-7e37-4191-b5a6-8e3806eb7037" providerId="ADAL" clId="{B22F5FE4-B7D0-424F-83E3-7E46DCCA4C8B}" dt="2025-03-27T13:59:28.450" v="816" actId="20577"/>
        <pc:sldMkLst>
          <pc:docMk/>
          <pc:sldMk cId="539976604" sldId="345"/>
        </pc:sldMkLst>
      </pc:sldChg>
      <pc:sldChg chg="delSp modSp new mod modClrScheme chgLayout">
        <pc:chgData name="James Dyer" userId="c78f284b-7e37-4191-b5a6-8e3806eb7037" providerId="ADAL" clId="{B22F5FE4-B7D0-424F-83E3-7E46DCCA4C8B}" dt="2025-03-31T13:44:08.200" v="1998" actId="15"/>
        <pc:sldMkLst>
          <pc:docMk/>
          <pc:sldMk cId="4032892428" sldId="346"/>
        </pc:sldMkLst>
      </pc:sldChg>
      <pc:sldChg chg="addSp delSp modSp new mod">
        <pc:chgData name="James Dyer" userId="c78f284b-7e37-4191-b5a6-8e3806eb7037" providerId="ADAL" clId="{B22F5FE4-B7D0-424F-83E3-7E46DCCA4C8B}" dt="2025-03-31T13:48:41.834" v="2043" actId="962"/>
        <pc:sldMkLst>
          <pc:docMk/>
          <pc:sldMk cId="578125847" sldId="347"/>
        </pc:sldMkLst>
      </pc:sldChg>
      <pc:sldChg chg="add">
        <pc:chgData name="James Dyer" userId="c78f284b-7e37-4191-b5a6-8e3806eb7037" providerId="ADAL" clId="{B22F5FE4-B7D0-424F-83E3-7E46DCCA4C8B}" dt="2025-03-28T12:37:56.013" v="1030"/>
        <pc:sldMkLst>
          <pc:docMk/>
          <pc:sldMk cId="2475208075" sldId="348"/>
        </pc:sldMkLst>
      </pc:sldChg>
      <pc:sldChg chg="add del">
        <pc:chgData name="James Dyer" userId="c78f284b-7e37-4191-b5a6-8e3806eb7037" providerId="ADAL" clId="{B22F5FE4-B7D0-424F-83E3-7E46DCCA4C8B}" dt="2025-03-31T10:39:09.640" v="1221" actId="2696"/>
        <pc:sldMkLst>
          <pc:docMk/>
          <pc:sldMk cId="2581238198" sldId="349"/>
        </pc:sldMkLst>
      </pc:sldChg>
      <pc:sldChg chg="add">
        <pc:chgData name="James Dyer" userId="c78f284b-7e37-4191-b5a6-8e3806eb7037" providerId="ADAL" clId="{B22F5FE4-B7D0-424F-83E3-7E46DCCA4C8B}" dt="2025-03-28T12:37:56.013" v="1030"/>
        <pc:sldMkLst>
          <pc:docMk/>
          <pc:sldMk cId="1318305980" sldId="350"/>
        </pc:sldMkLst>
      </pc:sldChg>
      <pc:sldChg chg="add">
        <pc:chgData name="James Dyer" userId="c78f284b-7e37-4191-b5a6-8e3806eb7037" providerId="ADAL" clId="{B22F5FE4-B7D0-424F-83E3-7E46DCCA4C8B}" dt="2025-03-28T12:37:56.013" v="1030"/>
        <pc:sldMkLst>
          <pc:docMk/>
          <pc:sldMk cId="3190321217" sldId="351"/>
        </pc:sldMkLst>
      </pc:sldChg>
      <pc:sldChg chg="add">
        <pc:chgData name="James Dyer" userId="c78f284b-7e37-4191-b5a6-8e3806eb7037" providerId="ADAL" clId="{B22F5FE4-B7D0-424F-83E3-7E46DCCA4C8B}" dt="2025-03-28T12:37:56.013" v="1030"/>
        <pc:sldMkLst>
          <pc:docMk/>
          <pc:sldMk cId="271333520" sldId="352"/>
        </pc:sldMkLst>
      </pc:sldChg>
      <pc:sldChg chg="add">
        <pc:chgData name="James Dyer" userId="c78f284b-7e37-4191-b5a6-8e3806eb7037" providerId="ADAL" clId="{B22F5FE4-B7D0-424F-83E3-7E46DCCA4C8B}" dt="2025-03-28T12:37:56.013" v="1030"/>
        <pc:sldMkLst>
          <pc:docMk/>
          <pc:sldMk cId="874173536" sldId="353"/>
        </pc:sldMkLst>
      </pc:sldChg>
      <pc:sldChg chg="add">
        <pc:chgData name="James Dyer" userId="c78f284b-7e37-4191-b5a6-8e3806eb7037" providerId="ADAL" clId="{B22F5FE4-B7D0-424F-83E3-7E46DCCA4C8B}" dt="2025-03-28T12:37:56.013" v="1030"/>
        <pc:sldMkLst>
          <pc:docMk/>
          <pc:sldMk cId="409111657" sldId="354"/>
        </pc:sldMkLst>
      </pc:sldChg>
      <pc:sldChg chg="add">
        <pc:chgData name="James Dyer" userId="c78f284b-7e37-4191-b5a6-8e3806eb7037" providerId="ADAL" clId="{B22F5FE4-B7D0-424F-83E3-7E46DCCA4C8B}" dt="2025-03-28T12:37:56.013" v="1030"/>
        <pc:sldMkLst>
          <pc:docMk/>
          <pc:sldMk cId="77911456" sldId="355"/>
        </pc:sldMkLst>
      </pc:sldChg>
      <pc:sldChg chg="add">
        <pc:chgData name="James Dyer" userId="c78f284b-7e37-4191-b5a6-8e3806eb7037" providerId="ADAL" clId="{B22F5FE4-B7D0-424F-83E3-7E46DCCA4C8B}" dt="2025-03-28T12:37:56.013" v="1030"/>
        <pc:sldMkLst>
          <pc:docMk/>
          <pc:sldMk cId="1918331364" sldId="356"/>
        </pc:sldMkLst>
      </pc:sldChg>
      <pc:sldChg chg="add">
        <pc:chgData name="James Dyer" userId="c78f284b-7e37-4191-b5a6-8e3806eb7037" providerId="ADAL" clId="{B22F5FE4-B7D0-424F-83E3-7E46DCCA4C8B}" dt="2025-03-28T12:37:56.013" v="1030"/>
        <pc:sldMkLst>
          <pc:docMk/>
          <pc:sldMk cId="3713491935" sldId="357"/>
        </pc:sldMkLst>
      </pc:sldChg>
      <pc:sldChg chg="modSp new mod">
        <pc:chgData name="James Dyer" userId="c78f284b-7e37-4191-b5a6-8e3806eb7037" providerId="ADAL" clId="{B22F5FE4-B7D0-424F-83E3-7E46DCCA4C8B}" dt="2025-03-31T10:52:24.094" v="1436"/>
        <pc:sldMkLst>
          <pc:docMk/>
          <pc:sldMk cId="1566722823" sldId="358"/>
        </pc:sldMkLst>
      </pc:sldChg>
      <pc:sldChg chg="addSp delSp modSp new mod modClrScheme chgLayout">
        <pc:chgData name="James Dyer" userId="c78f284b-7e37-4191-b5a6-8e3806eb7037" providerId="ADAL" clId="{B22F5FE4-B7D0-424F-83E3-7E46DCCA4C8B}" dt="2025-03-31T10:38:54.535" v="1220" actId="700"/>
        <pc:sldMkLst>
          <pc:docMk/>
          <pc:sldMk cId="3818335980" sldId="359"/>
        </pc:sldMkLst>
      </pc:sldChg>
      <pc:sldChg chg="addSp delSp modSp new mod modClrScheme chgLayout">
        <pc:chgData name="James Dyer" userId="c78f284b-7e37-4191-b5a6-8e3806eb7037" providerId="ADAL" clId="{B22F5FE4-B7D0-424F-83E3-7E46DCCA4C8B}" dt="2025-03-31T10:52:03.686" v="1433" actId="20577"/>
        <pc:sldMkLst>
          <pc:docMk/>
          <pc:sldMk cId="3949994173" sldId="360"/>
        </pc:sldMkLst>
      </pc:sldChg>
      <pc:sldChg chg="addSp delSp modSp new mod modClrScheme chgLayout">
        <pc:chgData name="James Dyer" userId="c78f284b-7e37-4191-b5a6-8e3806eb7037" providerId="ADAL" clId="{B22F5FE4-B7D0-424F-83E3-7E46DCCA4C8B}" dt="2025-03-31T14:22:53.016" v="2317" actId="20577"/>
        <pc:sldMkLst>
          <pc:docMk/>
          <pc:sldMk cId="736822260" sldId="361"/>
        </pc:sldMkLst>
      </pc:sldChg>
      <pc:sldChg chg="addSp delSp modSp new mod">
        <pc:chgData name="James Dyer" userId="c78f284b-7e37-4191-b5a6-8e3806eb7037" providerId="ADAL" clId="{B22F5FE4-B7D0-424F-83E3-7E46DCCA4C8B}" dt="2025-03-31T11:11:06.172" v="1942" actId="14100"/>
        <pc:sldMkLst>
          <pc:docMk/>
          <pc:sldMk cId="2334931778" sldId="362"/>
        </pc:sldMkLst>
      </pc:sldChg>
      <pc:sldChg chg="modSp mod">
        <pc:chgData name="James Dyer" userId="c78f284b-7e37-4191-b5a6-8e3806eb7037" providerId="ADAL" clId="{B22F5FE4-B7D0-424F-83E3-7E46DCCA4C8B}" dt="2025-03-31T14:36:29.687" v="2716" actId="20577"/>
        <pc:sldMkLst>
          <pc:docMk/>
          <pc:sldMk cId="53561424" sldId="363"/>
        </pc:sldMkLst>
      </pc:sldChg>
    </pc:docChg>
  </pc:docChgLst>
  <pc:docChgLst>
    <pc:chgData name="James Dyer" userId="c78f284b-7e37-4191-b5a6-8e3806eb7037" providerId="ADAL" clId="{8A87D332-F851-4F36-B8EA-96785EE9B0F0}"/>
    <pc:docChg chg="undo custSel addSld delSld modSld">
      <pc:chgData name="James Dyer" userId="c78f284b-7e37-4191-b5a6-8e3806eb7037" providerId="ADAL" clId="{8A87D332-F851-4F36-B8EA-96785EE9B0F0}" dt="2025-03-12T13:27:34.326" v="422" actId="20577"/>
      <pc:docMkLst>
        <pc:docMk/>
      </pc:docMkLst>
      <pc:sldChg chg="addSp delSp modSp mod">
        <pc:chgData name="James Dyer" userId="c78f284b-7e37-4191-b5a6-8e3806eb7037" providerId="ADAL" clId="{8A87D332-F851-4F36-B8EA-96785EE9B0F0}" dt="2025-03-12T13:26:07.547" v="342" actId="1076"/>
        <pc:sldMkLst>
          <pc:docMk/>
          <pc:sldMk cId="2419887333" sldId="263"/>
        </pc:sldMkLst>
      </pc:sldChg>
      <pc:sldChg chg="del">
        <pc:chgData name="James Dyer" userId="c78f284b-7e37-4191-b5a6-8e3806eb7037" providerId="ADAL" clId="{8A87D332-F851-4F36-B8EA-96785EE9B0F0}" dt="2025-03-12T13:26:18.407" v="343" actId="47"/>
        <pc:sldMkLst>
          <pc:docMk/>
          <pc:sldMk cId="1965018798" sldId="269"/>
        </pc:sldMkLst>
      </pc:sldChg>
      <pc:sldChg chg="modSp mod">
        <pc:chgData name="James Dyer" userId="c78f284b-7e37-4191-b5a6-8e3806eb7037" providerId="ADAL" clId="{8A87D332-F851-4F36-B8EA-96785EE9B0F0}" dt="2025-03-12T13:27:34.326" v="422" actId="20577"/>
        <pc:sldMkLst>
          <pc:docMk/>
          <pc:sldMk cId="635359243" sldId="270"/>
        </pc:sldMkLst>
      </pc:sldChg>
      <pc:sldChg chg="del">
        <pc:chgData name="James Dyer" userId="c78f284b-7e37-4191-b5a6-8e3806eb7037" providerId="ADAL" clId="{8A87D332-F851-4F36-B8EA-96785EE9B0F0}" dt="2025-03-12T12:54:24.447" v="0" actId="47"/>
        <pc:sldMkLst>
          <pc:docMk/>
          <pc:sldMk cId="3193214857" sldId="277"/>
        </pc:sldMkLst>
      </pc:sldChg>
      <pc:sldChg chg="del">
        <pc:chgData name="James Dyer" userId="c78f284b-7e37-4191-b5a6-8e3806eb7037" providerId="ADAL" clId="{8A87D332-F851-4F36-B8EA-96785EE9B0F0}" dt="2025-03-12T12:54:24.447" v="0" actId="47"/>
        <pc:sldMkLst>
          <pc:docMk/>
          <pc:sldMk cId="612214040" sldId="278"/>
        </pc:sldMkLst>
      </pc:sldChg>
      <pc:sldChg chg="del">
        <pc:chgData name="James Dyer" userId="c78f284b-7e37-4191-b5a6-8e3806eb7037" providerId="ADAL" clId="{8A87D332-F851-4F36-B8EA-96785EE9B0F0}" dt="2025-03-12T12:54:24.447" v="0" actId="47"/>
        <pc:sldMkLst>
          <pc:docMk/>
          <pc:sldMk cId="1798317905" sldId="279"/>
        </pc:sldMkLst>
      </pc:sldChg>
      <pc:sldChg chg="del">
        <pc:chgData name="James Dyer" userId="c78f284b-7e37-4191-b5a6-8e3806eb7037" providerId="ADAL" clId="{8A87D332-F851-4F36-B8EA-96785EE9B0F0}" dt="2025-03-12T12:54:24.447" v="0" actId="47"/>
        <pc:sldMkLst>
          <pc:docMk/>
          <pc:sldMk cId="2650625667" sldId="280"/>
        </pc:sldMkLst>
      </pc:sldChg>
      <pc:sldChg chg="del">
        <pc:chgData name="James Dyer" userId="c78f284b-7e37-4191-b5a6-8e3806eb7037" providerId="ADAL" clId="{8A87D332-F851-4F36-B8EA-96785EE9B0F0}" dt="2025-03-12T12:54:24.447" v="0" actId="47"/>
        <pc:sldMkLst>
          <pc:docMk/>
          <pc:sldMk cId="2085536663" sldId="281"/>
        </pc:sldMkLst>
      </pc:sldChg>
      <pc:sldChg chg="del">
        <pc:chgData name="James Dyer" userId="c78f284b-7e37-4191-b5a6-8e3806eb7037" providerId="ADAL" clId="{8A87D332-F851-4F36-B8EA-96785EE9B0F0}" dt="2025-03-12T12:54:24.447" v="0" actId="47"/>
        <pc:sldMkLst>
          <pc:docMk/>
          <pc:sldMk cId="2923385052" sldId="282"/>
        </pc:sldMkLst>
      </pc:sldChg>
      <pc:sldChg chg="del">
        <pc:chgData name="James Dyer" userId="c78f284b-7e37-4191-b5a6-8e3806eb7037" providerId="ADAL" clId="{8A87D332-F851-4F36-B8EA-96785EE9B0F0}" dt="2025-03-12T12:54:24.447" v="0" actId="47"/>
        <pc:sldMkLst>
          <pc:docMk/>
          <pc:sldMk cId="1901889355" sldId="283"/>
        </pc:sldMkLst>
      </pc:sldChg>
      <pc:sldChg chg="del">
        <pc:chgData name="James Dyer" userId="c78f284b-7e37-4191-b5a6-8e3806eb7037" providerId="ADAL" clId="{8A87D332-F851-4F36-B8EA-96785EE9B0F0}" dt="2025-03-12T12:54:24.447" v="0" actId="47"/>
        <pc:sldMkLst>
          <pc:docMk/>
          <pc:sldMk cId="1416710787" sldId="284"/>
        </pc:sldMkLst>
      </pc:sldChg>
      <pc:sldChg chg="del">
        <pc:chgData name="James Dyer" userId="c78f284b-7e37-4191-b5a6-8e3806eb7037" providerId="ADAL" clId="{8A87D332-F851-4F36-B8EA-96785EE9B0F0}" dt="2025-03-12T12:54:24.447" v="0" actId="47"/>
        <pc:sldMkLst>
          <pc:docMk/>
          <pc:sldMk cId="2654418385" sldId="285"/>
        </pc:sldMkLst>
      </pc:sldChg>
      <pc:sldChg chg="del">
        <pc:chgData name="James Dyer" userId="c78f284b-7e37-4191-b5a6-8e3806eb7037" providerId="ADAL" clId="{8A87D332-F851-4F36-B8EA-96785EE9B0F0}" dt="2025-03-12T12:54:24.447" v="0" actId="47"/>
        <pc:sldMkLst>
          <pc:docMk/>
          <pc:sldMk cId="3890598516" sldId="286"/>
        </pc:sldMkLst>
      </pc:sldChg>
      <pc:sldChg chg="del">
        <pc:chgData name="James Dyer" userId="c78f284b-7e37-4191-b5a6-8e3806eb7037" providerId="ADAL" clId="{8A87D332-F851-4F36-B8EA-96785EE9B0F0}" dt="2025-03-12T12:54:24.447" v="0" actId="47"/>
        <pc:sldMkLst>
          <pc:docMk/>
          <pc:sldMk cId="4226615750" sldId="287"/>
        </pc:sldMkLst>
      </pc:sldChg>
      <pc:sldChg chg="del">
        <pc:chgData name="James Dyer" userId="c78f284b-7e37-4191-b5a6-8e3806eb7037" providerId="ADAL" clId="{8A87D332-F851-4F36-B8EA-96785EE9B0F0}" dt="2025-03-12T12:54:24.447" v="0" actId="47"/>
        <pc:sldMkLst>
          <pc:docMk/>
          <pc:sldMk cId="2222655239" sldId="288"/>
        </pc:sldMkLst>
      </pc:sldChg>
      <pc:sldChg chg="del">
        <pc:chgData name="James Dyer" userId="c78f284b-7e37-4191-b5a6-8e3806eb7037" providerId="ADAL" clId="{8A87D332-F851-4F36-B8EA-96785EE9B0F0}" dt="2025-03-12T12:54:24.447" v="0" actId="47"/>
        <pc:sldMkLst>
          <pc:docMk/>
          <pc:sldMk cId="403282629" sldId="289"/>
        </pc:sldMkLst>
      </pc:sldChg>
      <pc:sldChg chg="del">
        <pc:chgData name="James Dyer" userId="c78f284b-7e37-4191-b5a6-8e3806eb7037" providerId="ADAL" clId="{8A87D332-F851-4F36-B8EA-96785EE9B0F0}" dt="2025-03-12T12:54:24.447" v="0" actId="47"/>
        <pc:sldMkLst>
          <pc:docMk/>
          <pc:sldMk cId="2618724100" sldId="290"/>
        </pc:sldMkLst>
      </pc:sldChg>
      <pc:sldChg chg="del">
        <pc:chgData name="James Dyer" userId="c78f284b-7e37-4191-b5a6-8e3806eb7037" providerId="ADAL" clId="{8A87D332-F851-4F36-B8EA-96785EE9B0F0}" dt="2025-03-12T12:54:24.447" v="0" actId="47"/>
        <pc:sldMkLst>
          <pc:docMk/>
          <pc:sldMk cId="2195840219" sldId="291"/>
        </pc:sldMkLst>
      </pc:sldChg>
      <pc:sldChg chg="del">
        <pc:chgData name="James Dyer" userId="c78f284b-7e37-4191-b5a6-8e3806eb7037" providerId="ADAL" clId="{8A87D332-F851-4F36-B8EA-96785EE9B0F0}" dt="2025-03-12T12:54:24.447" v="0" actId="47"/>
        <pc:sldMkLst>
          <pc:docMk/>
          <pc:sldMk cId="1671487415" sldId="292"/>
        </pc:sldMkLst>
      </pc:sldChg>
      <pc:sldChg chg="del">
        <pc:chgData name="James Dyer" userId="c78f284b-7e37-4191-b5a6-8e3806eb7037" providerId="ADAL" clId="{8A87D332-F851-4F36-B8EA-96785EE9B0F0}" dt="2025-03-12T12:54:24.447" v="0" actId="47"/>
        <pc:sldMkLst>
          <pc:docMk/>
          <pc:sldMk cId="4223815684" sldId="293"/>
        </pc:sldMkLst>
      </pc:sldChg>
      <pc:sldChg chg="del">
        <pc:chgData name="James Dyer" userId="c78f284b-7e37-4191-b5a6-8e3806eb7037" providerId="ADAL" clId="{8A87D332-F851-4F36-B8EA-96785EE9B0F0}" dt="2025-03-12T12:54:24.447" v="0" actId="47"/>
        <pc:sldMkLst>
          <pc:docMk/>
          <pc:sldMk cId="1721096561" sldId="294"/>
        </pc:sldMkLst>
      </pc:sldChg>
      <pc:sldChg chg="del">
        <pc:chgData name="James Dyer" userId="c78f284b-7e37-4191-b5a6-8e3806eb7037" providerId="ADAL" clId="{8A87D332-F851-4F36-B8EA-96785EE9B0F0}" dt="2025-03-12T12:54:24.447" v="0" actId="47"/>
        <pc:sldMkLst>
          <pc:docMk/>
          <pc:sldMk cId="3160117865" sldId="295"/>
        </pc:sldMkLst>
      </pc:sldChg>
      <pc:sldChg chg="del">
        <pc:chgData name="James Dyer" userId="c78f284b-7e37-4191-b5a6-8e3806eb7037" providerId="ADAL" clId="{8A87D332-F851-4F36-B8EA-96785EE9B0F0}" dt="2025-03-12T12:54:24.447" v="0" actId="47"/>
        <pc:sldMkLst>
          <pc:docMk/>
          <pc:sldMk cId="2500056519" sldId="296"/>
        </pc:sldMkLst>
      </pc:sldChg>
      <pc:sldChg chg="del">
        <pc:chgData name="James Dyer" userId="c78f284b-7e37-4191-b5a6-8e3806eb7037" providerId="ADAL" clId="{8A87D332-F851-4F36-B8EA-96785EE9B0F0}" dt="2025-03-12T12:54:24.447" v="0" actId="47"/>
        <pc:sldMkLst>
          <pc:docMk/>
          <pc:sldMk cId="3902111946" sldId="297"/>
        </pc:sldMkLst>
      </pc:sldChg>
      <pc:sldChg chg="del">
        <pc:chgData name="James Dyer" userId="c78f284b-7e37-4191-b5a6-8e3806eb7037" providerId="ADAL" clId="{8A87D332-F851-4F36-B8EA-96785EE9B0F0}" dt="2025-03-12T12:54:24.447" v="0" actId="47"/>
        <pc:sldMkLst>
          <pc:docMk/>
          <pc:sldMk cId="77549412" sldId="298"/>
        </pc:sldMkLst>
      </pc:sldChg>
      <pc:sldChg chg="del">
        <pc:chgData name="James Dyer" userId="c78f284b-7e37-4191-b5a6-8e3806eb7037" providerId="ADAL" clId="{8A87D332-F851-4F36-B8EA-96785EE9B0F0}" dt="2025-03-12T12:54:24.447" v="0" actId="47"/>
        <pc:sldMkLst>
          <pc:docMk/>
          <pc:sldMk cId="4199210728" sldId="299"/>
        </pc:sldMkLst>
      </pc:sldChg>
      <pc:sldChg chg="del">
        <pc:chgData name="James Dyer" userId="c78f284b-7e37-4191-b5a6-8e3806eb7037" providerId="ADAL" clId="{8A87D332-F851-4F36-B8EA-96785EE9B0F0}" dt="2025-03-12T12:54:24.447" v="0" actId="47"/>
        <pc:sldMkLst>
          <pc:docMk/>
          <pc:sldMk cId="2860747666" sldId="301"/>
        </pc:sldMkLst>
      </pc:sldChg>
      <pc:sldChg chg="addSp delSp modSp new mod modClrScheme chgLayout">
        <pc:chgData name="James Dyer" userId="c78f284b-7e37-4191-b5a6-8e3806eb7037" providerId="ADAL" clId="{8A87D332-F851-4F36-B8EA-96785EE9B0F0}" dt="2025-03-12T13:23:18.921" v="136" actId="1076"/>
        <pc:sldMkLst>
          <pc:docMk/>
          <pc:sldMk cId="1734856964" sldId="340"/>
        </pc:sldMkLst>
      </pc:sldChg>
    </pc:docChg>
  </pc:docChgLst>
  <pc:docChgLst>
    <pc:chgData name="James Dyer" userId="c78f284b-7e37-4191-b5a6-8e3806eb7037" providerId="ADAL" clId="{34C6CD35-4BFA-48A2-A2D8-2883E8079DBC}"/>
    <pc:docChg chg="modSld">
      <pc:chgData name="James Dyer" userId="c78f284b-7e37-4191-b5a6-8e3806eb7037" providerId="ADAL" clId="{34C6CD35-4BFA-48A2-A2D8-2883E8079DBC}" dt="2025-06-20T12:49:38.366" v="94" actId="20577"/>
      <pc:docMkLst>
        <pc:docMk/>
      </pc:docMkLst>
      <pc:sldChg chg="modSp mod">
        <pc:chgData name="James Dyer" userId="c78f284b-7e37-4191-b5a6-8e3806eb7037" providerId="ADAL" clId="{34C6CD35-4BFA-48A2-A2D8-2883E8079DBC}" dt="2025-06-20T11:50:07.082" v="63" actId="20577"/>
        <pc:sldMkLst>
          <pc:docMk/>
          <pc:sldMk cId="1916156025" sldId="257"/>
        </pc:sldMkLst>
        <pc:spChg chg="mod">
          <ac:chgData name="James Dyer" userId="c78f284b-7e37-4191-b5a6-8e3806eb7037" providerId="ADAL" clId="{34C6CD35-4BFA-48A2-A2D8-2883E8079DBC}" dt="2025-06-20T11:50:07.082" v="63" actId="20577"/>
          <ac:spMkLst>
            <pc:docMk/>
            <pc:sldMk cId="1916156025" sldId="257"/>
            <ac:spMk id="3" creationId="{B5D3E769-E4BE-82E3-9062-6E59CB696324}"/>
          </ac:spMkLst>
        </pc:spChg>
      </pc:sldChg>
      <pc:sldChg chg="modSp">
        <pc:chgData name="James Dyer" userId="c78f284b-7e37-4191-b5a6-8e3806eb7037" providerId="ADAL" clId="{34C6CD35-4BFA-48A2-A2D8-2883E8079DBC}" dt="2025-06-20T12:49:38.366" v="94" actId="20577"/>
        <pc:sldMkLst>
          <pc:docMk/>
          <pc:sldMk cId="827335259" sldId="277"/>
        </pc:sldMkLst>
        <pc:spChg chg="mod">
          <ac:chgData name="James Dyer" userId="c78f284b-7e37-4191-b5a6-8e3806eb7037" providerId="ADAL" clId="{34C6CD35-4BFA-48A2-A2D8-2883E8079DBC}" dt="2025-06-20T12:49:38.366" v="94" actId="20577"/>
          <ac:spMkLst>
            <pc:docMk/>
            <pc:sldMk cId="827335259" sldId="277"/>
            <ac:spMk id="3" creationId="{4C753130-9DA3-AA74-C119-B52A3A739830}"/>
          </ac:spMkLst>
        </pc:spChg>
      </pc:sldChg>
    </pc:docChg>
  </pc:docChgLst>
  <pc:docChgLst>
    <pc:chgData name="James Dyer" userId="c78f284b-7e37-4191-b5a6-8e3806eb7037" providerId="ADAL" clId="{00A67DBF-3796-4E4F-8469-8CC2B2395739}"/>
    <pc:docChg chg="undo custSel addSld delSld modSld sldOrd modMainMaster">
      <pc:chgData name="James Dyer" userId="c78f284b-7e37-4191-b5a6-8e3806eb7037" providerId="ADAL" clId="{00A67DBF-3796-4E4F-8469-8CC2B2395739}" dt="2024-10-04T09:22:19.327" v="8121" actId="1076"/>
      <pc:docMkLst>
        <pc:docMk/>
      </pc:docMkLst>
      <pc:sldChg chg="new del">
        <pc:chgData name="James Dyer" userId="c78f284b-7e37-4191-b5a6-8e3806eb7037" providerId="ADAL" clId="{00A67DBF-3796-4E4F-8469-8CC2B2395739}" dt="2024-09-30T09:35:38.754" v="2" actId="47"/>
        <pc:sldMkLst>
          <pc:docMk/>
          <pc:sldMk cId="2547335473" sldId="256"/>
        </pc:sldMkLst>
      </pc:sldChg>
      <pc:sldChg chg="modSp add mod setBg">
        <pc:chgData name="James Dyer" userId="c78f284b-7e37-4191-b5a6-8e3806eb7037" providerId="ADAL" clId="{00A67DBF-3796-4E4F-8469-8CC2B2395739}" dt="2024-10-04T09:10:43.556" v="8085"/>
        <pc:sldMkLst>
          <pc:docMk/>
          <pc:sldMk cId="1916156025" sldId="257"/>
        </pc:sldMkLst>
      </pc:sldChg>
      <pc:sldChg chg="addSp delSp modSp add mod modClrScheme chgLayout">
        <pc:chgData name="James Dyer" userId="c78f284b-7e37-4191-b5a6-8e3806eb7037" providerId="ADAL" clId="{00A67DBF-3796-4E4F-8469-8CC2B2395739}" dt="2024-10-01T14:31:53.525" v="3455" actId="20577"/>
        <pc:sldMkLst>
          <pc:docMk/>
          <pc:sldMk cId="2788651401" sldId="258"/>
        </pc:sldMkLst>
      </pc:sldChg>
      <pc:sldChg chg="add">
        <pc:chgData name="James Dyer" userId="c78f284b-7e37-4191-b5a6-8e3806eb7037" providerId="ADAL" clId="{00A67DBF-3796-4E4F-8469-8CC2B2395739}" dt="2024-09-30T09:35:36.442" v="1"/>
        <pc:sldMkLst>
          <pc:docMk/>
          <pc:sldMk cId="3773420074" sldId="259"/>
        </pc:sldMkLst>
      </pc:sldChg>
      <pc:sldChg chg="modSp new mod ord">
        <pc:chgData name="James Dyer" userId="c78f284b-7e37-4191-b5a6-8e3806eb7037" providerId="ADAL" clId="{00A67DBF-3796-4E4F-8469-8CC2B2395739}" dt="2024-10-01T14:32:07.413" v="3486" actId="20577"/>
        <pc:sldMkLst>
          <pc:docMk/>
          <pc:sldMk cId="3145342080" sldId="260"/>
        </pc:sldMkLst>
      </pc:sldChg>
      <pc:sldChg chg="addSp delSp modSp new mod modClrScheme chgLayout">
        <pc:chgData name="James Dyer" userId="c78f284b-7e37-4191-b5a6-8e3806eb7037" providerId="ADAL" clId="{00A67DBF-3796-4E4F-8469-8CC2B2395739}" dt="2024-10-01T12:46:33.988" v="1308" actId="20577"/>
        <pc:sldMkLst>
          <pc:docMk/>
          <pc:sldMk cId="3952042285" sldId="261"/>
        </pc:sldMkLst>
      </pc:sldChg>
      <pc:sldChg chg="addSp delSp modSp new mod setBg modClrScheme chgLayout">
        <pc:chgData name="James Dyer" userId="c78f284b-7e37-4191-b5a6-8e3806eb7037" providerId="ADAL" clId="{00A67DBF-3796-4E4F-8469-8CC2B2395739}" dt="2024-10-04T09:11:06.560" v="8086" actId="26606"/>
        <pc:sldMkLst>
          <pc:docMk/>
          <pc:sldMk cId="2281029743" sldId="262"/>
        </pc:sldMkLst>
      </pc:sldChg>
      <pc:sldChg chg="addSp delSp modSp new mod setBg modClrScheme chgLayout">
        <pc:chgData name="James Dyer" userId="c78f284b-7e37-4191-b5a6-8e3806eb7037" providerId="ADAL" clId="{00A67DBF-3796-4E4F-8469-8CC2B2395739}" dt="2024-10-04T09:11:20.698" v="8087" actId="26606"/>
        <pc:sldMkLst>
          <pc:docMk/>
          <pc:sldMk cId="2419887333" sldId="263"/>
        </pc:sldMkLst>
      </pc:sldChg>
      <pc:sldChg chg="modSp new del mod">
        <pc:chgData name="James Dyer" userId="c78f284b-7e37-4191-b5a6-8e3806eb7037" providerId="ADAL" clId="{00A67DBF-3796-4E4F-8469-8CC2B2395739}" dt="2024-10-01T11:57:04.187" v="552" actId="2696"/>
        <pc:sldMkLst>
          <pc:docMk/>
          <pc:sldMk cId="4240299460" sldId="263"/>
        </pc:sldMkLst>
      </pc:sldChg>
      <pc:sldChg chg="addSp delSp modSp new mod ord">
        <pc:chgData name="James Dyer" userId="c78f284b-7e37-4191-b5a6-8e3806eb7037" providerId="ADAL" clId="{00A67DBF-3796-4E4F-8469-8CC2B2395739}" dt="2024-10-01T12:04:45.130" v="986"/>
        <pc:sldMkLst>
          <pc:docMk/>
          <pc:sldMk cId="1537583708" sldId="264"/>
        </pc:sldMkLst>
      </pc:sldChg>
      <pc:sldChg chg="addSp delSp modSp new mod modClrScheme chgLayout">
        <pc:chgData name="James Dyer" userId="c78f284b-7e37-4191-b5a6-8e3806eb7037" providerId="ADAL" clId="{00A67DBF-3796-4E4F-8469-8CC2B2395739}" dt="2024-10-01T14:07:28.307" v="3320" actId="20577"/>
        <pc:sldMkLst>
          <pc:docMk/>
          <pc:sldMk cId="1783598100" sldId="265"/>
        </pc:sldMkLst>
      </pc:sldChg>
      <pc:sldChg chg="addSp delSp modSp new mod">
        <pc:chgData name="James Dyer" userId="c78f284b-7e37-4191-b5a6-8e3806eb7037" providerId="ADAL" clId="{00A67DBF-3796-4E4F-8469-8CC2B2395739}" dt="2024-10-02T13:26:08.288" v="6776" actId="962"/>
        <pc:sldMkLst>
          <pc:docMk/>
          <pc:sldMk cId="3934174658" sldId="266"/>
        </pc:sldMkLst>
      </pc:sldChg>
      <pc:sldChg chg="addSp delSp modSp new mod">
        <pc:chgData name="James Dyer" userId="c78f284b-7e37-4191-b5a6-8e3806eb7037" providerId="ADAL" clId="{00A67DBF-3796-4E4F-8469-8CC2B2395739}" dt="2024-10-02T13:26:52.884" v="6888" actId="962"/>
        <pc:sldMkLst>
          <pc:docMk/>
          <pc:sldMk cId="240332655" sldId="267"/>
        </pc:sldMkLst>
      </pc:sldChg>
      <pc:sldChg chg="addSp delSp modSp new mod">
        <pc:chgData name="James Dyer" userId="c78f284b-7e37-4191-b5a6-8e3806eb7037" providerId="ADAL" clId="{00A67DBF-3796-4E4F-8469-8CC2B2395739}" dt="2024-10-01T13:08:46.365" v="1873" actId="1076"/>
        <pc:sldMkLst>
          <pc:docMk/>
          <pc:sldMk cId="274176739" sldId="268"/>
        </pc:sldMkLst>
      </pc:sldChg>
      <pc:sldChg chg="addSp delSp modSp new mod">
        <pc:chgData name="James Dyer" userId="c78f284b-7e37-4191-b5a6-8e3806eb7037" providerId="ADAL" clId="{00A67DBF-3796-4E4F-8469-8CC2B2395739}" dt="2024-10-01T13:13:04.125" v="2113" actId="20577"/>
        <pc:sldMkLst>
          <pc:docMk/>
          <pc:sldMk cId="1965018798" sldId="269"/>
        </pc:sldMkLst>
      </pc:sldChg>
      <pc:sldChg chg="addSp delSp modSp new mod modClrScheme chgLayout">
        <pc:chgData name="James Dyer" userId="c78f284b-7e37-4191-b5a6-8e3806eb7037" providerId="ADAL" clId="{00A67DBF-3796-4E4F-8469-8CC2B2395739}" dt="2024-10-01T13:24:58.530" v="2566" actId="5793"/>
        <pc:sldMkLst>
          <pc:docMk/>
          <pc:sldMk cId="635359243" sldId="270"/>
        </pc:sldMkLst>
      </pc:sldChg>
      <pc:sldChg chg="addSp delSp modSp new mod modClrScheme chgLayout">
        <pc:chgData name="James Dyer" userId="c78f284b-7e37-4191-b5a6-8e3806eb7037" providerId="ADAL" clId="{00A67DBF-3796-4E4F-8469-8CC2B2395739}" dt="2024-10-02T13:21:13.900" v="6507" actId="20577"/>
        <pc:sldMkLst>
          <pc:docMk/>
          <pc:sldMk cId="2886977814" sldId="271"/>
        </pc:sldMkLst>
      </pc:sldChg>
      <pc:sldChg chg="addSp delSp modSp new mod">
        <pc:chgData name="James Dyer" userId="c78f284b-7e37-4191-b5a6-8e3806eb7037" providerId="ADAL" clId="{00A67DBF-3796-4E4F-8469-8CC2B2395739}" dt="2024-10-02T13:27:18.255" v="6992" actId="962"/>
        <pc:sldMkLst>
          <pc:docMk/>
          <pc:sldMk cId="3646018138" sldId="272"/>
        </pc:sldMkLst>
      </pc:sldChg>
      <pc:sldChg chg="addSp delSp modSp new mod modClrScheme chgLayout">
        <pc:chgData name="James Dyer" userId="c78f284b-7e37-4191-b5a6-8e3806eb7037" providerId="ADAL" clId="{00A67DBF-3796-4E4F-8469-8CC2B2395739}" dt="2024-10-01T13:45:30.494" v="3152" actId="20577"/>
        <pc:sldMkLst>
          <pc:docMk/>
          <pc:sldMk cId="2705411358" sldId="273"/>
        </pc:sldMkLst>
      </pc:sldChg>
      <pc:sldChg chg="addSp delSp modSp new mod ord modClrScheme chgLayout">
        <pc:chgData name="James Dyer" userId="c78f284b-7e37-4191-b5a6-8e3806eb7037" providerId="ADAL" clId="{00A67DBF-3796-4E4F-8469-8CC2B2395739}" dt="2024-10-04T09:14:30.978" v="8110" actId="20577"/>
        <pc:sldMkLst>
          <pc:docMk/>
          <pc:sldMk cId="3277354732" sldId="274"/>
        </pc:sldMkLst>
      </pc:sldChg>
      <pc:sldChg chg="addSp delSp modSp new mod modClrScheme chgLayout">
        <pc:chgData name="James Dyer" userId="c78f284b-7e37-4191-b5a6-8e3806eb7037" providerId="ADAL" clId="{00A67DBF-3796-4E4F-8469-8CC2B2395739}" dt="2024-10-04T09:13:25.103" v="8095" actId="1076"/>
        <pc:sldMkLst>
          <pc:docMk/>
          <pc:sldMk cId="603382916" sldId="275"/>
        </pc:sldMkLst>
      </pc:sldChg>
      <pc:sldChg chg="addSp delSp modSp new mod">
        <pc:chgData name="James Dyer" userId="c78f284b-7e37-4191-b5a6-8e3806eb7037" providerId="ADAL" clId="{00A67DBF-3796-4E4F-8469-8CC2B2395739}" dt="2024-10-01T14:15:53.224" v="3395" actId="20577"/>
        <pc:sldMkLst>
          <pc:docMk/>
          <pc:sldMk cId="210193608" sldId="276"/>
        </pc:sldMkLst>
      </pc:sldChg>
      <pc:sldChg chg="addSp delSp modSp new mod modClrScheme chgLayout">
        <pc:chgData name="James Dyer" userId="c78f284b-7e37-4191-b5a6-8e3806eb7037" providerId="ADAL" clId="{00A67DBF-3796-4E4F-8469-8CC2B2395739}" dt="2024-10-01T14:31:19.615" v="3429" actId="20577"/>
        <pc:sldMkLst>
          <pc:docMk/>
          <pc:sldMk cId="3193214857" sldId="277"/>
        </pc:sldMkLst>
      </pc:sldChg>
      <pc:sldChg chg="modSp new mod">
        <pc:chgData name="James Dyer" userId="c78f284b-7e37-4191-b5a6-8e3806eb7037" providerId="ADAL" clId="{00A67DBF-3796-4E4F-8469-8CC2B2395739}" dt="2024-10-01T14:36:30.776" v="3494" actId="5793"/>
        <pc:sldMkLst>
          <pc:docMk/>
          <pc:sldMk cId="612214040" sldId="278"/>
        </pc:sldMkLst>
      </pc:sldChg>
      <pc:sldChg chg="addSp delSp modSp new mod modClrScheme chgLayout">
        <pc:chgData name="James Dyer" userId="c78f284b-7e37-4191-b5a6-8e3806eb7037" providerId="ADAL" clId="{00A67DBF-3796-4E4F-8469-8CC2B2395739}" dt="2024-10-01T14:55:16.446" v="3828" actId="20577"/>
        <pc:sldMkLst>
          <pc:docMk/>
          <pc:sldMk cId="1798317905" sldId="279"/>
        </pc:sldMkLst>
      </pc:sldChg>
      <pc:sldChg chg="addSp delSp modSp new mod chgLayout">
        <pc:chgData name="James Dyer" userId="c78f284b-7e37-4191-b5a6-8e3806eb7037" providerId="ADAL" clId="{00A67DBF-3796-4E4F-8469-8CC2B2395739}" dt="2024-10-02T12:07:32.935" v="5300" actId="20577"/>
        <pc:sldMkLst>
          <pc:docMk/>
          <pc:sldMk cId="2650625667" sldId="280"/>
        </pc:sldMkLst>
      </pc:sldChg>
      <pc:sldChg chg="addSp delSp modSp new mod">
        <pc:chgData name="James Dyer" userId="c78f284b-7e37-4191-b5a6-8e3806eb7037" providerId="ADAL" clId="{00A67DBF-3796-4E4F-8469-8CC2B2395739}" dt="2024-10-01T15:13:49.078" v="4186" actId="14100"/>
        <pc:sldMkLst>
          <pc:docMk/>
          <pc:sldMk cId="2085536663" sldId="281"/>
        </pc:sldMkLst>
      </pc:sldChg>
      <pc:sldChg chg="addSp delSp modSp new mod modClrScheme chgLayout">
        <pc:chgData name="James Dyer" userId="c78f284b-7e37-4191-b5a6-8e3806eb7037" providerId="ADAL" clId="{00A67DBF-3796-4E4F-8469-8CC2B2395739}" dt="2024-10-02T13:20:32.589" v="6475" actId="20577"/>
        <pc:sldMkLst>
          <pc:docMk/>
          <pc:sldMk cId="2923385052" sldId="282"/>
        </pc:sldMkLst>
      </pc:sldChg>
      <pc:sldChg chg="addSp delSp modSp new mod modNotesTx">
        <pc:chgData name="James Dyer" userId="c78f284b-7e37-4191-b5a6-8e3806eb7037" providerId="ADAL" clId="{00A67DBF-3796-4E4F-8469-8CC2B2395739}" dt="2024-10-02T12:09:14.975" v="5304" actId="20577"/>
        <pc:sldMkLst>
          <pc:docMk/>
          <pc:sldMk cId="1901889355" sldId="283"/>
        </pc:sldMkLst>
      </pc:sldChg>
      <pc:sldChg chg="addSp delSp modSp new mod setBg">
        <pc:chgData name="James Dyer" userId="c78f284b-7e37-4191-b5a6-8e3806eb7037" providerId="ADAL" clId="{00A67DBF-3796-4E4F-8469-8CC2B2395739}" dt="2024-10-04T09:20:16.117" v="8117" actId="26606"/>
        <pc:sldMkLst>
          <pc:docMk/>
          <pc:sldMk cId="1416710787" sldId="284"/>
        </pc:sldMkLst>
      </pc:sldChg>
      <pc:sldChg chg="addSp delSp modSp new mod modClrScheme chgLayout">
        <pc:chgData name="James Dyer" userId="c78f284b-7e37-4191-b5a6-8e3806eb7037" providerId="ADAL" clId="{00A67DBF-3796-4E4F-8469-8CC2B2395739}" dt="2024-10-02T12:29:35.126" v="5743" actId="20577"/>
        <pc:sldMkLst>
          <pc:docMk/>
          <pc:sldMk cId="2654418385" sldId="285"/>
        </pc:sldMkLst>
      </pc:sldChg>
      <pc:sldChg chg="addSp delSp modSp new mod modClrScheme chgLayout">
        <pc:chgData name="James Dyer" userId="c78f284b-7e37-4191-b5a6-8e3806eb7037" providerId="ADAL" clId="{00A67DBF-3796-4E4F-8469-8CC2B2395739}" dt="2024-10-02T11:58:29.117" v="4935" actId="20577"/>
        <pc:sldMkLst>
          <pc:docMk/>
          <pc:sldMk cId="3890598516" sldId="286"/>
        </pc:sldMkLst>
      </pc:sldChg>
      <pc:sldChg chg="addSp delSp modSp new mod setBg modClrScheme chgLayout">
        <pc:chgData name="James Dyer" userId="c78f284b-7e37-4191-b5a6-8e3806eb7037" providerId="ADAL" clId="{00A67DBF-3796-4E4F-8469-8CC2B2395739}" dt="2024-10-04T09:20:24.790" v="8118" actId="26606"/>
        <pc:sldMkLst>
          <pc:docMk/>
          <pc:sldMk cId="4226615750" sldId="287"/>
        </pc:sldMkLst>
      </pc:sldChg>
      <pc:sldChg chg="addSp delSp modSp new mod setBg modClrScheme chgLayout">
        <pc:chgData name="James Dyer" userId="c78f284b-7e37-4191-b5a6-8e3806eb7037" providerId="ADAL" clId="{00A67DBF-3796-4E4F-8469-8CC2B2395739}" dt="2024-10-02T12:32:16.483" v="5881" actId="20577"/>
        <pc:sldMkLst>
          <pc:docMk/>
          <pc:sldMk cId="2222655239" sldId="288"/>
        </pc:sldMkLst>
      </pc:sldChg>
      <pc:sldChg chg="addSp delSp modSp new mod modNotesTx">
        <pc:chgData name="James Dyer" userId="c78f284b-7e37-4191-b5a6-8e3806eb7037" providerId="ADAL" clId="{00A67DBF-3796-4E4F-8469-8CC2B2395739}" dt="2024-10-02T12:36:26.999" v="6065" actId="20577"/>
        <pc:sldMkLst>
          <pc:docMk/>
          <pc:sldMk cId="403282629" sldId="289"/>
        </pc:sldMkLst>
      </pc:sldChg>
      <pc:sldChg chg="addSp delSp modSp new mod modClrScheme chgLayout">
        <pc:chgData name="James Dyer" userId="c78f284b-7e37-4191-b5a6-8e3806eb7037" providerId="ADAL" clId="{00A67DBF-3796-4E4F-8469-8CC2B2395739}" dt="2024-10-02T13:35:59.759" v="7427" actId="21"/>
        <pc:sldMkLst>
          <pc:docMk/>
          <pc:sldMk cId="2618724100" sldId="290"/>
        </pc:sldMkLst>
      </pc:sldChg>
      <pc:sldChg chg="addSp delSp modSp new mod modClrScheme chgLayout">
        <pc:chgData name="James Dyer" userId="c78f284b-7e37-4191-b5a6-8e3806eb7037" providerId="ADAL" clId="{00A67DBF-3796-4E4F-8469-8CC2B2395739}" dt="2024-10-02T13:58:19.917" v="8081" actId="20577"/>
        <pc:sldMkLst>
          <pc:docMk/>
          <pc:sldMk cId="2195840219" sldId="291"/>
        </pc:sldMkLst>
      </pc:sldChg>
      <pc:sldChg chg="addSp delSp modSp new mod modClrScheme chgLayout">
        <pc:chgData name="James Dyer" userId="c78f284b-7e37-4191-b5a6-8e3806eb7037" providerId="ADAL" clId="{00A67DBF-3796-4E4F-8469-8CC2B2395739}" dt="2024-10-02T13:12:07.132" v="6427" actId="20577"/>
        <pc:sldMkLst>
          <pc:docMk/>
          <pc:sldMk cId="1671487415" sldId="292"/>
        </pc:sldMkLst>
      </pc:sldChg>
      <pc:sldChg chg="addSp delSp modSp new mod">
        <pc:chgData name="James Dyer" userId="c78f284b-7e37-4191-b5a6-8e3806eb7037" providerId="ADAL" clId="{00A67DBF-3796-4E4F-8469-8CC2B2395739}" dt="2024-10-02T13:28:07.293" v="7212" actId="962"/>
        <pc:sldMkLst>
          <pc:docMk/>
          <pc:sldMk cId="4223815684" sldId="293"/>
        </pc:sldMkLst>
      </pc:sldChg>
      <pc:sldChg chg="addSp delSp modSp new mod">
        <pc:chgData name="James Dyer" userId="c78f284b-7e37-4191-b5a6-8e3806eb7037" providerId="ADAL" clId="{00A67DBF-3796-4E4F-8469-8CC2B2395739}" dt="2024-10-02T13:28:24.768" v="7300" actId="962"/>
        <pc:sldMkLst>
          <pc:docMk/>
          <pc:sldMk cId="1721096561" sldId="294"/>
        </pc:sldMkLst>
      </pc:sldChg>
      <pc:sldChg chg="modSp new mod">
        <pc:chgData name="James Dyer" userId="c78f284b-7e37-4191-b5a6-8e3806eb7037" providerId="ADAL" clId="{00A67DBF-3796-4E4F-8469-8CC2B2395739}" dt="2024-10-02T13:54:02.242" v="8052" actId="12"/>
        <pc:sldMkLst>
          <pc:docMk/>
          <pc:sldMk cId="3160117865" sldId="295"/>
        </pc:sldMkLst>
      </pc:sldChg>
      <pc:sldChg chg="modSp new mod">
        <pc:chgData name="James Dyer" userId="c78f284b-7e37-4191-b5a6-8e3806eb7037" providerId="ADAL" clId="{00A67DBF-3796-4E4F-8469-8CC2B2395739}" dt="2024-10-02T13:25:03.029" v="6694" actId="20577"/>
        <pc:sldMkLst>
          <pc:docMk/>
          <pc:sldMk cId="2500056519" sldId="296"/>
        </pc:sldMkLst>
      </pc:sldChg>
      <pc:sldChg chg="addSp delSp modSp new mod">
        <pc:chgData name="James Dyer" userId="c78f284b-7e37-4191-b5a6-8e3806eb7037" providerId="ADAL" clId="{00A67DBF-3796-4E4F-8469-8CC2B2395739}" dt="2024-10-02T13:53:04.643" v="7964" actId="14100"/>
        <pc:sldMkLst>
          <pc:docMk/>
          <pc:sldMk cId="3902111946" sldId="297"/>
        </pc:sldMkLst>
      </pc:sldChg>
      <pc:sldChg chg="modSp new mod">
        <pc:chgData name="James Dyer" userId="c78f284b-7e37-4191-b5a6-8e3806eb7037" providerId="ADAL" clId="{00A67DBF-3796-4E4F-8469-8CC2B2395739}" dt="2024-10-04T09:22:15.518" v="8120" actId="1076"/>
        <pc:sldMkLst>
          <pc:docMk/>
          <pc:sldMk cId="77549412" sldId="298"/>
        </pc:sldMkLst>
      </pc:sldChg>
      <pc:sldChg chg="modSp new mod">
        <pc:chgData name="James Dyer" userId="c78f284b-7e37-4191-b5a6-8e3806eb7037" providerId="ADAL" clId="{00A67DBF-3796-4E4F-8469-8CC2B2395739}" dt="2024-10-04T09:22:19.327" v="8121" actId="1076"/>
        <pc:sldMkLst>
          <pc:docMk/>
          <pc:sldMk cId="4199210728" sldId="299"/>
        </pc:sldMkLst>
      </pc:sldChg>
      <pc:sldChg chg="addSp delSp modSp new mod">
        <pc:chgData name="James Dyer" userId="c78f284b-7e37-4191-b5a6-8e3806eb7037" providerId="ADAL" clId="{00A67DBF-3796-4E4F-8469-8CC2B2395739}" dt="2024-10-04T09:19:14.826" v="8114" actId="1076"/>
        <pc:sldMkLst>
          <pc:docMk/>
          <pc:sldMk cId="2860747666" sldId="301"/>
        </pc:sldMkLst>
      </pc:sldChg>
      <pc:sldMasterChg chg="setBg modSldLayout">
        <pc:chgData name="James Dyer" userId="c78f284b-7e37-4191-b5a6-8e3806eb7037" providerId="ADAL" clId="{00A67DBF-3796-4E4F-8469-8CC2B2395739}" dt="2024-10-04T09:10:43.556" v="8085"/>
        <pc:sldMasterMkLst>
          <pc:docMk/>
          <pc:sldMasterMk cId="3091886559" sldId="2147483648"/>
        </pc:sldMasterMkLst>
        <pc:sldLayoutChg chg="setBg">
          <pc:chgData name="James Dyer" userId="c78f284b-7e37-4191-b5a6-8e3806eb7037" providerId="ADAL" clId="{00A67DBF-3796-4E4F-8469-8CC2B2395739}" dt="2024-10-04T09:10:43.556" v="8085"/>
          <pc:sldLayoutMkLst>
            <pc:docMk/>
            <pc:sldMasterMk cId="3091886559" sldId="2147483648"/>
            <pc:sldLayoutMk cId="3300036771" sldId="2147483649"/>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1246854834" sldId="2147483650"/>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1366274772" sldId="2147483651"/>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3826547765" sldId="2147483652"/>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474724933" sldId="2147483653"/>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3924013633" sldId="2147483654"/>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3001733077" sldId="2147483655"/>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2305335979" sldId="2147483656"/>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3176013054" sldId="2147483657"/>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293354359" sldId="2147483658"/>
          </pc:sldLayoutMkLst>
        </pc:sldLayoutChg>
        <pc:sldLayoutChg chg="setBg">
          <pc:chgData name="James Dyer" userId="c78f284b-7e37-4191-b5a6-8e3806eb7037" providerId="ADAL" clId="{00A67DBF-3796-4E4F-8469-8CC2B2395739}" dt="2024-10-04T09:10:43.556" v="8085"/>
          <pc:sldLayoutMkLst>
            <pc:docMk/>
            <pc:sldMasterMk cId="3091886559" sldId="2147483648"/>
            <pc:sldLayoutMk cId="1899226878"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86A74-ED45-41BB-A88C-2B9A76879F76}" type="datetimeFigureOut">
              <a:rPr lang="en-GB" smtClean="0"/>
              <a:t>01/09/2025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4B914C-7543-4E36-B471-382A6C652E3E}" type="slidenum">
              <a:rPr lang="en-GB" smtClean="0"/>
              <a:t>‹#›</a:t>
            </a:fld>
            <a:endParaRPr lang="en-GB" dirty="0"/>
          </a:p>
        </p:txBody>
      </p:sp>
    </p:spTree>
    <p:extLst>
      <p:ext uri="{BB962C8B-B14F-4D97-AF65-F5344CB8AC3E}">
        <p14:creationId xmlns:p14="http://schemas.microsoft.com/office/powerpoint/2010/main" val="877044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2CDAD-C3A2-E602-797F-20F7F56FE8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318E64F-522A-9FA5-AAE0-5E1836D9FC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223F5B7-9517-19C0-938B-E09C66F99069}"/>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6A48D248-DFC0-9D4D-2F23-6672EA5AFF6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10047A-73BD-212F-60DF-6871B3D71563}"/>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330003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E9B3-C151-4A7F-8EE1-D6D91126DA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4C116B2-3F8D-F915-ECA3-10A007E39A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25980E-D724-E3AE-C839-BC309D153F63}"/>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46431971-919E-55DD-0C2E-EA768A5EA8C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8D830AC-528F-65C2-D644-35108A27474A}"/>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1246854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3F95-D62F-0BA1-15D2-8F39176A61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5F041BA-1D7D-7C4E-762F-1024B8FDF0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797B64-7646-738B-D55F-0270AAE20CD5}"/>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3165266D-06FF-8963-F6CC-5067036B972F}"/>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227249-F705-2E39-0196-CD58A737C5BB}"/>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1366274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23915-5746-52AF-1D42-8E3172301AF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3BD0BDD-112C-6D5A-D512-31C294E51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AAD144-951A-AE92-E104-84046BFB1D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3D3ADFB-BB3C-B78E-7A48-9431442317A3}"/>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6" name="Footer Placeholder 5">
            <a:extLst>
              <a:ext uri="{FF2B5EF4-FFF2-40B4-BE49-F238E27FC236}">
                <a16:creationId xmlns:a16="http://schemas.microsoft.com/office/drawing/2014/main" id="{218F5947-6AE4-8E07-43E6-8E9B5639D27E}"/>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66EB4B5-EDBF-4E88-688C-8D6A527330F2}"/>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3826547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4185-90B1-6060-13BA-154126409B9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7C9602E-E8EF-2760-6B17-79837AB1E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A965BB-9A15-E92A-B21B-F6BD2BDB8A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0363A7-6386-F609-966C-6AE1279589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CF2BC-F2B6-8A16-CB9F-DA1567EC04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0EB054A-E09C-2416-F742-B40A954E2129}"/>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8" name="Footer Placeholder 7">
            <a:extLst>
              <a:ext uri="{FF2B5EF4-FFF2-40B4-BE49-F238E27FC236}">
                <a16:creationId xmlns:a16="http://schemas.microsoft.com/office/drawing/2014/main" id="{4BED111E-4BED-229C-835E-2531813C15C5}"/>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A6A1289E-6124-7F7D-5FD8-B21F1FA37A71}"/>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474724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EF7A-A458-144A-5F78-4FCF50B4DD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05FA38D-2E7F-C574-6F2E-55879F30EFFE}"/>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4" name="Footer Placeholder 3">
            <a:extLst>
              <a:ext uri="{FF2B5EF4-FFF2-40B4-BE49-F238E27FC236}">
                <a16:creationId xmlns:a16="http://schemas.microsoft.com/office/drawing/2014/main" id="{985F48AE-31E6-0B06-2A25-75BDEC6AF59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3D12F11C-BDAF-9319-2242-D347DA6F4F8A}"/>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392401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256E30-9880-D2BF-A36E-573C6520A407}"/>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3" name="Footer Placeholder 2">
            <a:extLst>
              <a:ext uri="{FF2B5EF4-FFF2-40B4-BE49-F238E27FC236}">
                <a16:creationId xmlns:a16="http://schemas.microsoft.com/office/drawing/2014/main" id="{A111B3D0-E8A9-519D-E8CD-FC25A069CD88}"/>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1EB7DFDD-B3DC-08D1-9656-FCE66B149CE4}"/>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3001733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36D68-9EAC-68BD-77A2-500751937D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215F3FE-93D2-5BE4-229A-CF53B5324F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1400B02-F75D-1966-26EC-8BDED33C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CE9DB0-8026-6550-1FCA-9E6C65E67256}"/>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6" name="Footer Placeholder 5">
            <a:extLst>
              <a:ext uri="{FF2B5EF4-FFF2-40B4-BE49-F238E27FC236}">
                <a16:creationId xmlns:a16="http://schemas.microsoft.com/office/drawing/2014/main" id="{C2A598B1-597B-55E2-054D-3C13B593700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C4703A62-77A6-0F7A-F566-9F527DEC7F9C}"/>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2305335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BAE4D-2356-4128-2283-54D91BE3C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C9D5407-B099-9540-E181-9FE774F56C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B6278432-1A3B-CE51-5800-E95BC4FCF8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3D0D3-157D-A239-95E6-D44F3CD15478}"/>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6" name="Footer Placeholder 5">
            <a:extLst>
              <a:ext uri="{FF2B5EF4-FFF2-40B4-BE49-F238E27FC236}">
                <a16:creationId xmlns:a16="http://schemas.microsoft.com/office/drawing/2014/main" id="{3B7DB19E-3E44-EA5C-A737-6070F94A335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69EC690-08E1-5421-C7A2-D84EAFD11C9A}"/>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3176013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669D-C1CC-021A-77A7-03D4A754B2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A85957E-E41D-1166-3259-665843BBD4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C2FD8D-C6F3-0BBF-E07E-69F64DE30E20}"/>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B1D17C6F-86D3-D4AF-6DD7-7B3748C3377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DAFB534-B2B3-EB9D-F782-059727242E60}"/>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293354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ECC73C-F2D3-44FC-D793-A3AB652584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DBF6CE5-1AB8-BE86-45C1-D12D89BF49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B0711D-C06D-7901-48F0-B29D50D159D6}"/>
              </a:ext>
            </a:extLst>
          </p:cNvPr>
          <p:cNvSpPr>
            <a:spLocks noGrp="1"/>
          </p:cNvSpPr>
          <p:nvPr>
            <p:ph type="dt" sz="half" idx="10"/>
          </p:nvPr>
        </p:nvSpPr>
        <p:spPr/>
        <p:txBody>
          <a:body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6E58D361-88F8-D5B4-8A13-7F3B4BF15A8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F32509B-7790-9303-C4A6-906C80E4BFBF}"/>
              </a:ext>
            </a:extLst>
          </p:cNvPr>
          <p:cNvSpPr>
            <a:spLocks noGrp="1"/>
          </p:cNvSpPr>
          <p:nvPr>
            <p:ph type="sldNum" sz="quarter" idx="12"/>
          </p:nvPr>
        </p:nvSpPr>
        <p:spPr/>
        <p:txBody>
          <a:bodyPr/>
          <a:lstStyle/>
          <a:p>
            <a:fld id="{4A957B84-E588-4938-8D4E-AFCC11308483}" type="slidenum">
              <a:rPr lang="en-GB" smtClean="0"/>
              <a:t>‹#›</a:t>
            </a:fld>
            <a:endParaRPr lang="en-GB" dirty="0"/>
          </a:p>
        </p:txBody>
      </p:sp>
    </p:spTree>
    <p:extLst>
      <p:ext uri="{BB962C8B-B14F-4D97-AF65-F5344CB8AC3E}">
        <p14:creationId xmlns:p14="http://schemas.microsoft.com/office/powerpoint/2010/main" val="1899226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392C-C117-ED88-5734-7A24742F32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8BE0137-26C3-1B58-EF3A-CA54F0ADE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B9C2447-1B1E-003A-0EC1-918C35201460}"/>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555CD86D-907D-9AFF-E08A-3099C24C2D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6898C3-C89B-AF72-ACA2-57293662DEA4}"/>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2178990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6129-EEF5-5308-4F3C-AB364A2A78D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55AD5C-40C8-CEFF-23FA-3E1AF754E9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887725-AB0A-AAF2-4E14-96F7046D294E}"/>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9EB6580D-B41C-EFA7-ABDD-C80F392F6E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2E2C9A-70B1-91F9-D73C-01AC765BF5F5}"/>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960597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EC950-AD2A-264D-781F-17CEBE1DB5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1F33C34-6174-327E-D962-5A004D7338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6AF204-679F-69FF-FF50-A24CE95B4C65}"/>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289F62AF-2F18-B0A3-0F3A-098D0BB810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B9DA4E-C3D7-70F6-80AA-D7D375805F8D}"/>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2660760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A3E6-4D15-1775-A33A-81507030CE3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0507051-3220-759A-0FB9-F5B2DCC912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CD0D64A-C3F9-5600-43D7-695E6783C2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702D9D2-30F7-13C2-7BBB-D0106A6551F0}"/>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6" name="Footer Placeholder 5">
            <a:extLst>
              <a:ext uri="{FF2B5EF4-FFF2-40B4-BE49-F238E27FC236}">
                <a16:creationId xmlns:a16="http://schemas.microsoft.com/office/drawing/2014/main" id="{92660D6F-CB71-66FF-0233-65070AF12B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61A00-C666-D786-A0B0-BC6C624EBEC4}"/>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282694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22144-5B66-4D87-413B-B5EA837CAA0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D764F3-0127-2059-8353-5E90782C2B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E9B8FA-73B8-A2D8-88E3-26A42EF8DD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12F8167-C7B7-12C6-A35C-2F31EFA7B2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BC2644-E0D7-5242-3A03-A9001E94CC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EC07EB7-CADB-9ACB-61D0-865BC66196A7}"/>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8" name="Footer Placeholder 7">
            <a:extLst>
              <a:ext uri="{FF2B5EF4-FFF2-40B4-BE49-F238E27FC236}">
                <a16:creationId xmlns:a16="http://schemas.microsoft.com/office/drawing/2014/main" id="{C0D829C2-5841-F57F-520B-0F3434D39AF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8029DF-54E8-8CA3-1EDE-0D7EBDC0231D}"/>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122292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B975-19B1-E442-39F6-77079E3CCE3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8458802-79F2-A3CD-2774-2F935A769B25}"/>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4" name="Footer Placeholder 3">
            <a:extLst>
              <a:ext uri="{FF2B5EF4-FFF2-40B4-BE49-F238E27FC236}">
                <a16:creationId xmlns:a16="http://schemas.microsoft.com/office/drawing/2014/main" id="{7E82BA42-9D59-ED55-EDCA-D92B548B957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70CF747-EFF7-1F5A-9B93-2210F90ACE37}"/>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1054260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3F8008-058A-9CC0-3DDE-213885DEAC8B}"/>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3" name="Footer Placeholder 2">
            <a:extLst>
              <a:ext uri="{FF2B5EF4-FFF2-40B4-BE49-F238E27FC236}">
                <a16:creationId xmlns:a16="http://schemas.microsoft.com/office/drawing/2014/main" id="{1353612E-B438-7578-AC7D-08785305C88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756D5C9-E03F-E113-17D8-F232DFC89D44}"/>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27443057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9538-787C-5E52-0F0E-327088B39B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0341CF0-F734-D377-43F3-468DFC0E6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77850C9-9E4C-B28D-B56F-75BD794ED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68698E-02B7-CCF7-5429-FA34EFFD71FA}"/>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6" name="Footer Placeholder 5">
            <a:extLst>
              <a:ext uri="{FF2B5EF4-FFF2-40B4-BE49-F238E27FC236}">
                <a16:creationId xmlns:a16="http://schemas.microsoft.com/office/drawing/2014/main" id="{E55B1F1D-F3F8-D0C7-06DC-563DF71C26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ACD13FE-D4DD-2AAC-BE43-C147F777F9BA}"/>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1863871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77FB3-6670-39BC-D28B-19DC4A4BB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A9A537-1350-246C-171B-D192B17FE7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17B682-DF00-8347-78B5-2218F1AEA0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95D05-1B8E-5687-0E1C-F78BE79B9417}"/>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6" name="Footer Placeholder 5">
            <a:extLst>
              <a:ext uri="{FF2B5EF4-FFF2-40B4-BE49-F238E27FC236}">
                <a16:creationId xmlns:a16="http://schemas.microsoft.com/office/drawing/2014/main" id="{C169A04B-5418-4CA0-09D0-7884BD89C5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5385B5C-706C-A2AE-FBFF-997456D00582}"/>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1926666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D2ACF-C334-0DDB-8DD0-6DD94C7FBBF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70C93B-85D6-F14A-2E26-67260C95A9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4C8F7AD-AD27-9946-8124-EB1902023702}"/>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0C3BB996-C73A-D4F6-1D8E-EAC563DB33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D88569-C694-CFD7-ADEF-6FA0C5AE53C7}"/>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525988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53B292-E706-610F-C781-0ED3BFC016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1311D3-E7B9-65C5-B4F1-29A75509FB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036866A-F3A7-92B8-5162-A88FF5B536BE}"/>
              </a:ext>
            </a:extLst>
          </p:cNvPr>
          <p:cNvSpPr>
            <a:spLocks noGrp="1"/>
          </p:cNvSpPr>
          <p:nvPr>
            <p:ph type="dt" sz="half" idx="10"/>
          </p:nvPr>
        </p:nvSpPr>
        <p:spPr/>
        <p:txBody>
          <a:body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8322DC64-1251-4A23-4DE9-4B724281D9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DCBE34C-40FE-7A53-FB8E-C47810311A8B}"/>
              </a:ext>
            </a:extLst>
          </p:cNvPr>
          <p:cNvSpPr>
            <a:spLocks noGrp="1"/>
          </p:cNvSpPr>
          <p:nvPr>
            <p:ph type="sldNum" sz="quarter" idx="12"/>
          </p:nvPr>
        </p:nvSpPr>
        <p:spPr/>
        <p:txBody>
          <a:bodyPr/>
          <a:lstStyle/>
          <a:p>
            <a:fld id="{76A7ACC1-3213-409B-A53E-C957156E9A2E}" type="slidenum">
              <a:rPr lang="en-GB" smtClean="0"/>
              <a:t>‹#›</a:t>
            </a:fld>
            <a:endParaRPr lang="en-GB"/>
          </a:p>
        </p:txBody>
      </p:sp>
    </p:spTree>
    <p:extLst>
      <p:ext uri="{BB962C8B-B14F-4D97-AF65-F5344CB8AC3E}">
        <p14:creationId xmlns:p14="http://schemas.microsoft.com/office/powerpoint/2010/main" val="3482945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D3AB9D-385C-BA64-A0AA-AE488517CA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75A0FF-65F5-9BEE-8371-E030C1112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A208B66-9600-B602-C0A0-7115937618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4D7C7B-13D8-4F58-A8B9-C2F4B3D5CEC6}" type="datetimeFigureOut">
              <a:rPr lang="en-GB" smtClean="0"/>
              <a:t>01/09/2025</a:t>
            </a:fld>
            <a:endParaRPr lang="en-GB" dirty="0"/>
          </a:p>
        </p:txBody>
      </p:sp>
      <p:sp>
        <p:nvSpPr>
          <p:cNvPr id="5" name="Footer Placeholder 4">
            <a:extLst>
              <a:ext uri="{FF2B5EF4-FFF2-40B4-BE49-F238E27FC236}">
                <a16:creationId xmlns:a16="http://schemas.microsoft.com/office/drawing/2014/main" id="{AC8D230C-5D28-3693-8A0A-0A3FA1AE06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2B8D83D8-278E-C1E3-3FD7-BEA597671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57B84-E588-4938-8D4E-AFCC11308483}" type="slidenum">
              <a:rPr lang="en-GB" smtClean="0"/>
              <a:t>‹#›</a:t>
            </a:fld>
            <a:endParaRPr lang="en-GB" dirty="0"/>
          </a:p>
        </p:txBody>
      </p:sp>
    </p:spTree>
    <p:extLst>
      <p:ext uri="{BB962C8B-B14F-4D97-AF65-F5344CB8AC3E}">
        <p14:creationId xmlns:p14="http://schemas.microsoft.com/office/powerpoint/2010/main" val="3091886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DF9C5C-F93E-EFE3-893D-CD93831741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30C1FF-AF41-7F7C-21AA-DEB1F75F1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D26A31-3DDD-635A-C83D-E2850074E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C08CDB-1F5C-45D4-A4FF-A54AE1B03142}" type="datetimeFigureOut">
              <a:rPr lang="en-GB" smtClean="0"/>
              <a:t>01/09/2025</a:t>
            </a:fld>
            <a:endParaRPr lang="en-GB"/>
          </a:p>
        </p:txBody>
      </p:sp>
      <p:sp>
        <p:nvSpPr>
          <p:cNvPr id="5" name="Footer Placeholder 4">
            <a:extLst>
              <a:ext uri="{FF2B5EF4-FFF2-40B4-BE49-F238E27FC236}">
                <a16:creationId xmlns:a16="http://schemas.microsoft.com/office/drawing/2014/main" id="{42E7510E-B138-052A-9835-AEB1598C1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07FEA33-28BD-F583-0DC1-05BCFDAB00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7ACC1-3213-409B-A53E-C957156E9A2E}" type="slidenum">
              <a:rPr lang="en-GB" smtClean="0"/>
              <a:t>‹#›</a:t>
            </a:fld>
            <a:endParaRPr lang="en-GB"/>
          </a:p>
        </p:txBody>
      </p:sp>
    </p:spTree>
    <p:extLst>
      <p:ext uri="{BB962C8B-B14F-4D97-AF65-F5344CB8AC3E}">
        <p14:creationId xmlns:p14="http://schemas.microsoft.com/office/powerpoint/2010/main" val="1677890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hyperlink" Target="https://logic.ly/dem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logic.ly/demo"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logic.ly/dem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4.png"/><Relationship Id="rId1" Type="http://schemas.openxmlformats.org/officeDocument/2006/relationships/slideLayout" Target="../slideLayouts/slideLayout5.xml"/><Relationship Id="rId5" Type="http://schemas.openxmlformats.org/officeDocument/2006/relationships/image" Target="../media/image70.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5.xml"/><Relationship Id="rId5" Type="http://schemas.openxmlformats.org/officeDocument/2006/relationships/image" Target="../media/image110.png"/><Relationship Id="rId4" Type="http://schemas.openxmlformats.org/officeDocument/2006/relationships/image" Target="../media/image100.png"/></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5.xml"/><Relationship Id="rId5" Type="http://schemas.openxmlformats.org/officeDocument/2006/relationships/image" Target="../media/image150.png"/><Relationship Id="rId4" Type="http://schemas.openxmlformats.org/officeDocument/2006/relationships/image" Target="../media/image140.png"/></Relationships>
</file>

<file path=ppt/slides/_rels/slide2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5.xml"/><Relationship Id="rId5" Type="http://schemas.openxmlformats.org/officeDocument/2006/relationships/image" Target="../media/image190.png"/><Relationship Id="rId4" Type="http://schemas.openxmlformats.org/officeDocument/2006/relationships/image" Target="../media/image180.png"/></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5.xml"/><Relationship Id="rId5" Type="http://schemas.openxmlformats.org/officeDocument/2006/relationships/image" Target="../media/image230.png"/><Relationship Id="rId4" Type="http://schemas.openxmlformats.org/officeDocument/2006/relationships/image" Target="../media/image220.png"/></Relationships>
</file>

<file path=ppt/slides/_rels/slide3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png"/><Relationship Id="rId1" Type="http://schemas.openxmlformats.org/officeDocument/2006/relationships/slideLayout" Target="../slideLayouts/slideLayout5.xml"/><Relationship Id="rId5" Type="http://schemas.openxmlformats.org/officeDocument/2006/relationships/image" Target="../media/image270.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0.png"/></Relationships>
</file>

<file path=ppt/slides/_rels/slide3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5.xml"/><Relationship Id="rId5" Type="http://schemas.openxmlformats.org/officeDocument/2006/relationships/image" Target="../media/image350.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0.png"/><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380.png"/></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2.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EF37-2D61-3835-5D11-D05F29D481FE}"/>
              </a:ext>
            </a:extLst>
          </p:cNvPr>
          <p:cNvSpPr>
            <a:spLocks noGrp="1"/>
          </p:cNvSpPr>
          <p:nvPr>
            <p:ph type="ctrTitle"/>
          </p:nvPr>
        </p:nvSpPr>
        <p:spPr>
          <a:xfrm>
            <a:off x="1524000" y="1795025"/>
            <a:ext cx="9144000" cy="2387600"/>
          </a:xfrm>
        </p:spPr>
        <p:txBody>
          <a:bodyPr>
            <a:normAutofit fontScale="90000"/>
          </a:bodyPr>
          <a:lstStyle/>
          <a:p>
            <a:r>
              <a:rPr lang="en-GB" dirty="0"/>
              <a:t>COMP1860 Building our Digital World: Computer Systems &amp; Architecture</a:t>
            </a:r>
          </a:p>
        </p:txBody>
      </p:sp>
      <p:sp>
        <p:nvSpPr>
          <p:cNvPr id="3" name="Subtitle 2">
            <a:extLst>
              <a:ext uri="{FF2B5EF4-FFF2-40B4-BE49-F238E27FC236}">
                <a16:creationId xmlns:a16="http://schemas.microsoft.com/office/drawing/2014/main" id="{B5D3E769-E4BE-82E3-9062-6E59CB696324}"/>
              </a:ext>
            </a:extLst>
          </p:cNvPr>
          <p:cNvSpPr>
            <a:spLocks noGrp="1"/>
          </p:cNvSpPr>
          <p:nvPr>
            <p:ph type="subTitle" idx="1"/>
          </p:nvPr>
        </p:nvSpPr>
        <p:spPr>
          <a:xfrm>
            <a:off x="1524000" y="4379804"/>
            <a:ext cx="9144000" cy="1655762"/>
          </a:xfrm>
        </p:spPr>
        <p:txBody>
          <a:bodyPr/>
          <a:lstStyle/>
          <a:p>
            <a:r>
              <a:rPr lang="en-GB" sz="2800" dirty="0"/>
              <a:t>S1.W4.L1: Combinational Logic Circuits </a:t>
            </a:r>
            <a:r>
              <a:rPr lang="en-GB" sz="2800"/>
              <a:t>&amp; Minimisation</a:t>
            </a:r>
            <a:endParaRPr lang="en-GB" sz="2800" dirty="0"/>
          </a:p>
          <a:p>
            <a:r>
              <a:rPr lang="en-GB" sz="2800" dirty="0"/>
              <a:t>Dr James Dyer</a:t>
            </a:r>
          </a:p>
          <a:p>
            <a:endParaRPr lang="en-GB" dirty="0"/>
          </a:p>
        </p:txBody>
      </p:sp>
    </p:spTree>
    <p:extLst>
      <p:ext uri="{BB962C8B-B14F-4D97-AF65-F5344CB8AC3E}">
        <p14:creationId xmlns:p14="http://schemas.microsoft.com/office/powerpoint/2010/main" val="1916156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D3D9B-F031-E9EE-57A2-70751E22A962}"/>
              </a:ext>
            </a:extLst>
          </p:cNvPr>
          <p:cNvSpPr>
            <a:spLocks noGrp="1"/>
          </p:cNvSpPr>
          <p:nvPr>
            <p:ph type="title"/>
          </p:nvPr>
        </p:nvSpPr>
        <p:spPr/>
        <p:txBody>
          <a:bodyPr/>
          <a:lstStyle/>
          <a:p>
            <a:endParaRPr lang="en-GB"/>
          </a:p>
        </p:txBody>
      </p:sp>
      <p:pic>
        <p:nvPicPr>
          <p:cNvPr id="5" name="Content Placeholder 4" descr="A cartoon of a child standing in front of a sign&#10;&#10;Description automatically generated">
            <a:extLst>
              <a:ext uri="{FF2B5EF4-FFF2-40B4-BE49-F238E27FC236}">
                <a16:creationId xmlns:a16="http://schemas.microsoft.com/office/drawing/2014/main" id="{87730293-1A6A-F43C-466F-7BE8B37230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5828" cy="6858000"/>
          </a:xfrm>
        </p:spPr>
      </p:pic>
    </p:spTree>
    <p:extLst>
      <p:ext uri="{BB962C8B-B14F-4D97-AF65-F5344CB8AC3E}">
        <p14:creationId xmlns:p14="http://schemas.microsoft.com/office/powerpoint/2010/main" val="1400862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FD9D7-FC34-A384-E843-C066A4702AFC}"/>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32E58B1D-3137-4706-E60D-0154FFC8F827}"/>
              </a:ext>
            </a:extLst>
          </p:cNvPr>
          <p:cNvSpPr>
            <a:spLocks noGrp="1"/>
          </p:cNvSpPr>
          <p:nvPr>
            <p:ph idx="1"/>
          </p:nvPr>
        </p:nvSpPr>
        <p:spPr/>
        <p:txBody>
          <a:bodyPr/>
          <a:lstStyle/>
          <a:p>
            <a:pPr marL="514350" indent="-514350">
              <a:buFont typeface="+mj-lt"/>
              <a:buAutoNum type="arabicPeriod"/>
            </a:pPr>
            <a:r>
              <a:rPr lang="en-GB" dirty="0"/>
              <a:t>Construct a logic circuit using logic gates.</a:t>
            </a:r>
          </a:p>
          <a:p>
            <a:pPr marL="514350" indent="-514350">
              <a:buFont typeface="+mj-lt"/>
              <a:buAutoNum type="arabicPeriod"/>
            </a:pPr>
            <a:r>
              <a:rPr lang="en-GB" dirty="0"/>
              <a:t>Apply minimisation of Boolean expressions to simplify logic circuits</a:t>
            </a:r>
          </a:p>
          <a:p>
            <a:pPr marL="514350" indent="-514350">
              <a:buFont typeface="+mj-lt"/>
              <a:buAutoNum type="arabicPeriod"/>
            </a:pP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3773420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1253-F723-4782-FA6E-E4EFCFD9AC61}"/>
              </a:ext>
            </a:extLst>
          </p:cNvPr>
          <p:cNvSpPr>
            <a:spLocks noGrp="1"/>
          </p:cNvSpPr>
          <p:nvPr>
            <p:ph type="title"/>
          </p:nvPr>
        </p:nvSpPr>
        <p:spPr/>
        <p:txBody>
          <a:bodyPr/>
          <a:lstStyle/>
          <a:p>
            <a:r>
              <a:rPr lang="en-GB" dirty="0"/>
              <a:t>Text Book</a:t>
            </a:r>
          </a:p>
        </p:txBody>
      </p:sp>
      <p:sp>
        <p:nvSpPr>
          <p:cNvPr id="3" name="Content Placeholder 2">
            <a:extLst>
              <a:ext uri="{FF2B5EF4-FFF2-40B4-BE49-F238E27FC236}">
                <a16:creationId xmlns:a16="http://schemas.microsoft.com/office/drawing/2014/main" id="{330ABFD0-C792-9EF3-3BED-4AA7BDB2C595}"/>
              </a:ext>
            </a:extLst>
          </p:cNvPr>
          <p:cNvSpPr>
            <a:spLocks noGrp="1"/>
          </p:cNvSpPr>
          <p:nvPr>
            <p:ph idx="1"/>
          </p:nvPr>
        </p:nvSpPr>
        <p:spPr/>
        <p:txBody>
          <a:bodyPr/>
          <a:lstStyle/>
          <a:p>
            <a:r>
              <a:rPr lang="en-GB" dirty="0"/>
              <a:t>This lecture covers material similar to chapter 12 of </a:t>
            </a:r>
            <a:r>
              <a:rPr lang="en-US" sz="2800" b="1" dirty="0"/>
              <a:t>Stallings. </a:t>
            </a:r>
            <a:r>
              <a:rPr lang="en-US" sz="2800" b="1" i="1" dirty="0"/>
              <a:t>Computer </a:t>
            </a:r>
            <a:r>
              <a:rPr lang="en-US" sz="2800" b="1" i="1" dirty="0" err="1"/>
              <a:t>Organisation</a:t>
            </a:r>
            <a:r>
              <a:rPr lang="en-US" sz="2800" b="1" i="1" dirty="0"/>
              <a:t> &amp; Architecture</a:t>
            </a:r>
            <a:endParaRPr lang="en-GB" sz="2800" b="1" i="1" dirty="0"/>
          </a:p>
          <a:p>
            <a:pPr lvl="1"/>
            <a:r>
              <a:rPr lang="en-GB"/>
              <a:t>It covers Boolean identities (section 12.1, pages 414 and 415) in greater detail </a:t>
            </a:r>
          </a:p>
          <a:p>
            <a:pPr lvl="1"/>
            <a:r>
              <a:rPr lang="en-GB"/>
              <a:t>It </a:t>
            </a:r>
            <a:r>
              <a:rPr lang="en-GB" dirty="0"/>
              <a:t>covers sections 12.3, from Multiplexers onward (page 428)</a:t>
            </a:r>
          </a:p>
          <a:p>
            <a:pPr marL="0" indent="0">
              <a:buNone/>
            </a:pPr>
            <a:endParaRPr lang="en-GB" dirty="0"/>
          </a:p>
          <a:p>
            <a:endParaRPr lang="en-GB" dirty="0"/>
          </a:p>
        </p:txBody>
      </p:sp>
    </p:spTree>
    <p:extLst>
      <p:ext uri="{BB962C8B-B14F-4D97-AF65-F5344CB8AC3E}">
        <p14:creationId xmlns:p14="http://schemas.microsoft.com/office/powerpoint/2010/main" val="2458435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E176C-B02D-8C9B-A6CF-12D555457366}"/>
              </a:ext>
            </a:extLst>
          </p:cNvPr>
          <p:cNvSpPr>
            <a:spLocks noGrp="1"/>
          </p:cNvSpPr>
          <p:nvPr>
            <p:ph type="title"/>
          </p:nvPr>
        </p:nvSpPr>
        <p:spPr/>
        <p:txBody>
          <a:bodyPr/>
          <a:lstStyle/>
          <a:p>
            <a:r>
              <a:rPr lang="en-GB" dirty="0"/>
              <a:t>Overview</a:t>
            </a:r>
          </a:p>
        </p:txBody>
      </p:sp>
      <p:sp>
        <p:nvSpPr>
          <p:cNvPr id="3" name="Content Placeholder 2">
            <a:extLst>
              <a:ext uri="{FF2B5EF4-FFF2-40B4-BE49-F238E27FC236}">
                <a16:creationId xmlns:a16="http://schemas.microsoft.com/office/drawing/2014/main" id="{28E8C05A-5B4F-1E70-EDFE-FC5C4116ADC2}"/>
              </a:ext>
            </a:extLst>
          </p:cNvPr>
          <p:cNvSpPr>
            <a:spLocks noGrp="1"/>
          </p:cNvSpPr>
          <p:nvPr>
            <p:ph idx="1"/>
          </p:nvPr>
        </p:nvSpPr>
        <p:spPr/>
        <p:txBody>
          <a:bodyPr/>
          <a:lstStyle/>
          <a:p>
            <a:r>
              <a:rPr lang="en-GB" dirty="0"/>
              <a:t>Implementing Logic Gates in Electronics</a:t>
            </a:r>
          </a:p>
          <a:p>
            <a:r>
              <a:rPr lang="en-GB" dirty="0"/>
              <a:t>Combinational Circuits</a:t>
            </a:r>
          </a:p>
          <a:p>
            <a:pPr lvl="1"/>
            <a:r>
              <a:rPr lang="en-GB" dirty="0"/>
              <a:t>Multiplexer</a:t>
            </a:r>
          </a:p>
          <a:p>
            <a:pPr lvl="1"/>
            <a:r>
              <a:rPr lang="en-GB" dirty="0"/>
              <a:t>Decoder</a:t>
            </a:r>
          </a:p>
          <a:p>
            <a:pPr lvl="1"/>
            <a:r>
              <a:rPr lang="en-GB" dirty="0"/>
              <a:t>Adder</a:t>
            </a:r>
          </a:p>
          <a:p>
            <a:r>
              <a:rPr lang="en-GB" dirty="0"/>
              <a:t>Boolean Algebraic Laws</a:t>
            </a:r>
          </a:p>
          <a:p>
            <a:r>
              <a:rPr lang="en-GB" dirty="0"/>
              <a:t>Expressive Power of NAND</a:t>
            </a:r>
          </a:p>
        </p:txBody>
      </p:sp>
    </p:spTree>
    <p:extLst>
      <p:ext uri="{BB962C8B-B14F-4D97-AF65-F5344CB8AC3E}">
        <p14:creationId xmlns:p14="http://schemas.microsoft.com/office/powerpoint/2010/main" val="3145342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5B17A-1F61-C62D-3177-6299EC60165C}"/>
              </a:ext>
            </a:extLst>
          </p:cNvPr>
          <p:cNvSpPr>
            <a:spLocks noGrp="1"/>
          </p:cNvSpPr>
          <p:nvPr>
            <p:ph type="title"/>
          </p:nvPr>
        </p:nvSpPr>
        <p:spPr/>
        <p:txBody>
          <a:bodyPr/>
          <a:lstStyle/>
          <a:p>
            <a:r>
              <a:rPr lang="en-GB" dirty="0"/>
              <a:t>Implementing Logic Gates in Electronics</a:t>
            </a:r>
          </a:p>
        </p:txBody>
      </p:sp>
      <p:sp>
        <p:nvSpPr>
          <p:cNvPr id="5" name="Text Placeholder 4">
            <a:extLst>
              <a:ext uri="{FF2B5EF4-FFF2-40B4-BE49-F238E27FC236}">
                <a16:creationId xmlns:a16="http://schemas.microsoft.com/office/drawing/2014/main" id="{944BB656-ED90-A3AD-66F2-17EC8BA5B199}"/>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3997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8712A-4CD3-233C-ABF4-F0371936BEAE}"/>
              </a:ext>
            </a:extLst>
          </p:cNvPr>
          <p:cNvSpPr>
            <a:spLocks noGrp="1"/>
          </p:cNvSpPr>
          <p:nvPr>
            <p:ph type="title"/>
          </p:nvPr>
        </p:nvSpPr>
        <p:spPr/>
        <p:txBody>
          <a:bodyPr/>
          <a:lstStyle/>
          <a:p>
            <a:r>
              <a:rPr lang="en-GB" dirty="0"/>
              <a:t>Creating Logic Gates From Transistors</a:t>
            </a:r>
          </a:p>
        </p:txBody>
      </p:sp>
      <p:sp>
        <p:nvSpPr>
          <p:cNvPr id="6" name="TextBox 5">
            <a:extLst>
              <a:ext uri="{FF2B5EF4-FFF2-40B4-BE49-F238E27FC236}">
                <a16:creationId xmlns:a16="http://schemas.microsoft.com/office/drawing/2014/main" id="{DBD037ED-24AF-2639-B160-8273CB508051}"/>
              </a:ext>
            </a:extLst>
          </p:cNvPr>
          <p:cNvSpPr txBox="1"/>
          <p:nvPr/>
        </p:nvSpPr>
        <p:spPr>
          <a:xfrm>
            <a:off x="3123792" y="6123543"/>
            <a:ext cx="1180213" cy="369332"/>
          </a:xfrm>
          <a:prstGeom prst="rect">
            <a:avLst/>
          </a:prstGeom>
          <a:noFill/>
        </p:spPr>
        <p:txBody>
          <a:bodyPr wrap="square" rtlCol="0">
            <a:spAutoFit/>
          </a:bodyPr>
          <a:lstStyle/>
          <a:p>
            <a:r>
              <a:rPr lang="en-GB" dirty="0"/>
              <a:t>AND Gate</a:t>
            </a:r>
          </a:p>
        </p:txBody>
      </p:sp>
      <p:sp>
        <p:nvSpPr>
          <p:cNvPr id="7" name="TextBox 6">
            <a:extLst>
              <a:ext uri="{FF2B5EF4-FFF2-40B4-BE49-F238E27FC236}">
                <a16:creationId xmlns:a16="http://schemas.microsoft.com/office/drawing/2014/main" id="{827E8511-8AEB-42AF-4406-434B020B213E}"/>
              </a:ext>
            </a:extLst>
          </p:cNvPr>
          <p:cNvSpPr txBox="1"/>
          <p:nvPr/>
        </p:nvSpPr>
        <p:spPr>
          <a:xfrm>
            <a:off x="9089566" y="6123543"/>
            <a:ext cx="988828" cy="369332"/>
          </a:xfrm>
          <a:prstGeom prst="rect">
            <a:avLst/>
          </a:prstGeom>
          <a:noFill/>
        </p:spPr>
        <p:txBody>
          <a:bodyPr wrap="square" rtlCol="0">
            <a:spAutoFit/>
          </a:bodyPr>
          <a:lstStyle/>
          <a:p>
            <a:r>
              <a:rPr lang="en-GB" dirty="0"/>
              <a:t>OR Gate</a:t>
            </a:r>
          </a:p>
        </p:txBody>
      </p:sp>
      <p:pic>
        <p:nvPicPr>
          <p:cNvPr id="1036" name="Picture 12" descr="2-input transistor or gate">
            <a:extLst>
              <a:ext uri="{FF2B5EF4-FFF2-40B4-BE49-F238E27FC236}">
                <a16:creationId xmlns:a16="http://schemas.microsoft.com/office/drawing/2014/main" id="{85D54B0C-9FF5-A6B4-31FF-DC214A8D5F8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68661" y="1690001"/>
            <a:ext cx="4641811" cy="4432855"/>
          </a:xfrm>
          <a:prstGeom prst="rect">
            <a:avLst/>
          </a:prstGeom>
          <a:noFill/>
          <a:extLst>
            <a:ext uri="{909E8E84-426E-40DD-AFC4-6F175D3DCCD1}">
              <a14:hiddenFill xmlns:a14="http://schemas.microsoft.com/office/drawing/2010/main">
                <a:solidFill>
                  <a:srgbClr val="FFFFFF"/>
                </a:solidFill>
              </a14:hiddenFill>
            </a:ext>
          </a:extLst>
        </p:spPr>
      </p:pic>
      <p:pic>
        <p:nvPicPr>
          <p:cNvPr id="17" name="Content Placeholder 16" descr="A diagram of a circuit&#10;&#10;Description automatically generated">
            <a:extLst>
              <a:ext uri="{FF2B5EF4-FFF2-40B4-BE49-F238E27FC236}">
                <a16:creationId xmlns:a16="http://schemas.microsoft.com/office/drawing/2014/main" id="{6D469860-1E87-F4FD-6E84-48C67CD6947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411042" y="1690688"/>
            <a:ext cx="4357721" cy="4432855"/>
          </a:xfrm>
        </p:spPr>
      </p:pic>
    </p:spTree>
    <p:extLst>
      <p:ext uri="{BB962C8B-B14F-4D97-AF65-F5344CB8AC3E}">
        <p14:creationId xmlns:p14="http://schemas.microsoft.com/office/powerpoint/2010/main" val="2223779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E09D3-4D84-9379-AA26-B799911D50E8}"/>
              </a:ext>
            </a:extLst>
          </p:cNvPr>
          <p:cNvSpPr>
            <a:spLocks noGrp="1"/>
          </p:cNvSpPr>
          <p:nvPr>
            <p:ph type="title"/>
          </p:nvPr>
        </p:nvSpPr>
        <p:spPr/>
        <p:txBody>
          <a:bodyPr/>
          <a:lstStyle/>
          <a:p>
            <a:r>
              <a:rPr lang="en-GB" dirty="0"/>
              <a:t>Creating Logic Gates From Transistors</a:t>
            </a:r>
          </a:p>
        </p:txBody>
      </p:sp>
      <p:pic>
        <p:nvPicPr>
          <p:cNvPr id="3074" name="Picture 2" descr="digital logic - How does the NAND Gate work using ...">
            <a:extLst>
              <a:ext uri="{FF2B5EF4-FFF2-40B4-BE49-F238E27FC236}">
                <a16:creationId xmlns:a16="http://schemas.microsoft.com/office/drawing/2014/main" id="{F8BBE29E-35BE-03A2-ECC4-AF07D227264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37928" y="1825625"/>
            <a:ext cx="4250145" cy="435133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B30EC8F-1519-9E19-5013-BD948A4A8DEC}"/>
              </a:ext>
            </a:extLst>
          </p:cNvPr>
          <p:cNvSpPr txBox="1"/>
          <p:nvPr/>
        </p:nvSpPr>
        <p:spPr>
          <a:xfrm>
            <a:off x="2859934" y="6299583"/>
            <a:ext cx="1180213" cy="369332"/>
          </a:xfrm>
          <a:prstGeom prst="rect">
            <a:avLst/>
          </a:prstGeom>
          <a:noFill/>
        </p:spPr>
        <p:txBody>
          <a:bodyPr wrap="square" rtlCol="0">
            <a:spAutoFit/>
          </a:bodyPr>
          <a:lstStyle/>
          <a:p>
            <a:r>
              <a:rPr lang="en-GB" dirty="0"/>
              <a:t>NOT Gate</a:t>
            </a:r>
          </a:p>
        </p:txBody>
      </p:sp>
      <p:sp>
        <p:nvSpPr>
          <p:cNvPr id="12" name="TextBox 11">
            <a:extLst>
              <a:ext uri="{FF2B5EF4-FFF2-40B4-BE49-F238E27FC236}">
                <a16:creationId xmlns:a16="http://schemas.microsoft.com/office/drawing/2014/main" id="{A440B2CC-1F03-8783-857C-8C198A3C4D07}"/>
              </a:ext>
            </a:extLst>
          </p:cNvPr>
          <p:cNvSpPr txBox="1"/>
          <p:nvPr/>
        </p:nvSpPr>
        <p:spPr>
          <a:xfrm>
            <a:off x="8597681" y="6299583"/>
            <a:ext cx="1283252" cy="369332"/>
          </a:xfrm>
          <a:prstGeom prst="rect">
            <a:avLst/>
          </a:prstGeom>
          <a:noFill/>
        </p:spPr>
        <p:txBody>
          <a:bodyPr wrap="square" rtlCol="0">
            <a:spAutoFit/>
          </a:bodyPr>
          <a:lstStyle/>
          <a:p>
            <a:r>
              <a:rPr lang="en-GB" dirty="0"/>
              <a:t>NAND Gate</a:t>
            </a:r>
          </a:p>
        </p:txBody>
      </p:sp>
      <p:pic>
        <p:nvPicPr>
          <p:cNvPr id="17" name="Content Placeholder 16" descr="A diagram of a circuit&#10;&#10;Description automatically generated">
            <a:extLst>
              <a:ext uri="{FF2B5EF4-FFF2-40B4-BE49-F238E27FC236}">
                <a16:creationId xmlns:a16="http://schemas.microsoft.com/office/drawing/2014/main" id="{F03BFF9C-3CA3-2FFE-C26A-07C19318F7E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1041552" y="2007476"/>
            <a:ext cx="4992648" cy="4169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31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5B17A-1F61-C62D-3177-6299EC60165C}"/>
              </a:ext>
            </a:extLst>
          </p:cNvPr>
          <p:cNvSpPr>
            <a:spLocks noGrp="1"/>
          </p:cNvSpPr>
          <p:nvPr>
            <p:ph type="title"/>
          </p:nvPr>
        </p:nvSpPr>
        <p:spPr/>
        <p:txBody>
          <a:bodyPr/>
          <a:lstStyle/>
          <a:p>
            <a:r>
              <a:rPr lang="en-GB" dirty="0"/>
              <a:t>Combinational Circuits</a:t>
            </a:r>
          </a:p>
        </p:txBody>
      </p:sp>
      <p:sp>
        <p:nvSpPr>
          <p:cNvPr id="5" name="Text Placeholder 4">
            <a:extLst>
              <a:ext uri="{FF2B5EF4-FFF2-40B4-BE49-F238E27FC236}">
                <a16:creationId xmlns:a16="http://schemas.microsoft.com/office/drawing/2014/main" id="{944BB656-ED90-A3AD-66F2-17EC8BA5B199}"/>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88651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B5FE-E9B3-516F-36B7-E46E73783C59}"/>
              </a:ext>
            </a:extLst>
          </p:cNvPr>
          <p:cNvSpPr>
            <a:spLocks noGrp="1"/>
          </p:cNvSpPr>
          <p:nvPr>
            <p:ph type="title"/>
          </p:nvPr>
        </p:nvSpPr>
        <p:spPr/>
        <p:txBody>
          <a:bodyPr/>
          <a:lstStyle/>
          <a:p>
            <a:r>
              <a:rPr lang="en-GB" dirty="0" err="1"/>
              <a:t>Mutiplexer</a:t>
            </a:r>
            <a:r>
              <a:rPr lang="en-GB" dirty="0"/>
              <a:t> (MUX)</a:t>
            </a:r>
          </a:p>
        </p:txBody>
      </p:sp>
      <p:sp>
        <p:nvSpPr>
          <p:cNvPr id="4" name="Content Placeholder 3">
            <a:extLst>
              <a:ext uri="{FF2B5EF4-FFF2-40B4-BE49-F238E27FC236}">
                <a16:creationId xmlns:a16="http://schemas.microsoft.com/office/drawing/2014/main" id="{016F3BB7-DE5A-E55E-4732-067956A68A24}"/>
              </a:ext>
            </a:extLst>
          </p:cNvPr>
          <p:cNvSpPr>
            <a:spLocks noGrp="1"/>
          </p:cNvSpPr>
          <p:nvPr>
            <p:ph sz="half" idx="1"/>
          </p:nvPr>
        </p:nvSpPr>
        <p:spPr/>
        <p:txBody>
          <a:bodyPr/>
          <a:lstStyle/>
          <a:p>
            <a:r>
              <a:rPr lang="en-GB" dirty="0"/>
              <a:t>A multiplexer is a selector</a:t>
            </a:r>
          </a:p>
          <a:p>
            <a:r>
              <a:rPr lang="en-GB" dirty="0"/>
              <a:t>One of the inputs will be output</a:t>
            </a:r>
          </a:p>
          <a:p>
            <a:r>
              <a:rPr lang="en-GB" dirty="0"/>
              <a:t>Which one depends on the selection inputs (S1, S2, etc.)</a:t>
            </a:r>
          </a:p>
        </p:txBody>
      </p:sp>
      <p:pic>
        <p:nvPicPr>
          <p:cNvPr id="6" name="Content Placeholder 5" title="A diagram illustrates a 4 dash to negative 1 M U X. The multiplexer contains four input lines D 0, D 1, D 2, and D 3. two select lines, S 1 and S 2. an output line is labeled, F.">
            <a:extLst>
              <a:ext uri="{FF2B5EF4-FFF2-40B4-BE49-F238E27FC236}">
                <a16:creationId xmlns:a16="http://schemas.microsoft.com/office/drawing/2014/main" id="{09BFF714-E210-0C85-552F-0893E443D6AE}"/>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22143" t="23049" r="24286" b="41074"/>
          <a:stretch/>
        </p:blipFill>
        <p:spPr>
          <a:xfrm>
            <a:off x="7016558" y="1825625"/>
            <a:ext cx="4337242" cy="3759013"/>
          </a:xfrm>
          <a:prstGeom prst="rect">
            <a:avLst/>
          </a:prstGeom>
        </p:spPr>
      </p:pic>
      <p:graphicFrame>
        <p:nvGraphicFramePr>
          <p:cNvPr id="7" name="Table 6" descr="The table contains 3 columns labeled S 2, S 1, F. The columns are read vertically from top to bottom as follows. S 2. 0 0 1 1. S 1. 0 1 0 1. F. D 0, D 1, D 2, D 3." title="A table titled 4 to 1 Multiplexer Truth Table.">
            <a:extLst>
              <a:ext uri="{FF2B5EF4-FFF2-40B4-BE49-F238E27FC236}">
                <a16:creationId xmlns:a16="http://schemas.microsoft.com/office/drawing/2014/main" id="{B94E791C-9A40-5913-C779-377F6B2F56C7}"/>
              </a:ext>
            </a:extLst>
          </p:cNvPr>
          <p:cNvGraphicFramePr>
            <a:graphicFrameLocks noGrp="1"/>
          </p:cNvGraphicFramePr>
          <p:nvPr>
            <p:extLst>
              <p:ext uri="{D42A27DB-BD31-4B8C-83A1-F6EECF244321}">
                <p14:modId xmlns:p14="http://schemas.microsoft.com/office/powerpoint/2010/main" val="486244557"/>
              </p:ext>
            </p:extLst>
          </p:nvPr>
        </p:nvGraphicFramePr>
        <p:xfrm>
          <a:off x="1304361" y="4034245"/>
          <a:ext cx="4560411" cy="2277655"/>
        </p:xfrm>
        <a:graphic>
          <a:graphicData uri="http://schemas.openxmlformats.org/drawingml/2006/table">
            <a:tbl>
              <a:tblPr firstRow="1" bandRow="1">
                <a:tableStyleId>{7E9639D4-E3E2-4D34-9284-5A2195B3D0D7}</a:tableStyleId>
              </a:tblPr>
              <a:tblGrid>
                <a:gridCol w="1546636">
                  <a:extLst>
                    <a:ext uri="{9D8B030D-6E8A-4147-A177-3AD203B41FA5}">
                      <a16:colId xmlns:a16="http://schemas.microsoft.com/office/drawing/2014/main" val="1052202114"/>
                    </a:ext>
                  </a:extLst>
                </a:gridCol>
                <a:gridCol w="1506887">
                  <a:extLst>
                    <a:ext uri="{9D8B030D-6E8A-4147-A177-3AD203B41FA5}">
                      <a16:colId xmlns:a16="http://schemas.microsoft.com/office/drawing/2014/main" val="3102758518"/>
                    </a:ext>
                  </a:extLst>
                </a:gridCol>
                <a:gridCol w="1506888">
                  <a:extLst>
                    <a:ext uri="{9D8B030D-6E8A-4147-A177-3AD203B41FA5}">
                      <a16:colId xmlns:a16="http://schemas.microsoft.com/office/drawing/2014/main" val="2330324102"/>
                    </a:ext>
                  </a:extLst>
                </a:gridCol>
              </a:tblGrid>
              <a:tr h="455531">
                <a:tc>
                  <a:txBody>
                    <a:bodyPr/>
                    <a:lstStyle/>
                    <a:p>
                      <a:pPr algn="ctr"/>
                      <a:r>
                        <a:rPr lang="en-IN" sz="1900" dirty="0">
                          <a:solidFill>
                            <a:schemeClr val="bg1"/>
                          </a:solidFill>
                        </a:rPr>
                        <a:t>S2</a:t>
                      </a:r>
                    </a:p>
                  </a:txBody>
                  <a:tcPr marL="124660" marR="124660" marT="62330" marB="62330" anchor="ctr"/>
                </a:tc>
                <a:tc>
                  <a:txBody>
                    <a:bodyPr/>
                    <a:lstStyle/>
                    <a:p>
                      <a:pPr algn="ctr"/>
                      <a:r>
                        <a:rPr lang="en-IN" sz="1900" dirty="0">
                          <a:solidFill>
                            <a:schemeClr val="bg1"/>
                          </a:solidFill>
                        </a:rPr>
                        <a:t>S1</a:t>
                      </a:r>
                    </a:p>
                  </a:txBody>
                  <a:tcPr marL="124660" marR="124660" marT="62330" marB="62330" anchor="ctr"/>
                </a:tc>
                <a:tc>
                  <a:txBody>
                    <a:bodyPr/>
                    <a:lstStyle/>
                    <a:p>
                      <a:pPr algn="ctr"/>
                      <a:r>
                        <a:rPr lang="en-IN" sz="1900" dirty="0">
                          <a:solidFill>
                            <a:schemeClr val="bg1"/>
                          </a:solidFill>
                        </a:rPr>
                        <a:t>F</a:t>
                      </a:r>
                    </a:p>
                  </a:txBody>
                  <a:tcPr marL="124660" marR="124660" marT="62330" marB="62330" anchor="ctr"/>
                </a:tc>
                <a:extLst>
                  <a:ext uri="{0D108BD9-81ED-4DB2-BD59-A6C34878D82A}">
                    <a16:rowId xmlns:a16="http://schemas.microsoft.com/office/drawing/2014/main" val="4062764516"/>
                  </a:ext>
                </a:extLst>
              </a:tr>
              <a:tr h="455531">
                <a:tc>
                  <a:txBody>
                    <a:bodyPr/>
                    <a:lstStyle/>
                    <a:p>
                      <a:pPr algn="ctr"/>
                      <a:r>
                        <a:rPr lang="en-IN" sz="1900" dirty="0">
                          <a:solidFill>
                            <a:schemeClr val="tx1"/>
                          </a:solidFill>
                        </a:rPr>
                        <a:t>0</a:t>
                      </a:r>
                    </a:p>
                  </a:txBody>
                  <a:tcPr marL="124660" marR="124660" marT="62330" marB="62330" anchor="ctr"/>
                </a:tc>
                <a:tc>
                  <a:txBody>
                    <a:bodyPr/>
                    <a:lstStyle/>
                    <a:p>
                      <a:pPr algn="ctr"/>
                      <a:r>
                        <a:rPr lang="en-IN" sz="1900" dirty="0">
                          <a:solidFill>
                            <a:schemeClr val="tx1"/>
                          </a:solidFill>
                        </a:rPr>
                        <a:t>0</a:t>
                      </a:r>
                    </a:p>
                  </a:txBody>
                  <a:tcPr marL="124660" marR="124660" marT="62330" marB="62330" anchor="ctr"/>
                </a:tc>
                <a:tc>
                  <a:txBody>
                    <a:bodyPr/>
                    <a:lstStyle/>
                    <a:p>
                      <a:pPr algn="ctr"/>
                      <a:r>
                        <a:rPr lang="en-IN" sz="1900" dirty="0">
                          <a:solidFill>
                            <a:schemeClr val="tx1"/>
                          </a:solidFill>
                        </a:rPr>
                        <a:t>D0</a:t>
                      </a:r>
                    </a:p>
                  </a:txBody>
                  <a:tcPr marL="124660" marR="124660" marT="62330" marB="62330" anchor="ctr"/>
                </a:tc>
                <a:extLst>
                  <a:ext uri="{0D108BD9-81ED-4DB2-BD59-A6C34878D82A}">
                    <a16:rowId xmlns:a16="http://schemas.microsoft.com/office/drawing/2014/main" val="78719996"/>
                  </a:ext>
                </a:extLst>
              </a:tr>
              <a:tr h="455531">
                <a:tc>
                  <a:txBody>
                    <a:bodyPr/>
                    <a:lstStyle/>
                    <a:p>
                      <a:pPr algn="ctr"/>
                      <a:r>
                        <a:rPr lang="en-IN" sz="1900" dirty="0">
                          <a:solidFill>
                            <a:schemeClr val="tx1"/>
                          </a:solidFill>
                        </a:rPr>
                        <a:t>0</a:t>
                      </a:r>
                    </a:p>
                  </a:txBody>
                  <a:tcPr marL="124660" marR="124660" marT="62330" marB="62330" anchor="ctr"/>
                </a:tc>
                <a:tc>
                  <a:txBody>
                    <a:bodyPr/>
                    <a:lstStyle/>
                    <a:p>
                      <a:pPr algn="ctr"/>
                      <a:r>
                        <a:rPr lang="en-IN" sz="1900" dirty="0">
                          <a:solidFill>
                            <a:schemeClr val="tx1"/>
                          </a:solidFill>
                        </a:rPr>
                        <a:t>1</a:t>
                      </a:r>
                    </a:p>
                  </a:txBody>
                  <a:tcPr marL="124660" marR="124660" marT="62330" marB="62330" anchor="ctr"/>
                </a:tc>
                <a:tc>
                  <a:txBody>
                    <a:bodyPr/>
                    <a:lstStyle/>
                    <a:p>
                      <a:pPr algn="ctr"/>
                      <a:r>
                        <a:rPr lang="en-IN" sz="1900" dirty="0">
                          <a:solidFill>
                            <a:schemeClr val="tx1"/>
                          </a:solidFill>
                        </a:rPr>
                        <a:t>D1</a:t>
                      </a:r>
                    </a:p>
                  </a:txBody>
                  <a:tcPr marL="124660" marR="124660" marT="62330" marB="62330" anchor="ctr"/>
                </a:tc>
                <a:extLst>
                  <a:ext uri="{0D108BD9-81ED-4DB2-BD59-A6C34878D82A}">
                    <a16:rowId xmlns:a16="http://schemas.microsoft.com/office/drawing/2014/main" val="1962890452"/>
                  </a:ext>
                </a:extLst>
              </a:tr>
              <a:tr h="455531">
                <a:tc>
                  <a:txBody>
                    <a:bodyPr/>
                    <a:lstStyle/>
                    <a:p>
                      <a:pPr algn="ctr"/>
                      <a:r>
                        <a:rPr lang="en-IN" sz="1900" dirty="0">
                          <a:solidFill>
                            <a:schemeClr val="tx1"/>
                          </a:solidFill>
                        </a:rPr>
                        <a:t>1</a:t>
                      </a:r>
                    </a:p>
                  </a:txBody>
                  <a:tcPr marL="124660" marR="124660" marT="62330" marB="62330" anchor="ctr"/>
                </a:tc>
                <a:tc>
                  <a:txBody>
                    <a:bodyPr/>
                    <a:lstStyle/>
                    <a:p>
                      <a:pPr algn="ctr"/>
                      <a:r>
                        <a:rPr lang="en-IN" sz="1900" dirty="0">
                          <a:solidFill>
                            <a:schemeClr val="tx1"/>
                          </a:solidFill>
                        </a:rPr>
                        <a:t>0</a:t>
                      </a:r>
                    </a:p>
                  </a:txBody>
                  <a:tcPr marL="124660" marR="124660" marT="62330" marB="62330" anchor="ctr"/>
                </a:tc>
                <a:tc>
                  <a:txBody>
                    <a:bodyPr/>
                    <a:lstStyle/>
                    <a:p>
                      <a:pPr algn="ctr"/>
                      <a:r>
                        <a:rPr lang="en-IN" sz="1900" dirty="0">
                          <a:solidFill>
                            <a:schemeClr val="tx1"/>
                          </a:solidFill>
                        </a:rPr>
                        <a:t>D2</a:t>
                      </a:r>
                    </a:p>
                  </a:txBody>
                  <a:tcPr marL="124660" marR="124660" marT="62330" marB="62330" anchor="ctr"/>
                </a:tc>
                <a:extLst>
                  <a:ext uri="{0D108BD9-81ED-4DB2-BD59-A6C34878D82A}">
                    <a16:rowId xmlns:a16="http://schemas.microsoft.com/office/drawing/2014/main" val="1333402945"/>
                  </a:ext>
                </a:extLst>
              </a:tr>
              <a:tr h="455531">
                <a:tc>
                  <a:txBody>
                    <a:bodyPr/>
                    <a:lstStyle/>
                    <a:p>
                      <a:pPr algn="ctr"/>
                      <a:r>
                        <a:rPr lang="en-IN" sz="1900" dirty="0">
                          <a:solidFill>
                            <a:schemeClr val="tx1"/>
                          </a:solidFill>
                        </a:rPr>
                        <a:t>1</a:t>
                      </a:r>
                    </a:p>
                  </a:txBody>
                  <a:tcPr marL="124660" marR="124660" marT="62330" marB="62330" anchor="ctr"/>
                </a:tc>
                <a:tc>
                  <a:txBody>
                    <a:bodyPr/>
                    <a:lstStyle/>
                    <a:p>
                      <a:pPr algn="ctr"/>
                      <a:r>
                        <a:rPr lang="en-IN" sz="1900" dirty="0">
                          <a:solidFill>
                            <a:schemeClr val="tx1"/>
                          </a:solidFill>
                        </a:rPr>
                        <a:t>1</a:t>
                      </a:r>
                    </a:p>
                  </a:txBody>
                  <a:tcPr marL="124660" marR="124660" marT="62330" marB="62330" anchor="ctr"/>
                </a:tc>
                <a:tc>
                  <a:txBody>
                    <a:bodyPr/>
                    <a:lstStyle/>
                    <a:p>
                      <a:pPr algn="ctr"/>
                      <a:r>
                        <a:rPr lang="en-IN" sz="1900" dirty="0">
                          <a:solidFill>
                            <a:schemeClr val="tx1"/>
                          </a:solidFill>
                        </a:rPr>
                        <a:t>D3</a:t>
                      </a:r>
                    </a:p>
                  </a:txBody>
                  <a:tcPr marL="124660" marR="124660" marT="62330" marB="62330" anchor="ctr"/>
                </a:tc>
                <a:extLst>
                  <a:ext uri="{0D108BD9-81ED-4DB2-BD59-A6C34878D82A}">
                    <a16:rowId xmlns:a16="http://schemas.microsoft.com/office/drawing/2014/main" val="1457362195"/>
                  </a:ext>
                </a:extLst>
              </a:tr>
            </a:tbl>
          </a:graphicData>
        </a:graphic>
      </p:graphicFrame>
    </p:spTree>
    <p:extLst>
      <p:ext uri="{BB962C8B-B14F-4D97-AF65-F5344CB8AC3E}">
        <p14:creationId xmlns:p14="http://schemas.microsoft.com/office/powerpoint/2010/main" val="395204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3FFA0A-CDA8-929D-EB72-5BA71FDD0BD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Muliplexer Implementation</a:t>
            </a:r>
          </a:p>
        </p:txBody>
      </p:sp>
      <p:pic>
        <p:nvPicPr>
          <p:cNvPr id="6" name="Content Placeholder 5" descr="The diagram displays four input lines D 0, D 1, D 2, and D 3. two select lines S 1 and S 2. The select line S 1 is given as an input to a NOT gate to give S 1 bar. The select line S 2 is given as input to a NOT gate to give S 2 bar. D 0, S 2 bar, and S 1 bar are given as an input to an AND gate that is further given as the first input to an OR gate. D 1, S 2 bar, and S 1 are given as an input to an AND gate that is further given as the second input to the OR gate. D 2, S 2, and S 1 bar are given as an input to an AND gate that is further given as the third input to the OR gate. D 3, S 2, and S 1 are given as an input to an AND gate that is further given as the fourth input to the OR gate. With the four inputs, the OR gate gives an output F." title="A diagram illustrates the multiplexer implementation. ">
            <a:extLst>
              <a:ext uri="{FF2B5EF4-FFF2-40B4-BE49-F238E27FC236}">
                <a16:creationId xmlns:a16="http://schemas.microsoft.com/office/drawing/2014/main" id="{D5FFB005-7085-2869-79B3-919FC75C1DB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4450" t="20332" r="9427" b="24615"/>
          <a:stretch/>
        </p:blipFill>
        <p:spPr>
          <a:xfrm>
            <a:off x="5192659" y="643466"/>
            <a:ext cx="5950014" cy="5568739"/>
          </a:xfrm>
          <a:prstGeom prst="rect">
            <a:avLst/>
          </a:prstGeom>
        </p:spPr>
      </p:pic>
    </p:spTree>
    <p:extLst>
      <p:ext uri="{BB962C8B-B14F-4D97-AF65-F5344CB8AC3E}">
        <p14:creationId xmlns:p14="http://schemas.microsoft.com/office/powerpoint/2010/main" val="2281029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6DEDB-368F-9A56-D879-2947DE05B6B2}"/>
              </a:ext>
            </a:extLst>
          </p:cNvPr>
          <p:cNvSpPr>
            <a:spLocks noGrp="1"/>
          </p:cNvSpPr>
          <p:nvPr>
            <p:ph type="title"/>
          </p:nvPr>
        </p:nvSpPr>
        <p:spPr/>
        <p:txBody>
          <a:bodyPr/>
          <a:lstStyle/>
          <a:p>
            <a:r>
              <a:rPr lang="en-GB" dirty="0"/>
              <a:t>Multiplexer uses</a:t>
            </a:r>
          </a:p>
        </p:txBody>
      </p:sp>
      <p:sp>
        <p:nvSpPr>
          <p:cNvPr id="3" name="Content Placeholder 2">
            <a:extLst>
              <a:ext uri="{FF2B5EF4-FFF2-40B4-BE49-F238E27FC236}">
                <a16:creationId xmlns:a16="http://schemas.microsoft.com/office/drawing/2014/main" id="{B18E2496-F56C-9528-B2D9-4B0244FA1B6E}"/>
              </a:ext>
            </a:extLst>
          </p:cNvPr>
          <p:cNvSpPr>
            <a:spLocks noGrp="1"/>
          </p:cNvSpPr>
          <p:nvPr>
            <p:ph sz="half" idx="1"/>
          </p:nvPr>
        </p:nvSpPr>
        <p:spPr>
          <a:xfrm>
            <a:off x="838200" y="1825625"/>
            <a:ext cx="10515600" cy="2147285"/>
          </a:xfrm>
        </p:spPr>
        <p:txBody>
          <a:bodyPr>
            <a:normAutofit lnSpcReduction="10000"/>
          </a:bodyPr>
          <a:lstStyle/>
          <a:p>
            <a:r>
              <a:rPr lang="en-GB" dirty="0"/>
              <a:t>Used to control routing of data and signals</a:t>
            </a:r>
          </a:p>
          <a:p>
            <a:r>
              <a:rPr lang="en-GB" dirty="0"/>
              <a:t>Example: Program Counter (PC) register</a:t>
            </a:r>
          </a:p>
          <a:p>
            <a:pPr lvl="1"/>
            <a:r>
              <a:rPr lang="en-GB" dirty="0"/>
              <a:t>Binary value if PC incremented</a:t>
            </a:r>
          </a:p>
          <a:p>
            <a:pPr lvl="1"/>
            <a:r>
              <a:rPr lang="en-GB" dirty="0"/>
              <a:t>Instruction register if branch instruction executed</a:t>
            </a:r>
          </a:p>
          <a:p>
            <a:pPr lvl="1"/>
            <a:r>
              <a:rPr lang="en-GB" dirty="0"/>
              <a:t>Output from ALU (jumping a number of memory locations to a new address)</a:t>
            </a:r>
          </a:p>
        </p:txBody>
      </p:sp>
      <p:pic>
        <p:nvPicPr>
          <p:cNvPr id="5" name="Content Placeholder 4" title="A diagram illustrates multiple 4 dash to negative 1 multiplexers. Each multiplexer contains three input lines. binary counter C, instruction register I R, and A L U. two select lines, S 1 and S 2. There is an output line, P C. The input lines and output lines range from 0 to 15.">
            <a:extLst>
              <a:ext uri="{FF2B5EF4-FFF2-40B4-BE49-F238E27FC236}">
                <a16:creationId xmlns:a16="http://schemas.microsoft.com/office/drawing/2014/main" id="{386BE134-0223-9B50-5AC1-A8B6D6446F76}"/>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4229" t="26411" r="6453" b="56335"/>
          <a:stretch/>
        </p:blipFill>
        <p:spPr>
          <a:xfrm>
            <a:off x="2556640" y="4082824"/>
            <a:ext cx="7796049" cy="1948942"/>
          </a:xfrm>
          <a:prstGeom prst="rect">
            <a:avLst/>
          </a:prstGeom>
        </p:spPr>
      </p:pic>
    </p:spTree>
    <p:extLst>
      <p:ext uri="{BB962C8B-B14F-4D97-AF65-F5344CB8AC3E}">
        <p14:creationId xmlns:p14="http://schemas.microsoft.com/office/powerpoint/2010/main" val="1537583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B7D0E-DAFB-D7D9-51F8-3C5E511334D5}"/>
              </a:ext>
            </a:extLst>
          </p:cNvPr>
          <p:cNvSpPr>
            <a:spLocks noGrp="1"/>
          </p:cNvSpPr>
          <p:nvPr>
            <p:ph type="title"/>
          </p:nvPr>
        </p:nvSpPr>
        <p:spPr/>
        <p:txBody>
          <a:bodyPr/>
          <a:lstStyle/>
          <a:p>
            <a:r>
              <a:rPr lang="en-GB" dirty="0"/>
              <a:t>Demultiplexer (DEMUX)</a:t>
            </a:r>
          </a:p>
        </p:txBody>
      </p:sp>
      <p:sp>
        <p:nvSpPr>
          <p:cNvPr id="6" name="Content Placeholder 5">
            <a:extLst>
              <a:ext uri="{FF2B5EF4-FFF2-40B4-BE49-F238E27FC236}">
                <a16:creationId xmlns:a16="http://schemas.microsoft.com/office/drawing/2014/main" id="{CC080ED3-53E4-4EAF-6CEB-0ED8AEB38EF5}"/>
              </a:ext>
            </a:extLst>
          </p:cNvPr>
          <p:cNvSpPr>
            <a:spLocks noGrp="1"/>
          </p:cNvSpPr>
          <p:nvPr>
            <p:ph sz="half" idx="1"/>
          </p:nvPr>
        </p:nvSpPr>
        <p:spPr/>
        <p:txBody>
          <a:bodyPr/>
          <a:lstStyle/>
          <a:p>
            <a:r>
              <a:rPr lang="en-GB" dirty="0"/>
              <a:t>A demultiplexer does the opposite</a:t>
            </a:r>
          </a:p>
          <a:p>
            <a:r>
              <a:rPr lang="en-GB" dirty="0"/>
              <a:t>Selects output path</a:t>
            </a:r>
          </a:p>
          <a:p>
            <a:pPr lvl="1"/>
            <a:r>
              <a:rPr lang="en-GB" dirty="0"/>
              <a:t>S inputs determine which output line the input is sent to </a:t>
            </a:r>
          </a:p>
        </p:txBody>
      </p:sp>
      <p:pic>
        <p:nvPicPr>
          <p:cNvPr id="1026" name="Picture 2" descr="1 to 4 Demux">
            <a:extLst>
              <a:ext uri="{FF2B5EF4-FFF2-40B4-BE49-F238E27FC236}">
                <a16:creationId xmlns:a16="http://schemas.microsoft.com/office/drawing/2014/main" id="{3ADEE30E-1086-1193-3F42-DF6DFEA9CF7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38925" y="2734469"/>
            <a:ext cx="42481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59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6CBA-1544-AD9E-C38E-D5F982D4352F}"/>
              </a:ext>
            </a:extLst>
          </p:cNvPr>
          <p:cNvSpPr>
            <a:spLocks noGrp="1"/>
          </p:cNvSpPr>
          <p:nvPr>
            <p:ph type="title"/>
          </p:nvPr>
        </p:nvSpPr>
        <p:spPr/>
        <p:txBody>
          <a:bodyPr/>
          <a:lstStyle/>
          <a:p>
            <a:r>
              <a:rPr lang="en-GB" dirty="0"/>
              <a:t>Exercise: 2-to-1 multiplexer</a:t>
            </a:r>
          </a:p>
        </p:txBody>
      </p:sp>
      <p:sp>
        <p:nvSpPr>
          <p:cNvPr id="3" name="Content Placeholder 2">
            <a:extLst>
              <a:ext uri="{FF2B5EF4-FFF2-40B4-BE49-F238E27FC236}">
                <a16:creationId xmlns:a16="http://schemas.microsoft.com/office/drawing/2014/main" id="{5A3903CE-16D0-0DAD-E9B7-DF29F5136BA0}"/>
              </a:ext>
            </a:extLst>
          </p:cNvPr>
          <p:cNvSpPr>
            <a:spLocks noGrp="1"/>
          </p:cNvSpPr>
          <p:nvPr>
            <p:ph idx="1"/>
          </p:nvPr>
        </p:nvSpPr>
        <p:spPr>
          <a:xfrm>
            <a:off x="838200" y="1825625"/>
            <a:ext cx="10515600" cy="2060971"/>
          </a:xfrm>
        </p:spPr>
        <p:txBody>
          <a:bodyPr>
            <a:normAutofit/>
          </a:bodyPr>
          <a:lstStyle/>
          <a:p>
            <a:r>
              <a:rPr lang="en-GB" dirty="0"/>
              <a:t>Use </a:t>
            </a:r>
            <a:r>
              <a:rPr lang="en-GB" dirty="0">
                <a:hlinkClick r:id="rId2"/>
              </a:rPr>
              <a:t>https://logic.ly/demo</a:t>
            </a:r>
            <a:r>
              <a:rPr lang="en-GB" dirty="0"/>
              <a:t> or pen and paper to design a 2-to-1 multiplexer</a:t>
            </a:r>
          </a:p>
          <a:p>
            <a:r>
              <a:rPr lang="en-GB" b="1" dirty="0"/>
              <a:t>Hint</a:t>
            </a:r>
            <a:r>
              <a:rPr lang="en-GB" dirty="0"/>
              <a:t>: very similar to slide 50 of last lecture.</a:t>
            </a:r>
          </a:p>
          <a:p>
            <a:pPr marL="0" indent="0">
              <a:buNone/>
            </a:pPr>
            <a:endParaRPr lang="en-GB" dirty="0"/>
          </a:p>
          <a:p>
            <a:endParaRPr lang="en-GB" dirty="0"/>
          </a:p>
          <a:p>
            <a:endParaRPr lang="en-GB" dirty="0"/>
          </a:p>
        </p:txBody>
      </p:sp>
      <p:graphicFrame>
        <p:nvGraphicFramePr>
          <p:cNvPr id="4" name="Table 3">
            <a:extLst>
              <a:ext uri="{FF2B5EF4-FFF2-40B4-BE49-F238E27FC236}">
                <a16:creationId xmlns:a16="http://schemas.microsoft.com/office/drawing/2014/main" id="{6523B177-3C1D-582E-0AE3-A0F1AB1ABF0A}"/>
              </a:ext>
            </a:extLst>
          </p:cNvPr>
          <p:cNvGraphicFramePr>
            <a:graphicFrameLocks noGrp="1"/>
          </p:cNvGraphicFramePr>
          <p:nvPr>
            <p:extLst>
              <p:ext uri="{D42A27DB-BD31-4B8C-83A1-F6EECF244321}">
                <p14:modId xmlns:p14="http://schemas.microsoft.com/office/powerpoint/2010/main" val="2480917892"/>
              </p:ext>
            </p:extLst>
          </p:nvPr>
        </p:nvGraphicFramePr>
        <p:xfrm>
          <a:off x="7161049" y="4735215"/>
          <a:ext cx="2466428" cy="1107440"/>
        </p:xfrm>
        <a:graphic>
          <a:graphicData uri="http://schemas.openxmlformats.org/drawingml/2006/table">
            <a:tbl>
              <a:tblPr firstRow="1" bandRow="1">
                <a:tableStyleId>{7E9639D4-E3E2-4D34-9284-5A2195B3D0D7}</a:tableStyleId>
              </a:tblPr>
              <a:tblGrid>
                <a:gridCol w="1233214">
                  <a:extLst>
                    <a:ext uri="{9D8B030D-6E8A-4147-A177-3AD203B41FA5}">
                      <a16:colId xmlns:a16="http://schemas.microsoft.com/office/drawing/2014/main" val="3700279771"/>
                    </a:ext>
                  </a:extLst>
                </a:gridCol>
                <a:gridCol w="1233214">
                  <a:extLst>
                    <a:ext uri="{9D8B030D-6E8A-4147-A177-3AD203B41FA5}">
                      <a16:colId xmlns:a16="http://schemas.microsoft.com/office/drawing/2014/main" val="680435529"/>
                    </a:ext>
                  </a:extLst>
                </a:gridCol>
              </a:tblGrid>
              <a:tr h="0">
                <a:tc>
                  <a:txBody>
                    <a:bodyPr/>
                    <a:lstStyle/>
                    <a:p>
                      <a:r>
                        <a:rPr lang="en-GB" dirty="0"/>
                        <a:t>S</a:t>
                      </a:r>
                    </a:p>
                  </a:txBody>
                  <a:tcPr/>
                </a:tc>
                <a:tc>
                  <a:txBody>
                    <a:bodyPr/>
                    <a:lstStyle/>
                    <a:p>
                      <a:r>
                        <a:rPr lang="en-GB" dirty="0"/>
                        <a:t>F</a:t>
                      </a:r>
                    </a:p>
                  </a:txBody>
                  <a:tcPr/>
                </a:tc>
                <a:extLst>
                  <a:ext uri="{0D108BD9-81ED-4DB2-BD59-A6C34878D82A}">
                    <a16:rowId xmlns:a16="http://schemas.microsoft.com/office/drawing/2014/main" val="461920668"/>
                  </a:ext>
                </a:extLst>
              </a:tr>
              <a:tr h="370840">
                <a:tc>
                  <a:txBody>
                    <a:bodyPr/>
                    <a:lstStyle/>
                    <a:p>
                      <a:r>
                        <a:rPr lang="en-GB" dirty="0"/>
                        <a:t>0</a:t>
                      </a:r>
                    </a:p>
                  </a:txBody>
                  <a:tcPr/>
                </a:tc>
                <a:tc>
                  <a:txBody>
                    <a:bodyPr/>
                    <a:lstStyle/>
                    <a:p>
                      <a:r>
                        <a:rPr lang="en-GB" dirty="0"/>
                        <a:t>D0</a:t>
                      </a:r>
                    </a:p>
                  </a:txBody>
                  <a:tcPr/>
                </a:tc>
                <a:extLst>
                  <a:ext uri="{0D108BD9-81ED-4DB2-BD59-A6C34878D82A}">
                    <a16:rowId xmlns:a16="http://schemas.microsoft.com/office/drawing/2014/main" val="2733539795"/>
                  </a:ext>
                </a:extLst>
              </a:tr>
              <a:tr h="370840">
                <a:tc>
                  <a:txBody>
                    <a:bodyPr/>
                    <a:lstStyle/>
                    <a:p>
                      <a:r>
                        <a:rPr lang="en-GB" dirty="0"/>
                        <a:t>1</a:t>
                      </a:r>
                    </a:p>
                  </a:txBody>
                  <a:tcPr/>
                </a:tc>
                <a:tc>
                  <a:txBody>
                    <a:bodyPr/>
                    <a:lstStyle/>
                    <a:p>
                      <a:r>
                        <a:rPr lang="en-GB" dirty="0"/>
                        <a:t>D1</a:t>
                      </a:r>
                    </a:p>
                  </a:txBody>
                  <a:tcPr/>
                </a:tc>
                <a:extLst>
                  <a:ext uri="{0D108BD9-81ED-4DB2-BD59-A6C34878D82A}">
                    <a16:rowId xmlns:a16="http://schemas.microsoft.com/office/drawing/2014/main" val="1863571767"/>
                  </a:ext>
                </a:extLst>
              </a:tr>
            </a:tbl>
          </a:graphicData>
        </a:graphic>
      </p:graphicFrame>
      <p:sp>
        <p:nvSpPr>
          <p:cNvPr id="5" name="Rectangle 4">
            <a:extLst>
              <a:ext uri="{FF2B5EF4-FFF2-40B4-BE49-F238E27FC236}">
                <a16:creationId xmlns:a16="http://schemas.microsoft.com/office/drawing/2014/main" id="{09E7DE49-8C92-12DA-D184-11F11FC4725E}"/>
              </a:ext>
            </a:extLst>
          </p:cNvPr>
          <p:cNvSpPr/>
          <p:nvPr/>
        </p:nvSpPr>
        <p:spPr>
          <a:xfrm>
            <a:off x="2843047" y="4021533"/>
            <a:ext cx="1261241" cy="13032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2-to-1</a:t>
            </a:r>
          </a:p>
          <a:p>
            <a:pPr algn="ctr"/>
            <a:r>
              <a:rPr lang="en-GB" dirty="0"/>
              <a:t>MUX</a:t>
            </a:r>
          </a:p>
        </p:txBody>
      </p:sp>
      <p:cxnSp>
        <p:nvCxnSpPr>
          <p:cNvPr id="7" name="Straight Connector 6" descr="D0 input">
            <a:extLst>
              <a:ext uri="{FF2B5EF4-FFF2-40B4-BE49-F238E27FC236}">
                <a16:creationId xmlns:a16="http://schemas.microsoft.com/office/drawing/2014/main" id="{FE26DB52-C6AE-D64F-6B99-0C3A4AFA4DCF}"/>
              </a:ext>
            </a:extLst>
          </p:cNvPr>
          <p:cNvCxnSpPr/>
          <p:nvPr/>
        </p:nvCxnSpPr>
        <p:spPr>
          <a:xfrm>
            <a:off x="2075791" y="4311646"/>
            <a:ext cx="766800" cy="0"/>
          </a:xfrm>
          <a:prstGeom prst="line">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descr="D1 input">
            <a:extLst>
              <a:ext uri="{FF2B5EF4-FFF2-40B4-BE49-F238E27FC236}">
                <a16:creationId xmlns:a16="http://schemas.microsoft.com/office/drawing/2014/main" id="{D87E4555-0B1D-E6E9-828D-137DF41EA969}"/>
              </a:ext>
            </a:extLst>
          </p:cNvPr>
          <p:cNvCxnSpPr/>
          <p:nvPr/>
        </p:nvCxnSpPr>
        <p:spPr>
          <a:xfrm>
            <a:off x="2075792" y="4918618"/>
            <a:ext cx="767255" cy="0"/>
          </a:xfrm>
          <a:prstGeom prst="line">
            <a:avLst/>
          </a:prstGeom>
          <a:ln w="317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descr="S input">
            <a:extLst>
              <a:ext uri="{FF2B5EF4-FFF2-40B4-BE49-F238E27FC236}">
                <a16:creationId xmlns:a16="http://schemas.microsoft.com/office/drawing/2014/main" id="{E2C6DC12-F8B4-7593-15A8-15A7234CDA56}"/>
              </a:ext>
            </a:extLst>
          </p:cNvPr>
          <p:cNvCxnSpPr>
            <a:cxnSpLocks/>
          </p:cNvCxnSpPr>
          <p:nvPr/>
        </p:nvCxnSpPr>
        <p:spPr>
          <a:xfrm>
            <a:off x="3473667" y="5324816"/>
            <a:ext cx="0" cy="697389"/>
          </a:xfrm>
          <a:prstGeom prst="line">
            <a:avLst/>
          </a:prstGeom>
          <a:ln w="317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descr="F output">
            <a:extLst>
              <a:ext uri="{FF2B5EF4-FFF2-40B4-BE49-F238E27FC236}">
                <a16:creationId xmlns:a16="http://schemas.microsoft.com/office/drawing/2014/main" id="{137E2069-0C0C-128A-84CE-89E6D493EB61}"/>
              </a:ext>
            </a:extLst>
          </p:cNvPr>
          <p:cNvCxnSpPr>
            <a:cxnSpLocks/>
            <a:stCxn id="5" idx="3"/>
          </p:cNvCxnSpPr>
          <p:nvPr/>
        </p:nvCxnSpPr>
        <p:spPr>
          <a:xfrm flipV="1">
            <a:off x="4104288" y="4673174"/>
            <a:ext cx="767255" cy="1"/>
          </a:xfrm>
          <a:prstGeom prst="line">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7EA0670-3CF6-EFBD-48AF-8D1A46291219}"/>
              </a:ext>
            </a:extLst>
          </p:cNvPr>
          <p:cNvSpPr txBox="1"/>
          <p:nvPr/>
        </p:nvSpPr>
        <p:spPr>
          <a:xfrm>
            <a:off x="1574341" y="4126983"/>
            <a:ext cx="451945" cy="369325"/>
          </a:xfrm>
          <a:prstGeom prst="rect">
            <a:avLst/>
          </a:prstGeom>
          <a:noFill/>
        </p:spPr>
        <p:txBody>
          <a:bodyPr wrap="square" rtlCol="0">
            <a:spAutoFit/>
          </a:bodyPr>
          <a:lstStyle/>
          <a:p>
            <a:r>
              <a:rPr lang="en-GB" dirty="0"/>
              <a:t>D0</a:t>
            </a:r>
          </a:p>
        </p:txBody>
      </p:sp>
      <p:sp>
        <p:nvSpPr>
          <p:cNvPr id="17" name="TextBox 16">
            <a:extLst>
              <a:ext uri="{FF2B5EF4-FFF2-40B4-BE49-F238E27FC236}">
                <a16:creationId xmlns:a16="http://schemas.microsoft.com/office/drawing/2014/main" id="{A2CC9B16-050C-00CA-BDC3-F0B06AD16F7D}"/>
              </a:ext>
            </a:extLst>
          </p:cNvPr>
          <p:cNvSpPr txBox="1"/>
          <p:nvPr/>
        </p:nvSpPr>
        <p:spPr>
          <a:xfrm>
            <a:off x="1574341" y="4733955"/>
            <a:ext cx="451945" cy="369325"/>
          </a:xfrm>
          <a:prstGeom prst="rect">
            <a:avLst/>
          </a:prstGeom>
          <a:noFill/>
        </p:spPr>
        <p:txBody>
          <a:bodyPr wrap="square" rtlCol="0">
            <a:spAutoFit/>
          </a:bodyPr>
          <a:lstStyle/>
          <a:p>
            <a:r>
              <a:rPr lang="en-GB" dirty="0"/>
              <a:t>D1</a:t>
            </a:r>
          </a:p>
        </p:txBody>
      </p:sp>
      <p:sp>
        <p:nvSpPr>
          <p:cNvPr id="18" name="TextBox 17">
            <a:extLst>
              <a:ext uri="{FF2B5EF4-FFF2-40B4-BE49-F238E27FC236}">
                <a16:creationId xmlns:a16="http://schemas.microsoft.com/office/drawing/2014/main" id="{D86B3C4D-E65C-4BCC-A187-C730D558ED7B}"/>
              </a:ext>
            </a:extLst>
          </p:cNvPr>
          <p:cNvSpPr txBox="1"/>
          <p:nvPr/>
        </p:nvSpPr>
        <p:spPr>
          <a:xfrm>
            <a:off x="3247694" y="6123550"/>
            <a:ext cx="451945" cy="369325"/>
          </a:xfrm>
          <a:prstGeom prst="rect">
            <a:avLst/>
          </a:prstGeom>
          <a:noFill/>
        </p:spPr>
        <p:txBody>
          <a:bodyPr wrap="square" rtlCol="0">
            <a:spAutoFit/>
          </a:bodyPr>
          <a:lstStyle/>
          <a:p>
            <a:pPr algn="ctr"/>
            <a:r>
              <a:rPr lang="en-GB" dirty="0"/>
              <a:t>S</a:t>
            </a:r>
          </a:p>
        </p:txBody>
      </p:sp>
      <p:sp>
        <p:nvSpPr>
          <p:cNvPr id="19" name="TextBox 18">
            <a:extLst>
              <a:ext uri="{FF2B5EF4-FFF2-40B4-BE49-F238E27FC236}">
                <a16:creationId xmlns:a16="http://schemas.microsoft.com/office/drawing/2014/main" id="{2BB80827-B814-64FB-81E4-77527111D390}"/>
              </a:ext>
            </a:extLst>
          </p:cNvPr>
          <p:cNvSpPr txBox="1"/>
          <p:nvPr/>
        </p:nvSpPr>
        <p:spPr>
          <a:xfrm>
            <a:off x="4984110" y="4514615"/>
            <a:ext cx="451945" cy="369325"/>
          </a:xfrm>
          <a:prstGeom prst="rect">
            <a:avLst/>
          </a:prstGeom>
          <a:noFill/>
        </p:spPr>
        <p:txBody>
          <a:bodyPr wrap="square" rtlCol="0">
            <a:spAutoFit/>
          </a:bodyPr>
          <a:lstStyle/>
          <a:p>
            <a:r>
              <a:rPr lang="en-GB" dirty="0"/>
              <a:t>F</a:t>
            </a:r>
          </a:p>
        </p:txBody>
      </p:sp>
    </p:spTree>
    <p:extLst>
      <p:ext uri="{BB962C8B-B14F-4D97-AF65-F5344CB8AC3E}">
        <p14:creationId xmlns:p14="http://schemas.microsoft.com/office/powerpoint/2010/main" val="3934174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B8BD02-EA81-9EA3-45E5-D653789A71D1}"/>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Decoder</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8A4124-4929-68BB-C2E3-FA9FF2DD7EE7}"/>
              </a:ext>
            </a:extLst>
          </p:cNvPr>
          <p:cNvSpPr>
            <a:spLocks noGrp="1"/>
          </p:cNvSpPr>
          <p:nvPr>
            <p:ph sz="half" idx="1"/>
          </p:nvPr>
        </p:nvSpPr>
        <p:spPr>
          <a:xfrm>
            <a:off x="630936" y="2807208"/>
            <a:ext cx="3429000" cy="3410712"/>
          </a:xfrm>
        </p:spPr>
        <p:txBody>
          <a:bodyPr vert="horz" lIns="91440" tIns="45720" rIns="91440" bIns="45720" rtlCol="0" anchor="t">
            <a:normAutofit/>
          </a:bodyPr>
          <a:lstStyle/>
          <a:p>
            <a:r>
              <a:rPr lang="en-US" sz="2200"/>
              <a:t>A circuit with:</a:t>
            </a:r>
          </a:p>
          <a:p>
            <a:pPr lvl="1"/>
            <a:r>
              <a:rPr lang="en-US" sz="2200" i="1"/>
              <a:t>n</a:t>
            </a:r>
            <a:r>
              <a:rPr lang="en-US" sz="2200"/>
              <a:t> inputs</a:t>
            </a:r>
          </a:p>
          <a:p>
            <a:pPr lvl="1"/>
            <a:r>
              <a:rPr lang="en-US" sz="2200" i="1"/>
              <a:t>2</a:t>
            </a:r>
            <a:r>
              <a:rPr lang="en-US" sz="2200" i="1" baseline="30000"/>
              <a:t>n</a:t>
            </a:r>
            <a:r>
              <a:rPr lang="en-US" sz="2200"/>
              <a:t> outputs</a:t>
            </a:r>
          </a:p>
          <a:p>
            <a:r>
              <a:rPr lang="en-US" sz="2200"/>
              <a:t>Determines output line based on inputs</a:t>
            </a:r>
          </a:p>
          <a:p>
            <a:endParaRPr lang="en-US" sz="2200"/>
          </a:p>
        </p:txBody>
      </p:sp>
      <p:pic>
        <p:nvPicPr>
          <p:cNvPr id="8" name="Content Placeholder 7" descr="2-to-4 decoder">
            <a:extLst>
              <a:ext uri="{FF2B5EF4-FFF2-40B4-BE49-F238E27FC236}">
                <a16:creationId xmlns:a16="http://schemas.microsoft.com/office/drawing/2014/main" id="{31501D67-8578-D82B-5DB7-97950BE2809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54296" y="1340625"/>
            <a:ext cx="6903720" cy="4176750"/>
          </a:xfrm>
          <a:prstGeom prst="rect">
            <a:avLst/>
          </a:prstGeom>
        </p:spPr>
      </p:pic>
      <p:sp>
        <p:nvSpPr>
          <p:cNvPr id="9" name="TextBox 8">
            <a:extLst>
              <a:ext uri="{FF2B5EF4-FFF2-40B4-BE49-F238E27FC236}">
                <a16:creationId xmlns:a16="http://schemas.microsoft.com/office/drawing/2014/main" id="{1E2B434F-C38C-1C16-A093-7BC9DDD653F8}"/>
              </a:ext>
            </a:extLst>
          </p:cNvPr>
          <p:cNvSpPr txBox="1"/>
          <p:nvPr/>
        </p:nvSpPr>
        <p:spPr>
          <a:xfrm>
            <a:off x="7267956" y="5705856"/>
            <a:ext cx="1676400" cy="369332"/>
          </a:xfrm>
          <a:prstGeom prst="rect">
            <a:avLst/>
          </a:prstGeom>
          <a:noFill/>
        </p:spPr>
        <p:txBody>
          <a:bodyPr wrap="square" rtlCol="0">
            <a:spAutoFit/>
          </a:bodyPr>
          <a:lstStyle/>
          <a:p>
            <a:r>
              <a:rPr lang="en-GB" dirty="0"/>
              <a:t>2-to-4 decoder</a:t>
            </a:r>
          </a:p>
        </p:txBody>
      </p:sp>
    </p:spTree>
    <p:extLst>
      <p:ext uri="{BB962C8B-B14F-4D97-AF65-F5344CB8AC3E}">
        <p14:creationId xmlns:p14="http://schemas.microsoft.com/office/powerpoint/2010/main" val="2419887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426FF-6A40-F2B7-73E3-87B8CF78491B}"/>
              </a:ext>
            </a:extLst>
          </p:cNvPr>
          <p:cNvSpPr>
            <a:spLocks noGrp="1"/>
          </p:cNvSpPr>
          <p:nvPr>
            <p:ph type="title"/>
          </p:nvPr>
        </p:nvSpPr>
        <p:spPr/>
        <p:txBody>
          <a:bodyPr/>
          <a:lstStyle/>
          <a:p>
            <a:r>
              <a:rPr lang="en-GB" dirty="0"/>
              <a:t>Decoder Use</a:t>
            </a:r>
          </a:p>
        </p:txBody>
      </p:sp>
      <p:sp>
        <p:nvSpPr>
          <p:cNvPr id="3" name="Content Placeholder 2">
            <a:extLst>
              <a:ext uri="{FF2B5EF4-FFF2-40B4-BE49-F238E27FC236}">
                <a16:creationId xmlns:a16="http://schemas.microsoft.com/office/drawing/2014/main" id="{6FF3F23E-D5E6-07EA-5EC2-9A8E90AE61EE}"/>
              </a:ext>
            </a:extLst>
          </p:cNvPr>
          <p:cNvSpPr>
            <a:spLocks noGrp="1"/>
          </p:cNvSpPr>
          <p:nvPr>
            <p:ph sz="half" idx="1"/>
          </p:nvPr>
        </p:nvSpPr>
        <p:spPr/>
        <p:txBody>
          <a:bodyPr>
            <a:normAutofit fontScale="92500" lnSpcReduction="10000"/>
          </a:bodyPr>
          <a:lstStyle/>
          <a:p>
            <a:r>
              <a:rPr lang="en-GB" dirty="0"/>
              <a:t>Example: Address Decoding</a:t>
            </a:r>
          </a:p>
          <a:p>
            <a:r>
              <a:rPr lang="en-GB" dirty="0"/>
              <a:t>Address Space</a:t>
            </a:r>
          </a:p>
          <a:p>
            <a:endParaRPr lang="en-GB" dirty="0"/>
          </a:p>
          <a:p>
            <a:endParaRPr lang="en-GB" dirty="0"/>
          </a:p>
          <a:p>
            <a:endParaRPr lang="en-GB" dirty="0"/>
          </a:p>
          <a:p>
            <a:endParaRPr lang="en-GB" dirty="0"/>
          </a:p>
          <a:p>
            <a:endParaRPr lang="en-GB" dirty="0"/>
          </a:p>
          <a:p>
            <a:r>
              <a:rPr lang="en-GB" dirty="0"/>
              <a:t>10-bit address</a:t>
            </a:r>
          </a:p>
          <a:p>
            <a:pPr lvl="1"/>
            <a:r>
              <a:rPr lang="en-GB" dirty="0"/>
              <a:t>2 bits to select chip</a:t>
            </a:r>
          </a:p>
          <a:p>
            <a:pPr lvl="1"/>
            <a:r>
              <a:rPr lang="en-GB" dirty="0"/>
              <a:t>8 bits to select location in chip</a:t>
            </a:r>
          </a:p>
          <a:p>
            <a:endParaRPr lang="en-GB" dirty="0"/>
          </a:p>
        </p:txBody>
      </p:sp>
      <p:pic>
        <p:nvPicPr>
          <p:cNvPr id="5" name="Content Placeholder 4" descr="Eight input address lines A 0 to A 7 are given to four 256 cross 8 dash bit RAM chips. A 2 dash to negative 4 decoder has 2 input address lines A 8 and A 9 that give 4 output lines. Each of the output lines enables a 256 cross 8 bit RAM chip. " title="A diagram illustrates an address decoder. ">
            <a:extLst>
              <a:ext uri="{FF2B5EF4-FFF2-40B4-BE49-F238E27FC236}">
                <a16:creationId xmlns:a16="http://schemas.microsoft.com/office/drawing/2014/main" id="{BC1D166E-F583-A183-D321-F72A7D5F028F}"/>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6259" t="20087" r="5047" b="39042"/>
          <a:stretch/>
        </p:blipFill>
        <p:spPr>
          <a:xfrm>
            <a:off x="6172200" y="2456293"/>
            <a:ext cx="5181600" cy="3090001"/>
          </a:xfrm>
          <a:prstGeom prst="rect">
            <a:avLst/>
          </a:prstGeom>
        </p:spPr>
      </p:pic>
      <p:graphicFrame>
        <p:nvGraphicFramePr>
          <p:cNvPr id="6" name="Table 5">
            <a:extLst>
              <a:ext uri="{FF2B5EF4-FFF2-40B4-BE49-F238E27FC236}">
                <a16:creationId xmlns:a16="http://schemas.microsoft.com/office/drawing/2014/main" id="{A631DF52-E839-BAB4-372D-C7468992B71C}"/>
              </a:ext>
            </a:extLst>
          </p:cNvPr>
          <p:cNvGraphicFramePr>
            <a:graphicFrameLocks noGrp="1"/>
          </p:cNvGraphicFramePr>
          <p:nvPr>
            <p:extLst>
              <p:ext uri="{D42A27DB-BD31-4B8C-83A1-F6EECF244321}">
                <p14:modId xmlns:p14="http://schemas.microsoft.com/office/powerpoint/2010/main" val="1312134675"/>
              </p:ext>
            </p:extLst>
          </p:nvPr>
        </p:nvGraphicFramePr>
        <p:xfrm>
          <a:off x="1748221" y="2811343"/>
          <a:ext cx="2645104" cy="1849120"/>
        </p:xfrm>
        <a:graphic>
          <a:graphicData uri="http://schemas.openxmlformats.org/drawingml/2006/table">
            <a:tbl>
              <a:tblPr firstRow="1" bandRow="1">
                <a:tableStyleId>{7E9639D4-E3E2-4D34-9284-5A2195B3D0D7}</a:tableStyleId>
              </a:tblPr>
              <a:tblGrid>
                <a:gridCol w="1322552">
                  <a:extLst>
                    <a:ext uri="{9D8B030D-6E8A-4147-A177-3AD203B41FA5}">
                      <a16:colId xmlns:a16="http://schemas.microsoft.com/office/drawing/2014/main" val="1530943324"/>
                    </a:ext>
                  </a:extLst>
                </a:gridCol>
                <a:gridCol w="1322552">
                  <a:extLst>
                    <a:ext uri="{9D8B030D-6E8A-4147-A177-3AD203B41FA5}">
                      <a16:colId xmlns:a16="http://schemas.microsoft.com/office/drawing/2014/main" val="1675926759"/>
                    </a:ext>
                  </a:extLst>
                </a:gridCol>
              </a:tblGrid>
              <a:tr h="0">
                <a:tc>
                  <a:txBody>
                    <a:bodyPr/>
                    <a:lstStyle/>
                    <a:p>
                      <a:pPr algn="ctr"/>
                      <a:r>
                        <a:rPr lang="en-GB" dirty="0"/>
                        <a:t>Address</a:t>
                      </a:r>
                    </a:p>
                  </a:txBody>
                  <a:tcPr/>
                </a:tc>
                <a:tc>
                  <a:txBody>
                    <a:bodyPr/>
                    <a:lstStyle/>
                    <a:p>
                      <a:pPr algn="ctr"/>
                      <a:r>
                        <a:rPr lang="en-GB" dirty="0"/>
                        <a:t>Chip</a:t>
                      </a:r>
                    </a:p>
                  </a:txBody>
                  <a:tcPr/>
                </a:tc>
                <a:extLst>
                  <a:ext uri="{0D108BD9-81ED-4DB2-BD59-A6C34878D82A}">
                    <a16:rowId xmlns:a16="http://schemas.microsoft.com/office/drawing/2014/main" val="44995027"/>
                  </a:ext>
                </a:extLst>
              </a:tr>
              <a:tr h="370840">
                <a:tc>
                  <a:txBody>
                    <a:bodyPr/>
                    <a:lstStyle/>
                    <a:p>
                      <a:r>
                        <a:rPr lang="en-GB" dirty="0"/>
                        <a:t>0000 – 00FF</a:t>
                      </a:r>
                    </a:p>
                  </a:txBody>
                  <a:tcPr/>
                </a:tc>
                <a:tc>
                  <a:txBody>
                    <a:bodyPr/>
                    <a:lstStyle/>
                    <a:p>
                      <a:pPr algn="ctr"/>
                      <a:r>
                        <a:rPr lang="en-GB" dirty="0"/>
                        <a:t>0</a:t>
                      </a:r>
                    </a:p>
                  </a:txBody>
                  <a:tcPr/>
                </a:tc>
                <a:extLst>
                  <a:ext uri="{0D108BD9-81ED-4DB2-BD59-A6C34878D82A}">
                    <a16:rowId xmlns:a16="http://schemas.microsoft.com/office/drawing/2014/main" val="425085282"/>
                  </a:ext>
                </a:extLst>
              </a:tr>
              <a:tr h="370840">
                <a:tc>
                  <a:txBody>
                    <a:bodyPr/>
                    <a:lstStyle/>
                    <a:p>
                      <a:r>
                        <a:rPr lang="en-GB" dirty="0"/>
                        <a:t>0100 – 01FF</a:t>
                      </a:r>
                    </a:p>
                  </a:txBody>
                  <a:tcPr/>
                </a:tc>
                <a:tc>
                  <a:txBody>
                    <a:bodyPr/>
                    <a:lstStyle/>
                    <a:p>
                      <a:pPr algn="ctr"/>
                      <a:r>
                        <a:rPr lang="en-GB" dirty="0"/>
                        <a:t>1</a:t>
                      </a:r>
                    </a:p>
                  </a:txBody>
                  <a:tcPr/>
                </a:tc>
                <a:extLst>
                  <a:ext uri="{0D108BD9-81ED-4DB2-BD59-A6C34878D82A}">
                    <a16:rowId xmlns:a16="http://schemas.microsoft.com/office/drawing/2014/main" val="1555150284"/>
                  </a:ext>
                </a:extLst>
              </a:tr>
              <a:tr h="370840">
                <a:tc>
                  <a:txBody>
                    <a:bodyPr/>
                    <a:lstStyle/>
                    <a:p>
                      <a:r>
                        <a:rPr lang="en-GB" dirty="0"/>
                        <a:t>0200 – 02FF</a:t>
                      </a:r>
                    </a:p>
                  </a:txBody>
                  <a:tcPr/>
                </a:tc>
                <a:tc>
                  <a:txBody>
                    <a:bodyPr/>
                    <a:lstStyle/>
                    <a:p>
                      <a:pPr algn="ctr"/>
                      <a:r>
                        <a:rPr lang="en-GB" dirty="0"/>
                        <a:t>2</a:t>
                      </a:r>
                    </a:p>
                  </a:txBody>
                  <a:tcPr/>
                </a:tc>
                <a:extLst>
                  <a:ext uri="{0D108BD9-81ED-4DB2-BD59-A6C34878D82A}">
                    <a16:rowId xmlns:a16="http://schemas.microsoft.com/office/drawing/2014/main" val="2062207810"/>
                  </a:ext>
                </a:extLst>
              </a:tr>
              <a:tr h="370840">
                <a:tc>
                  <a:txBody>
                    <a:bodyPr/>
                    <a:lstStyle/>
                    <a:p>
                      <a:r>
                        <a:rPr lang="en-GB" dirty="0"/>
                        <a:t>0300 – 03FF</a:t>
                      </a:r>
                    </a:p>
                  </a:txBody>
                  <a:tcPr/>
                </a:tc>
                <a:tc>
                  <a:txBody>
                    <a:bodyPr/>
                    <a:lstStyle/>
                    <a:p>
                      <a:pPr algn="ctr"/>
                      <a:r>
                        <a:rPr lang="en-GB" dirty="0"/>
                        <a:t>3</a:t>
                      </a:r>
                    </a:p>
                  </a:txBody>
                  <a:tcPr/>
                </a:tc>
                <a:extLst>
                  <a:ext uri="{0D108BD9-81ED-4DB2-BD59-A6C34878D82A}">
                    <a16:rowId xmlns:a16="http://schemas.microsoft.com/office/drawing/2014/main" val="2027870320"/>
                  </a:ext>
                </a:extLst>
              </a:tr>
            </a:tbl>
          </a:graphicData>
        </a:graphic>
      </p:graphicFrame>
    </p:spTree>
    <p:extLst>
      <p:ext uri="{BB962C8B-B14F-4D97-AF65-F5344CB8AC3E}">
        <p14:creationId xmlns:p14="http://schemas.microsoft.com/office/powerpoint/2010/main" val="274176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CE3A-765F-03C2-7E5F-A030F96997C1}"/>
              </a:ext>
            </a:extLst>
          </p:cNvPr>
          <p:cNvSpPr>
            <a:spLocks noGrp="1"/>
          </p:cNvSpPr>
          <p:nvPr>
            <p:ph type="title"/>
          </p:nvPr>
        </p:nvSpPr>
        <p:spPr/>
        <p:txBody>
          <a:bodyPr/>
          <a:lstStyle/>
          <a:p>
            <a:r>
              <a:rPr lang="en-GB" dirty="0"/>
              <a:t>Exercise: 1-to-2 decoder</a:t>
            </a:r>
          </a:p>
        </p:txBody>
      </p:sp>
      <p:sp>
        <p:nvSpPr>
          <p:cNvPr id="3" name="Content Placeholder 2">
            <a:extLst>
              <a:ext uri="{FF2B5EF4-FFF2-40B4-BE49-F238E27FC236}">
                <a16:creationId xmlns:a16="http://schemas.microsoft.com/office/drawing/2014/main" id="{2437352B-A3C3-70B8-CF1E-B248E14FEFAC}"/>
              </a:ext>
            </a:extLst>
          </p:cNvPr>
          <p:cNvSpPr>
            <a:spLocks noGrp="1"/>
          </p:cNvSpPr>
          <p:nvPr>
            <p:ph idx="1"/>
          </p:nvPr>
        </p:nvSpPr>
        <p:spPr/>
        <p:txBody>
          <a:bodyPr/>
          <a:lstStyle/>
          <a:p>
            <a:r>
              <a:rPr lang="en-GB" dirty="0"/>
              <a:t>Use </a:t>
            </a:r>
            <a:r>
              <a:rPr lang="en-GB" dirty="0">
                <a:hlinkClick r:id="rId2"/>
              </a:rPr>
              <a:t>https://logic.ly/demo</a:t>
            </a:r>
            <a:r>
              <a:rPr lang="en-GB" dirty="0"/>
              <a:t> or pen and paper to design a 1-to-2 decoder</a:t>
            </a:r>
          </a:p>
          <a:p>
            <a:pPr lvl="1"/>
            <a:r>
              <a:rPr lang="en-GB" dirty="0"/>
              <a:t>If input is 0, switch on bulb 1, turn off bulb 2</a:t>
            </a:r>
          </a:p>
          <a:p>
            <a:pPr lvl="1"/>
            <a:r>
              <a:rPr lang="en-GB" dirty="0"/>
              <a:t>If input is 1, turn off bulb 1, switch on bulb 2</a:t>
            </a:r>
          </a:p>
        </p:txBody>
      </p:sp>
    </p:spTree>
    <p:extLst>
      <p:ext uri="{BB962C8B-B14F-4D97-AF65-F5344CB8AC3E}">
        <p14:creationId xmlns:p14="http://schemas.microsoft.com/office/powerpoint/2010/main" val="4032892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88A0-F37E-D79F-306E-9180178F2ABA}"/>
              </a:ext>
            </a:extLst>
          </p:cNvPr>
          <p:cNvSpPr>
            <a:spLocks noGrp="1"/>
          </p:cNvSpPr>
          <p:nvPr>
            <p:ph type="title"/>
          </p:nvPr>
        </p:nvSpPr>
        <p:spPr/>
        <p:txBody>
          <a:bodyPr/>
          <a:lstStyle/>
          <a:p>
            <a:r>
              <a:rPr lang="en-GB" dirty="0"/>
              <a:t>Adder</a:t>
            </a:r>
          </a:p>
        </p:txBody>
      </p:sp>
      <p:sp>
        <p:nvSpPr>
          <p:cNvPr id="5" name="Content Placeholder 4">
            <a:extLst>
              <a:ext uri="{FF2B5EF4-FFF2-40B4-BE49-F238E27FC236}">
                <a16:creationId xmlns:a16="http://schemas.microsoft.com/office/drawing/2014/main" id="{943E3B4F-EDC6-C149-3068-ECB33CEC4EE6}"/>
              </a:ext>
            </a:extLst>
          </p:cNvPr>
          <p:cNvSpPr>
            <a:spLocks noGrp="1"/>
          </p:cNvSpPr>
          <p:nvPr>
            <p:ph sz="half" idx="1"/>
          </p:nvPr>
        </p:nvSpPr>
        <p:spPr/>
        <p:txBody>
          <a:bodyPr/>
          <a:lstStyle/>
          <a:p>
            <a:r>
              <a:rPr lang="en-GB" dirty="0"/>
              <a:t>An adder is a circuit which adds two bit and outputs the sum </a:t>
            </a:r>
            <a:r>
              <a:rPr lang="en-GB"/>
              <a:t>and carry bits.</a:t>
            </a:r>
          </a:p>
          <a:p>
            <a:r>
              <a:rPr lang="en-GB" dirty="0"/>
              <a:t>Remember binary addition</a:t>
            </a:r>
          </a:p>
          <a:p>
            <a:pPr lvl="1"/>
            <a:r>
              <a:rPr lang="en-GB" dirty="0"/>
              <a:t>0 + 0 = 0</a:t>
            </a:r>
          </a:p>
          <a:p>
            <a:pPr lvl="1"/>
            <a:r>
              <a:rPr lang="en-GB" dirty="0"/>
              <a:t>0 + 1 = 1</a:t>
            </a:r>
          </a:p>
          <a:p>
            <a:pPr lvl="1"/>
            <a:r>
              <a:rPr lang="en-GB" dirty="0"/>
              <a:t>1 + 0 = 1</a:t>
            </a:r>
          </a:p>
          <a:p>
            <a:pPr lvl="1"/>
            <a:r>
              <a:rPr lang="en-GB" dirty="0"/>
              <a:t>1 + 1 = 10 (value 0 plus carry 1)</a:t>
            </a:r>
          </a:p>
          <a:p>
            <a:pPr marL="457200" lvl="1" indent="0">
              <a:buNone/>
            </a:pPr>
            <a:endParaRPr lang="en-GB" dirty="0"/>
          </a:p>
        </p:txBody>
      </p:sp>
      <p:graphicFrame>
        <p:nvGraphicFramePr>
          <p:cNvPr id="7" name="Content Placeholder 6">
            <a:extLst>
              <a:ext uri="{FF2B5EF4-FFF2-40B4-BE49-F238E27FC236}">
                <a16:creationId xmlns:a16="http://schemas.microsoft.com/office/drawing/2014/main" id="{D5B27F1F-B9E2-9085-4DD2-E76218578D22}"/>
              </a:ext>
            </a:extLst>
          </p:cNvPr>
          <p:cNvGraphicFramePr>
            <a:graphicFrameLocks noGrp="1"/>
          </p:cNvGraphicFramePr>
          <p:nvPr>
            <p:ph sz="half" idx="2"/>
            <p:extLst>
              <p:ext uri="{D42A27DB-BD31-4B8C-83A1-F6EECF244321}">
                <p14:modId xmlns:p14="http://schemas.microsoft.com/office/powerpoint/2010/main" val="1662366732"/>
              </p:ext>
            </p:extLst>
          </p:nvPr>
        </p:nvGraphicFramePr>
        <p:xfrm>
          <a:off x="6172200" y="1825625"/>
          <a:ext cx="5181600" cy="1854200"/>
        </p:xfrm>
        <a:graphic>
          <a:graphicData uri="http://schemas.openxmlformats.org/drawingml/2006/table">
            <a:tbl>
              <a:tblPr firstRow="1" bandRow="1">
                <a:tableStyleId>{7E9639D4-E3E2-4D34-9284-5A2195B3D0D7}</a:tableStyleId>
              </a:tblPr>
              <a:tblGrid>
                <a:gridCol w="1295400">
                  <a:extLst>
                    <a:ext uri="{9D8B030D-6E8A-4147-A177-3AD203B41FA5}">
                      <a16:colId xmlns:a16="http://schemas.microsoft.com/office/drawing/2014/main" val="176169457"/>
                    </a:ext>
                  </a:extLst>
                </a:gridCol>
                <a:gridCol w="1295400">
                  <a:extLst>
                    <a:ext uri="{9D8B030D-6E8A-4147-A177-3AD203B41FA5}">
                      <a16:colId xmlns:a16="http://schemas.microsoft.com/office/drawing/2014/main" val="156802996"/>
                    </a:ext>
                  </a:extLst>
                </a:gridCol>
                <a:gridCol w="1295400">
                  <a:extLst>
                    <a:ext uri="{9D8B030D-6E8A-4147-A177-3AD203B41FA5}">
                      <a16:colId xmlns:a16="http://schemas.microsoft.com/office/drawing/2014/main" val="2749299097"/>
                    </a:ext>
                  </a:extLst>
                </a:gridCol>
                <a:gridCol w="1295400">
                  <a:extLst>
                    <a:ext uri="{9D8B030D-6E8A-4147-A177-3AD203B41FA5}">
                      <a16:colId xmlns:a16="http://schemas.microsoft.com/office/drawing/2014/main" val="126965062"/>
                    </a:ext>
                  </a:extLst>
                </a:gridCol>
              </a:tblGrid>
              <a:tr h="370840">
                <a:tc>
                  <a:txBody>
                    <a:bodyPr/>
                    <a:lstStyle/>
                    <a:p>
                      <a:pPr algn="ctr"/>
                      <a:r>
                        <a:rPr lang="en-GB" dirty="0"/>
                        <a:t>A</a:t>
                      </a:r>
                    </a:p>
                  </a:txBody>
                  <a:tcPr/>
                </a:tc>
                <a:tc>
                  <a:txBody>
                    <a:bodyPr/>
                    <a:lstStyle/>
                    <a:p>
                      <a:pPr algn="ctr"/>
                      <a:r>
                        <a:rPr lang="en-GB" dirty="0"/>
                        <a:t>B</a:t>
                      </a:r>
                    </a:p>
                  </a:txBody>
                  <a:tcPr/>
                </a:tc>
                <a:tc>
                  <a:txBody>
                    <a:bodyPr/>
                    <a:lstStyle/>
                    <a:p>
                      <a:pPr algn="ctr"/>
                      <a:r>
                        <a:rPr lang="en-GB" dirty="0"/>
                        <a:t>Sum</a:t>
                      </a:r>
                    </a:p>
                  </a:txBody>
                  <a:tcPr/>
                </a:tc>
                <a:tc>
                  <a:txBody>
                    <a:bodyPr/>
                    <a:lstStyle/>
                    <a:p>
                      <a:pPr algn="ctr"/>
                      <a:r>
                        <a:rPr lang="en-GB" dirty="0"/>
                        <a:t>Carry</a:t>
                      </a:r>
                    </a:p>
                  </a:txBody>
                  <a:tcPr/>
                </a:tc>
                <a:extLst>
                  <a:ext uri="{0D108BD9-81ED-4DB2-BD59-A6C34878D82A}">
                    <a16:rowId xmlns:a16="http://schemas.microsoft.com/office/drawing/2014/main" val="3799525933"/>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116504011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3078938068"/>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1348968051"/>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507881102"/>
                  </a:ext>
                </a:extLst>
              </a:tr>
            </a:tbl>
          </a:graphicData>
        </a:graphic>
      </p:graphicFrame>
    </p:spTree>
    <p:extLst>
      <p:ext uri="{BB962C8B-B14F-4D97-AF65-F5344CB8AC3E}">
        <p14:creationId xmlns:p14="http://schemas.microsoft.com/office/powerpoint/2010/main" val="635359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4BBC4-E600-55B0-609D-0107AA9B07CF}"/>
              </a:ext>
            </a:extLst>
          </p:cNvPr>
          <p:cNvSpPr>
            <a:spLocks noGrp="1"/>
          </p:cNvSpPr>
          <p:nvPr>
            <p:ph type="title"/>
          </p:nvPr>
        </p:nvSpPr>
        <p:spPr/>
        <p:txBody>
          <a:bodyPr/>
          <a:lstStyle/>
          <a:p>
            <a:r>
              <a:rPr lang="en-GB" dirty="0"/>
              <a:t>Exercise: 1-bit Half Adder</a:t>
            </a:r>
          </a:p>
        </p:txBody>
      </p:sp>
      <p:sp>
        <p:nvSpPr>
          <p:cNvPr id="5" name="Content Placeholder 4">
            <a:extLst>
              <a:ext uri="{FF2B5EF4-FFF2-40B4-BE49-F238E27FC236}">
                <a16:creationId xmlns:a16="http://schemas.microsoft.com/office/drawing/2014/main" id="{AB09A1F9-3D76-B9D8-B29B-2095AECA24BA}"/>
              </a:ext>
            </a:extLst>
          </p:cNvPr>
          <p:cNvSpPr>
            <a:spLocks noGrp="1"/>
          </p:cNvSpPr>
          <p:nvPr>
            <p:ph idx="1"/>
          </p:nvPr>
        </p:nvSpPr>
        <p:spPr/>
        <p:txBody>
          <a:bodyPr>
            <a:normAutofit fontScale="92500" lnSpcReduction="10000"/>
          </a:bodyPr>
          <a:lstStyle/>
          <a:p>
            <a:r>
              <a:rPr lang="en-GB" dirty="0"/>
              <a:t>Using </a:t>
            </a:r>
            <a:r>
              <a:rPr lang="en-GB" dirty="0">
                <a:hlinkClick r:id="rId2"/>
              </a:rPr>
              <a:t>https://logic.ly/demo</a:t>
            </a:r>
            <a:r>
              <a:rPr lang="en-GB" dirty="0"/>
              <a:t> or pen and paper, design a circuit which implements this truth table:</a:t>
            </a:r>
          </a:p>
          <a:p>
            <a:endParaRPr lang="en-GB" dirty="0"/>
          </a:p>
          <a:p>
            <a:endParaRPr lang="en-GB" dirty="0"/>
          </a:p>
          <a:p>
            <a:endParaRPr lang="en-GB" dirty="0"/>
          </a:p>
          <a:p>
            <a:endParaRPr lang="en-GB" dirty="0"/>
          </a:p>
          <a:p>
            <a:endParaRPr lang="en-GB" dirty="0"/>
          </a:p>
          <a:p>
            <a:r>
              <a:rPr lang="en-GB" dirty="0"/>
              <a:t>It should have 2 inputs, A and B, and 2 outputs, Sum and Carry.</a:t>
            </a:r>
          </a:p>
          <a:p>
            <a:r>
              <a:rPr lang="en-GB" dirty="0"/>
              <a:t>Hint: look at the truth tables for Sum and Carry. Which logical operators are they the same as?</a:t>
            </a:r>
          </a:p>
        </p:txBody>
      </p:sp>
      <p:graphicFrame>
        <p:nvGraphicFramePr>
          <p:cNvPr id="6" name="Content Placeholder 6">
            <a:extLst>
              <a:ext uri="{FF2B5EF4-FFF2-40B4-BE49-F238E27FC236}">
                <a16:creationId xmlns:a16="http://schemas.microsoft.com/office/drawing/2014/main" id="{4E82FBD4-D02C-5287-2738-61E44EBAA96B}"/>
              </a:ext>
            </a:extLst>
          </p:cNvPr>
          <p:cNvGraphicFramePr>
            <a:graphicFrameLocks/>
          </p:cNvGraphicFramePr>
          <p:nvPr>
            <p:extLst>
              <p:ext uri="{D42A27DB-BD31-4B8C-83A1-F6EECF244321}">
                <p14:modId xmlns:p14="http://schemas.microsoft.com/office/powerpoint/2010/main" val="2631178584"/>
              </p:ext>
            </p:extLst>
          </p:nvPr>
        </p:nvGraphicFramePr>
        <p:xfrm>
          <a:off x="2397642" y="2676230"/>
          <a:ext cx="5181600" cy="1854200"/>
        </p:xfrm>
        <a:graphic>
          <a:graphicData uri="http://schemas.openxmlformats.org/drawingml/2006/table">
            <a:tbl>
              <a:tblPr firstRow="1" bandRow="1">
                <a:tableStyleId>{7E9639D4-E3E2-4D34-9284-5A2195B3D0D7}</a:tableStyleId>
              </a:tblPr>
              <a:tblGrid>
                <a:gridCol w="1295400">
                  <a:extLst>
                    <a:ext uri="{9D8B030D-6E8A-4147-A177-3AD203B41FA5}">
                      <a16:colId xmlns:a16="http://schemas.microsoft.com/office/drawing/2014/main" val="176169457"/>
                    </a:ext>
                  </a:extLst>
                </a:gridCol>
                <a:gridCol w="1295400">
                  <a:extLst>
                    <a:ext uri="{9D8B030D-6E8A-4147-A177-3AD203B41FA5}">
                      <a16:colId xmlns:a16="http://schemas.microsoft.com/office/drawing/2014/main" val="156802996"/>
                    </a:ext>
                  </a:extLst>
                </a:gridCol>
                <a:gridCol w="1295400">
                  <a:extLst>
                    <a:ext uri="{9D8B030D-6E8A-4147-A177-3AD203B41FA5}">
                      <a16:colId xmlns:a16="http://schemas.microsoft.com/office/drawing/2014/main" val="2749299097"/>
                    </a:ext>
                  </a:extLst>
                </a:gridCol>
                <a:gridCol w="1295400">
                  <a:extLst>
                    <a:ext uri="{9D8B030D-6E8A-4147-A177-3AD203B41FA5}">
                      <a16:colId xmlns:a16="http://schemas.microsoft.com/office/drawing/2014/main" val="126965062"/>
                    </a:ext>
                  </a:extLst>
                </a:gridCol>
              </a:tblGrid>
              <a:tr h="370840">
                <a:tc>
                  <a:txBody>
                    <a:bodyPr/>
                    <a:lstStyle/>
                    <a:p>
                      <a:pPr algn="ctr"/>
                      <a:r>
                        <a:rPr lang="en-GB" dirty="0"/>
                        <a:t>A</a:t>
                      </a:r>
                    </a:p>
                  </a:txBody>
                  <a:tcPr/>
                </a:tc>
                <a:tc>
                  <a:txBody>
                    <a:bodyPr/>
                    <a:lstStyle/>
                    <a:p>
                      <a:pPr algn="ctr"/>
                      <a:r>
                        <a:rPr lang="en-GB" dirty="0"/>
                        <a:t>B</a:t>
                      </a:r>
                    </a:p>
                  </a:txBody>
                  <a:tcPr/>
                </a:tc>
                <a:tc>
                  <a:txBody>
                    <a:bodyPr/>
                    <a:lstStyle/>
                    <a:p>
                      <a:pPr algn="ctr"/>
                      <a:r>
                        <a:rPr lang="en-GB" dirty="0"/>
                        <a:t>Sum</a:t>
                      </a:r>
                    </a:p>
                  </a:txBody>
                  <a:tcPr/>
                </a:tc>
                <a:tc>
                  <a:txBody>
                    <a:bodyPr/>
                    <a:lstStyle/>
                    <a:p>
                      <a:pPr algn="ctr"/>
                      <a:r>
                        <a:rPr lang="en-GB" dirty="0"/>
                        <a:t>Carry</a:t>
                      </a:r>
                    </a:p>
                  </a:txBody>
                  <a:tcPr/>
                </a:tc>
                <a:extLst>
                  <a:ext uri="{0D108BD9-81ED-4DB2-BD59-A6C34878D82A}">
                    <a16:rowId xmlns:a16="http://schemas.microsoft.com/office/drawing/2014/main" val="3799525933"/>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116504011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3078938068"/>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1348968051"/>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507881102"/>
                  </a:ext>
                </a:extLst>
              </a:tr>
            </a:tbl>
          </a:graphicData>
        </a:graphic>
      </p:graphicFrame>
    </p:spTree>
    <p:extLst>
      <p:ext uri="{BB962C8B-B14F-4D97-AF65-F5344CB8AC3E}">
        <p14:creationId xmlns:p14="http://schemas.microsoft.com/office/powerpoint/2010/main" val="2886977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7D1D-270D-9DD9-228B-E7D56478706F}"/>
              </a:ext>
            </a:extLst>
          </p:cNvPr>
          <p:cNvSpPr>
            <a:spLocks noGrp="1"/>
          </p:cNvSpPr>
          <p:nvPr>
            <p:ph type="title"/>
          </p:nvPr>
        </p:nvSpPr>
        <p:spPr/>
        <p:txBody>
          <a:bodyPr/>
          <a:lstStyle/>
          <a:p>
            <a:r>
              <a:rPr lang="en-GB" dirty="0"/>
              <a:t>Full 1-bit Adder</a:t>
            </a:r>
          </a:p>
        </p:txBody>
      </p:sp>
      <p:sp>
        <p:nvSpPr>
          <p:cNvPr id="3" name="Content Placeholder 2">
            <a:extLst>
              <a:ext uri="{FF2B5EF4-FFF2-40B4-BE49-F238E27FC236}">
                <a16:creationId xmlns:a16="http://schemas.microsoft.com/office/drawing/2014/main" id="{310A131B-D0E4-1FAE-999F-BB74F80BFB58}"/>
              </a:ext>
            </a:extLst>
          </p:cNvPr>
          <p:cNvSpPr>
            <a:spLocks noGrp="1"/>
          </p:cNvSpPr>
          <p:nvPr>
            <p:ph sz="half" idx="1"/>
          </p:nvPr>
        </p:nvSpPr>
        <p:spPr>
          <a:xfrm>
            <a:off x="838201" y="1825625"/>
            <a:ext cx="3319130" cy="4351338"/>
          </a:xfrm>
        </p:spPr>
        <p:txBody>
          <a:bodyPr/>
          <a:lstStyle/>
          <a:p>
            <a:r>
              <a:rPr lang="en-GB" dirty="0"/>
              <a:t>This should have 3 inputs</a:t>
            </a:r>
          </a:p>
          <a:p>
            <a:pPr lvl="1"/>
            <a:r>
              <a:rPr lang="en-GB" dirty="0"/>
              <a:t>A</a:t>
            </a:r>
          </a:p>
          <a:p>
            <a:pPr lvl="1"/>
            <a:r>
              <a:rPr lang="en-GB" dirty="0"/>
              <a:t>B</a:t>
            </a:r>
          </a:p>
          <a:p>
            <a:pPr lvl="1"/>
            <a:r>
              <a:rPr lang="en-GB" dirty="0" err="1"/>
              <a:t>CarryIn</a:t>
            </a:r>
            <a:endParaRPr lang="en-GB" dirty="0"/>
          </a:p>
          <a:p>
            <a:r>
              <a:rPr lang="en-GB" dirty="0"/>
              <a:t>2 outputs</a:t>
            </a:r>
          </a:p>
          <a:p>
            <a:pPr lvl="1"/>
            <a:r>
              <a:rPr lang="en-GB" dirty="0"/>
              <a:t>Sum</a:t>
            </a:r>
          </a:p>
          <a:p>
            <a:pPr lvl="1"/>
            <a:r>
              <a:rPr lang="en-GB" dirty="0" err="1"/>
              <a:t>CarryOut</a:t>
            </a:r>
            <a:endParaRPr lang="en-GB" dirty="0"/>
          </a:p>
        </p:txBody>
      </p:sp>
      <p:graphicFrame>
        <p:nvGraphicFramePr>
          <p:cNvPr id="9" name="Content Placeholder 8">
            <a:extLst>
              <a:ext uri="{FF2B5EF4-FFF2-40B4-BE49-F238E27FC236}">
                <a16:creationId xmlns:a16="http://schemas.microsoft.com/office/drawing/2014/main" id="{B61DDD4F-1078-088C-30C3-65DCE4784EAB}"/>
              </a:ext>
            </a:extLst>
          </p:cNvPr>
          <p:cNvGraphicFramePr>
            <a:graphicFrameLocks noGrp="1"/>
          </p:cNvGraphicFramePr>
          <p:nvPr>
            <p:ph sz="half" idx="2"/>
            <p:extLst>
              <p:ext uri="{D42A27DB-BD31-4B8C-83A1-F6EECF244321}">
                <p14:modId xmlns:p14="http://schemas.microsoft.com/office/powerpoint/2010/main" val="4257475861"/>
              </p:ext>
            </p:extLst>
          </p:nvPr>
        </p:nvGraphicFramePr>
        <p:xfrm>
          <a:off x="6172200" y="1825625"/>
          <a:ext cx="5181595" cy="3337560"/>
        </p:xfrm>
        <a:graphic>
          <a:graphicData uri="http://schemas.openxmlformats.org/drawingml/2006/table">
            <a:tbl>
              <a:tblPr firstRow="1" bandRow="1">
                <a:tableStyleId>{7E9639D4-E3E2-4D34-9284-5A2195B3D0D7}</a:tableStyleId>
              </a:tblPr>
              <a:tblGrid>
                <a:gridCol w="1036319">
                  <a:extLst>
                    <a:ext uri="{9D8B030D-6E8A-4147-A177-3AD203B41FA5}">
                      <a16:colId xmlns:a16="http://schemas.microsoft.com/office/drawing/2014/main" val="3714654940"/>
                    </a:ext>
                  </a:extLst>
                </a:gridCol>
                <a:gridCol w="1036319">
                  <a:extLst>
                    <a:ext uri="{9D8B030D-6E8A-4147-A177-3AD203B41FA5}">
                      <a16:colId xmlns:a16="http://schemas.microsoft.com/office/drawing/2014/main" val="3314558278"/>
                    </a:ext>
                  </a:extLst>
                </a:gridCol>
                <a:gridCol w="1036319">
                  <a:extLst>
                    <a:ext uri="{9D8B030D-6E8A-4147-A177-3AD203B41FA5}">
                      <a16:colId xmlns:a16="http://schemas.microsoft.com/office/drawing/2014/main" val="2558634172"/>
                    </a:ext>
                  </a:extLst>
                </a:gridCol>
                <a:gridCol w="1036319">
                  <a:extLst>
                    <a:ext uri="{9D8B030D-6E8A-4147-A177-3AD203B41FA5}">
                      <a16:colId xmlns:a16="http://schemas.microsoft.com/office/drawing/2014/main" val="1161626246"/>
                    </a:ext>
                  </a:extLst>
                </a:gridCol>
                <a:gridCol w="1036319">
                  <a:extLst>
                    <a:ext uri="{9D8B030D-6E8A-4147-A177-3AD203B41FA5}">
                      <a16:colId xmlns:a16="http://schemas.microsoft.com/office/drawing/2014/main" val="1939787915"/>
                    </a:ext>
                  </a:extLst>
                </a:gridCol>
              </a:tblGrid>
              <a:tr h="370840">
                <a:tc>
                  <a:txBody>
                    <a:bodyPr/>
                    <a:lstStyle/>
                    <a:p>
                      <a:pPr algn="ctr"/>
                      <a:r>
                        <a:rPr lang="en-GB" dirty="0"/>
                        <a:t>A</a:t>
                      </a:r>
                    </a:p>
                  </a:txBody>
                  <a:tcPr/>
                </a:tc>
                <a:tc>
                  <a:txBody>
                    <a:bodyPr/>
                    <a:lstStyle/>
                    <a:p>
                      <a:pPr algn="ctr"/>
                      <a:r>
                        <a:rPr lang="en-GB" dirty="0"/>
                        <a:t>B</a:t>
                      </a:r>
                    </a:p>
                  </a:txBody>
                  <a:tcPr/>
                </a:tc>
                <a:tc>
                  <a:txBody>
                    <a:bodyPr/>
                    <a:lstStyle/>
                    <a:p>
                      <a:pPr algn="ctr"/>
                      <a:r>
                        <a:rPr lang="en-GB" dirty="0"/>
                        <a:t>C</a:t>
                      </a:r>
                      <a:r>
                        <a:rPr lang="en-GB" baseline="-25000" dirty="0"/>
                        <a:t>in</a:t>
                      </a:r>
                    </a:p>
                  </a:txBody>
                  <a:tcPr>
                    <a:lnR w="12700" cap="flat" cmpd="sng" algn="ctr">
                      <a:solidFill>
                        <a:schemeClr val="tx1"/>
                      </a:solidFill>
                      <a:prstDash val="solid"/>
                      <a:round/>
                      <a:headEnd type="none" w="med" len="med"/>
                      <a:tailEnd type="none" w="med" len="med"/>
                    </a:lnR>
                  </a:tcPr>
                </a:tc>
                <a:tc>
                  <a:txBody>
                    <a:bodyPr/>
                    <a:lstStyle/>
                    <a:p>
                      <a:pPr algn="ctr"/>
                      <a:r>
                        <a:rPr lang="en-GB" dirty="0"/>
                        <a:t>Sum</a:t>
                      </a:r>
                    </a:p>
                  </a:txBody>
                  <a:tcPr>
                    <a:lnL w="12700" cap="flat" cmpd="sng" algn="ctr">
                      <a:solidFill>
                        <a:schemeClr val="tx1"/>
                      </a:solidFill>
                      <a:prstDash val="solid"/>
                      <a:round/>
                      <a:headEnd type="none" w="med" len="med"/>
                      <a:tailEnd type="none" w="med" len="med"/>
                    </a:lnL>
                  </a:tcPr>
                </a:tc>
                <a:tc>
                  <a:txBody>
                    <a:bodyPr/>
                    <a:lstStyle/>
                    <a:p>
                      <a:pPr algn="ctr"/>
                      <a:r>
                        <a:rPr lang="en-GB" dirty="0" err="1"/>
                        <a:t>C</a:t>
                      </a:r>
                      <a:r>
                        <a:rPr lang="en-GB" baseline="-25000" dirty="0" err="1"/>
                        <a:t>out</a:t>
                      </a:r>
                      <a:endParaRPr lang="en-GB" baseline="-25000" dirty="0"/>
                    </a:p>
                  </a:txBody>
                  <a:tcPr/>
                </a:tc>
                <a:extLst>
                  <a:ext uri="{0D108BD9-81ED-4DB2-BD59-A6C34878D82A}">
                    <a16:rowId xmlns:a16="http://schemas.microsoft.com/office/drawing/2014/main" val="2691521528"/>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tc>
                  <a:txBody>
                    <a:bodyPr/>
                    <a:lstStyle/>
                    <a:p>
                      <a:pPr algn="ctr"/>
                      <a:r>
                        <a:rPr lang="en-GB" dirty="0"/>
                        <a:t>0</a:t>
                      </a:r>
                    </a:p>
                  </a:txBody>
                  <a:tcPr/>
                </a:tc>
                <a:extLst>
                  <a:ext uri="{0D108BD9-81ED-4DB2-BD59-A6C34878D82A}">
                    <a16:rowId xmlns:a16="http://schemas.microsoft.com/office/drawing/2014/main" val="2144952608"/>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tc>
                  <a:txBody>
                    <a:bodyPr/>
                    <a:lstStyle/>
                    <a:p>
                      <a:pPr algn="ctr"/>
                      <a:r>
                        <a:rPr lang="en-GB" dirty="0"/>
                        <a:t>0</a:t>
                      </a:r>
                    </a:p>
                  </a:txBody>
                  <a:tcPr/>
                </a:tc>
                <a:extLst>
                  <a:ext uri="{0D108BD9-81ED-4DB2-BD59-A6C34878D82A}">
                    <a16:rowId xmlns:a16="http://schemas.microsoft.com/office/drawing/2014/main" val="4107134914"/>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tc>
                  <a:txBody>
                    <a:bodyPr/>
                    <a:lstStyle/>
                    <a:p>
                      <a:pPr algn="ctr"/>
                      <a:r>
                        <a:rPr lang="en-GB" dirty="0"/>
                        <a:t>0</a:t>
                      </a:r>
                    </a:p>
                  </a:txBody>
                  <a:tcPr/>
                </a:tc>
                <a:extLst>
                  <a:ext uri="{0D108BD9-81ED-4DB2-BD59-A6C34878D82A}">
                    <a16:rowId xmlns:a16="http://schemas.microsoft.com/office/drawing/2014/main" val="416950639"/>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tc>
                  <a:txBody>
                    <a:bodyPr/>
                    <a:lstStyle/>
                    <a:p>
                      <a:pPr algn="ctr"/>
                      <a:r>
                        <a:rPr lang="en-GB" dirty="0"/>
                        <a:t>1</a:t>
                      </a:r>
                    </a:p>
                  </a:txBody>
                  <a:tcPr/>
                </a:tc>
                <a:extLst>
                  <a:ext uri="{0D108BD9-81ED-4DB2-BD59-A6C34878D82A}">
                    <a16:rowId xmlns:a16="http://schemas.microsoft.com/office/drawing/2014/main" val="1564612352"/>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tc>
                  <a:txBody>
                    <a:bodyPr/>
                    <a:lstStyle/>
                    <a:p>
                      <a:pPr algn="ctr"/>
                      <a:r>
                        <a:rPr lang="en-GB" dirty="0"/>
                        <a:t>0</a:t>
                      </a:r>
                    </a:p>
                  </a:txBody>
                  <a:tcPr/>
                </a:tc>
                <a:extLst>
                  <a:ext uri="{0D108BD9-81ED-4DB2-BD59-A6C34878D82A}">
                    <a16:rowId xmlns:a16="http://schemas.microsoft.com/office/drawing/2014/main" val="3183874507"/>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tc>
                  <a:txBody>
                    <a:bodyPr/>
                    <a:lstStyle/>
                    <a:p>
                      <a:pPr algn="ctr"/>
                      <a:r>
                        <a:rPr lang="en-GB" dirty="0"/>
                        <a:t>1</a:t>
                      </a:r>
                    </a:p>
                  </a:txBody>
                  <a:tcPr/>
                </a:tc>
                <a:extLst>
                  <a:ext uri="{0D108BD9-81ED-4DB2-BD59-A6C34878D82A}">
                    <a16:rowId xmlns:a16="http://schemas.microsoft.com/office/drawing/2014/main" val="1196254657"/>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tc>
                  <a:txBody>
                    <a:bodyPr/>
                    <a:lstStyle/>
                    <a:p>
                      <a:pPr algn="ctr"/>
                      <a:r>
                        <a:rPr lang="en-GB" dirty="0"/>
                        <a:t>1</a:t>
                      </a:r>
                    </a:p>
                  </a:txBody>
                  <a:tcPr/>
                </a:tc>
                <a:extLst>
                  <a:ext uri="{0D108BD9-81ED-4DB2-BD59-A6C34878D82A}">
                    <a16:rowId xmlns:a16="http://schemas.microsoft.com/office/drawing/2014/main" val="143140792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tc>
                  <a:txBody>
                    <a:bodyPr/>
                    <a:lstStyle/>
                    <a:p>
                      <a:pPr algn="ctr"/>
                      <a:r>
                        <a:rPr lang="en-GB" dirty="0"/>
                        <a:t>1</a:t>
                      </a:r>
                    </a:p>
                  </a:txBody>
                  <a:tcPr/>
                </a:tc>
                <a:extLst>
                  <a:ext uri="{0D108BD9-81ED-4DB2-BD59-A6C34878D82A}">
                    <a16:rowId xmlns:a16="http://schemas.microsoft.com/office/drawing/2014/main" val="1122599265"/>
                  </a:ext>
                </a:extLst>
              </a:tr>
            </a:tbl>
          </a:graphicData>
        </a:graphic>
      </p:graphicFrame>
    </p:spTree>
    <p:extLst>
      <p:ext uri="{BB962C8B-B14F-4D97-AF65-F5344CB8AC3E}">
        <p14:creationId xmlns:p14="http://schemas.microsoft.com/office/powerpoint/2010/main" val="2705411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A38B-9A88-1191-E443-FD79CC8B0E81}"/>
              </a:ext>
            </a:extLst>
          </p:cNvPr>
          <p:cNvSpPr>
            <a:spLocks noGrp="1"/>
          </p:cNvSpPr>
          <p:nvPr>
            <p:ph type="title"/>
          </p:nvPr>
        </p:nvSpPr>
        <p:spPr/>
        <p:txBody>
          <a:bodyPr/>
          <a:lstStyle/>
          <a:p>
            <a:r>
              <a:rPr lang="en-GB" dirty="0"/>
              <a:t>Full Adder Circuit</a:t>
            </a:r>
          </a:p>
        </p:txBody>
      </p:sp>
      <p:sp>
        <p:nvSpPr>
          <p:cNvPr id="7" name="Content Placeholder 6">
            <a:extLst>
              <a:ext uri="{FF2B5EF4-FFF2-40B4-BE49-F238E27FC236}">
                <a16:creationId xmlns:a16="http://schemas.microsoft.com/office/drawing/2014/main" id="{923BBC44-8EB9-A4DE-31B2-A99F4C0239D4}"/>
              </a:ext>
            </a:extLst>
          </p:cNvPr>
          <p:cNvSpPr>
            <a:spLocks noGrp="1"/>
          </p:cNvSpPr>
          <p:nvPr>
            <p:ph sz="half" idx="2"/>
          </p:nvPr>
        </p:nvSpPr>
        <p:spPr>
          <a:xfrm>
            <a:off x="962025" y="1825625"/>
            <a:ext cx="10391775" cy="993775"/>
          </a:xfrm>
        </p:spPr>
        <p:txBody>
          <a:bodyPr/>
          <a:lstStyle/>
          <a:p>
            <a:r>
              <a:rPr lang="en-GB" dirty="0"/>
              <a:t>A full adder can be implemented with two half adders.</a:t>
            </a:r>
          </a:p>
        </p:txBody>
      </p:sp>
      <p:pic>
        <p:nvPicPr>
          <p:cNvPr id="5" name="Content Placeholder 4" descr="A graph with lines and a white box&#10;&#10;AI-generated content may be incorrect.">
            <a:extLst>
              <a:ext uri="{FF2B5EF4-FFF2-40B4-BE49-F238E27FC236}">
                <a16:creationId xmlns:a16="http://schemas.microsoft.com/office/drawing/2014/main" id="{3DE73367-A51B-044F-2D73-C0BF29EF46D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62025" y="2899908"/>
            <a:ext cx="10515600" cy="2787813"/>
          </a:xfrm>
        </p:spPr>
      </p:pic>
    </p:spTree>
    <p:extLst>
      <p:ext uri="{BB962C8B-B14F-4D97-AF65-F5344CB8AC3E}">
        <p14:creationId xmlns:p14="http://schemas.microsoft.com/office/powerpoint/2010/main" val="1734856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B8433-E000-D358-268A-2028F91C0212}"/>
              </a:ext>
            </a:extLst>
          </p:cNvPr>
          <p:cNvSpPr>
            <a:spLocks noGrp="1"/>
          </p:cNvSpPr>
          <p:nvPr>
            <p:ph type="title"/>
          </p:nvPr>
        </p:nvSpPr>
        <p:spPr/>
        <p:txBody>
          <a:bodyPr/>
          <a:lstStyle/>
          <a:p>
            <a:r>
              <a:rPr lang="en-GB" dirty="0"/>
              <a:t>Multibit adders</a:t>
            </a:r>
          </a:p>
        </p:txBody>
      </p:sp>
      <p:pic>
        <p:nvPicPr>
          <p:cNvPr id="4" name="Content Placeholder 3" descr="The 4 bit adder has 4 1 bit adders. The first adder has 2 input lines A sub 0 and B sub 0. An input 0 is given through the terminal C sub in. The output line S sub 0 is the sum. Carry, C sub 0 from the first 1 bit adder is given as input to the second 1 bit adder, through its terminal C sub in. The second adder has 2 input lines A sub 1 and B sub 1. The output line S sub 1 is the sum. Carry, C sub 1 from the second 1 bit adder is given as input to the third 1 bit adder, through its terminal C sub in. The third adder has 2 input lines A sub 2 and B sub 2. The output line S sub 2 is the sum. Carry, C sub 2 from the third 1 bit adder is given as input to the fourth 1 bit adder, through its terminal C sub in. The fourth adder has 2 input lines A sub 3 and B sub 3. The output line S sub 3 is the sum. Carry, C sub 3 from the fourth 1 bit adder is given out as an Overflow signal." title="A diagram illustrates a 4 bit adder.">
            <a:extLst>
              <a:ext uri="{FF2B5EF4-FFF2-40B4-BE49-F238E27FC236}">
                <a16:creationId xmlns:a16="http://schemas.microsoft.com/office/drawing/2014/main" id="{EF0E7A88-9713-8BF0-8831-922FFBB4EB1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627" t="24937" r="2720" b="55100"/>
          <a:stretch/>
        </p:blipFill>
        <p:spPr>
          <a:xfrm>
            <a:off x="3014408" y="1735181"/>
            <a:ext cx="8339392" cy="2300447"/>
          </a:xfrm>
          <a:prstGeom prst="rect">
            <a:avLst/>
          </a:prstGeom>
        </p:spPr>
      </p:pic>
      <p:pic>
        <p:nvPicPr>
          <p:cNvPr id="5" name="Picture 4" descr="The 32 bit adder has four, 8 bit adders. The first adder has 16 input lines from A sub 0 to A sub 7 and from B sub 0 to B sub 7. An input, C sub in is given to the first 8 bit adder. The output has 8 lines, S sub 0 to S sub 7 that denotes the Sum. Carry, C sub 7 from the first 8 bit adder is given as an input to the second 8 bit adder. The second adder has 16 input lines from A sub 8 to A sub 15 and from B sub 8 to B sub 15. The output has 8 lines, S sub 8 to S sub 15 that denotes the Sum. Carry, C sub 15 from the second 8 bit adder is given as an input to the third 8 bit adder. The third adder has 16 input lines from A sub 16 to A sub 23 and from B sub 16 to B sub 23. The output has 8 lines, S sub 16 to S sub 23 that denotes the Sum. Carry, C sub 23 from the third 8 bit adder is given as an input to the fourth 8 bit adder. The fourth adder has 16 input lines from A sub 24 to A sub 31 and from B sub 24 to B sub 31. The output has 8 lines, S sub 24 to S sub 31 that denotes the Sum. Carry from the fourth adder is given out as C sub out." title="A diagram illustrates a 32 bit adder.">
            <a:extLst>
              <a:ext uri="{FF2B5EF4-FFF2-40B4-BE49-F238E27FC236}">
                <a16:creationId xmlns:a16="http://schemas.microsoft.com/office/drawing/2014/main" id="{2AF6C184-5A6F-07D3-E76B-E9C57A657DA5}"/>
              </a:ext>
            </a:extLst>
          </p:cNvPr>
          <p:cNvPicPr>
            <a:picLocks noChangeAspect="1"/>
          </p:cNvPicPr>
          <p:nvPr/>
        </p:nvPicPr>
        <p:blipFill rotWithShape="1">
          <a:blip r:embed="rId3">
            <a:extLst>
              <a:ext uri="{28A0092B-C50C-407E-A947-70E740481C1C}">
                <a14:useLocalDpi xmlns:a14="http://schemas.microsoft.com/office/drawing/2010/main" val="0"/>
              </a:ext>
            </a:extLst>
          </a:blip>
          <a:srcRect l="4377" t="24477" r="4775" b="53970"/>
          <a:stretch/>
        </p:blipFill>
        <p:spPr>
          <a:xfrm>
            <a:off x="3144887" y="4035628"/>
            <a:ext cx="8208913" cy="2520280"/>
          </a:xfrm>
          <a:prstGeom prst="rect">
            <a:avLst/>
          </a:prstGeom>
        </p:spPr>
      </p:pic>
      <p:sp>
        <p:nvSpPr>
          <p:cNvPr id="6" name="TextBox 5">
            <a:extLst>
              <a:ext uri="{FF2B5EF4-FFF2-40B4-BE49-F238E27FC236}">
                <a16:creationId xmlns:a16="http://schemas.microsoft.com/office/drawing/2014/main" id="{C9F7589F-3849-F5A8-85D7-4F126970A88E}"/>
              </a:ext>
            </a:extLst>
          </p:cNvPr>
          <p:cNvSpPr txBox="1"/>
          <p:nvPr/>
        </p:nvSpPr>
        <p:spPr>
          <a:xfrm>
            <a:off x="914400" y="2243469"/>
            <a:ext cx="1983050" cy="923330"/>
          </a:xfrm>
          <a:prstGeom prst="rect">
            <a:avLst/>
          </a:prstGeom>
          <a:noFill/>
        </p:spPr>
        <p:txBody>
          <a:bodyPr wrap="square" rtlCol="0">
            <a:spAutoFit/>
          </a:bodyPr>
          <a:lstStyle/>
          <a:p>
            <a:r>
              <a:rPr lang="en-GB" dirty="0"/>
              <a:t>4-bit adder built from 1-bit full adders</a:t>
            </a:r>
          </a:p>
        </p:txBody>
      </p:sp>
      <p:sp>
        <p:nvSpPr>
          <p:cNvPr id="8" name="TextBox 7">
            <a:extLst>
              <a:ext uri="{FF2B5EF4-FFF2-40B4-BE49-F238E27FC236}">
                <a16:creationId xmlns:a16="http://schemas.microsoft.com/office/drawing/2014/main" id="{DF864453-0D54-C20E-CD4D-2EC333CCD6B8}"/>
              </a:ext>
            </a:extLst>
          </p:cNvPr>
          <p:cNvSpPr txBox="1"/>
          <p:nvPr/>
        </p:nvSpPr>
        <p:spPr>
          <a:xfrm>
            <a:off x="1031358" y="4759935"/>
            <a:ext cx="1983050" cy="923330"/>
          </a:xfrm>
          <a:prstGeom prst="rect">
            <a:avLst/>
          </a:prstGeom>
          <a:noFill/>
        </p:spPr>
        <p:txBody>
          <a:bodyPr wrap="square" rtlCol="0">
            <a:spAutoFit/>
          </a:bodyPr>
          <a:lstStyle/>
          <a:p>
            <a:r>
              <a:rPr lang="en-GB" dirty="0"/>
              <a:t>32-bit adder built from 8-bit full adders</a:t>
            </a:r>
          </a:p>
        </p:txBody>
      </p:sp>
    </p:spTree>
    <p:extLst>
      <p:ext uri="{BB962C8B-B14F-4D97-AF65-F5344CB8AC3E}">
        <p14:creationId xmlns:p14="http://schemas.microsoft.com/office/powerpoint/2010/main" val="21019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1C277-A53F-9F1C-6A8A-11EB9988D649}"/>
              </a:ext>
            </a:extLst>
          </p:cNvPr>
          <p:cNvSpPr>
            <a:spLocks noGrp="1"/>
          </p:cNvSpPr>
          <p:nvPr>
            <p:ph type="title"/>
          </p:nvPr>
        </p:nvSpPr>
        <p:spPr/>
        <p:txBody>
          <a:bodyPr/>
          <a:lstStyle/>
          <a:p>
            <a:r>
              <a:rPr lang="en-GB" dirty="0"/>
              <a:t>Boolean Algebraic Laws</a:t>
            </a:r>
          </a:p>
        </p:txBody>
      </p:sp>
      <p:sp>
        <p:nvSpPr>
          <p:cNvPr id="4" name="Text Placeholder 3">
            <a:extLst>
              <a:ext uri="{FF2B5EF4-FFF2-40B4-BE49-F238E27FC236}">
                <a16:creationId xmlns:a16="http://schemas.microsoft.com/office/drawing/2014/main" id="{FD5C753E-0A5B-E648-4BD7-8394D8EE575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8183359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CAE0-BA0D-3E05-DB30-A5A3072A45D1}"/>
              </a:ext>
            </a:extLst>
          </p:cNvPr>
          <p:cNvSpPr>
            <a:spLocks noGrp="1"/>
          </p:cNvSpPr>
          <p:nvPr>
            <p:ph type="title"/>
          </p:nvPr>
        </p:nvSpPr>
        <p:spPr/>
        <p:txBody>
          <a:bodyPr/>
          <a:lstStyle/>
          <a:p>
            <a:r>
              <a:rPr lang="en-GB" dirty="0"/>
              <a:t>Boolean Algebraic Laws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816C62D3-06B8-9641-81C6-1C34E64D5E41}"/>
                  </a:ext>
                </a:extLst>
              </p:cNvPr>
              <p:cNvGraphicFramePr>
                <a:graphicFrameLocks noGrp="1"/>
              </p:cNvGraphicFramePr>
              <p:nvPr>
                <p:ph idx="1"/>
              </p:nvPr>
            </p:nvGraphicFramePr>
            <p:xfrm>
              <a:off x="838200" y="1825624"/>
              <a:ext cx="10515597" cy="4524380"/>
            </p:xfrm>
            <a:graphic>
              <a:graphicData uri="http://schemas.openxmlformats.org/drawingml/2006/table">
                <a:tbl>
                  <a:tblPr firstRow="1" bandRow="1">
                    <a:tableStyleId>{7E9639D4-E3E2-4D34-9284-5A2195B3D0D7}</a:tableStyleId>
                  </a:tblPr>
                  <a:tblGrid>
                    <a:gridCol w="3505199">
                      <a:extLst>
                        <a:ext uri="{9D8B030D-6E8A-4147-A177-3AD203B41FA5}">
                          <a16:colId xmlns:a16="http://schemas.microsoft.com/office/drawing/2014/main" val="2669839795"/>
                        </a:ext>
                      </a:extLst>
                    </a:gridCol>
                    <a:gridCol w="3505199">
                      <a:extLst>
                        <a:ext uri="{9D8B030D-6E8A-4147-A177-3AD203B41FA5}">
                          <a16:colId xmlns:a16="http://schemas.microsoft.com/office/drawing/2014/main" val="3776092520"/>
                        </a:ext>
                      </a:extLst>
                    </a:gridCol>
                    <a:gridCol w="3505199">
                      <a:extLst>
                        <a:ext uri="{9D8B030D-6E8A-4147-A177-3AD203B41FA5}">
                          <a16:colId xmlns:a16="http://schemas.microsoft.com/office/drawing/2014/main" val="3290924242"/>
                        </a:ext>
                      </a:extLst>
                    </a:gridCol>
                  </a:tblGrid>
                  <a:tr h="452438">
                    <a:tc>
                      <a:txBody>
                        <a:bodyPr/>
                        <a:lstStyle/>
                        <a:p>
                          <a:pPr algn="ctr"/>
                          <a:r>
                            <a:rPr lang="en-GB" dirty="0"/>
                            <a:t>Name</a:t>
                          </a:r>
                        </a:p>
                      </a:txBody>
                      <a:tcPr/>
                    </a:tc>
                    <a:tc>
                      <a:txBody>
                        <a:bodyPr/>
                        <a:lstStyle/>
                        <a:p>
                          <a:pPr algn="ctr"/>
                          <a:r>
                            <a:rPr lang="en-GB" dirty="0"/>
                            <a:t>AND Form</a:t>
                          </a:r>
                        </a:p>
                      </a:txBody>
                      <a:tcPr/>
                    </a:tc>
                    <a:tc>
                      <a:txBody>
                        <a:bodyPr/>
                        <a:lstStyle/>
                        <a:p>
                          <a:pPr algn="ctr"/>
                          <a:r>
                            <a:rPr lang="en-GB" dirty="0"/>
                            <a:t>OR Form</a:t>
                          </a:r>
                        </a:p>
                      </a:txBody>
                      <a:tcPr/>
                    </a:tc>
                    <a:extLst>
                      <a:ext uri="{0D108BD9-81ED-4DB2-BD59-A6C34878D82A}">
                        <a16:rowId xmlns:a16="http://schemas.microsoft.com/office/drawing/2014/main" val="3091943560"/>
                      </a:ext>
                    </a:extLst>
                  </a:tr>
                  <a:tr h="452438">
                    <a:tc>
                      <a:txBody>
                        <a:bodyPr/>
                        <a:lstStyle/>
                        <a:p>
                          <a:r>
                            <a:rPr lang="en-GB" dirty="0"/>
                            <a:t>Identity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extLst>
                      <a:ext uri="{0D108BD9-81ED-4DB2-BD59-A6C34878D82A}">
                        <a16:rowId xmlns:a16="http://schemas.microsoft.com/office/drawing/2014/main" val="3450806422"/>
                      </a:ext>
                    </a:extLst>
                  </a:tr>
                  <a:tr h="452438">
                    <a:tc>
                      <a:txBody>
                        <a:bodyPr/>
                        <a:lstStyle/>
                        <a:p>
                          <a:r>
                            <a:rPr lang="en-GB" dirty="0"/>
                            <a:t>Null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rPr>
                                  <m:t>𝐴</m:t>
                                </m:r>
                                <m:r>
                                  <a:rPr lang="en-GB" b="0" i="1" smtClean="0">
                                    <a:latin typeface="Cambria Math" panose="02040503050406030204" pitchFamily="18" charset="0"/>
                                  </a:rPr>
                                  <m:t>=0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rPr>
                                  <m:t>𝐴</m:t>
                                </m:r>
                                <m:r>
                                  <a:rPr lang="en-GB" b="0" i="1" smtClean="0">
                                    <a:latin typeface="Cambria Math" panose="02040503050406030204" pitchFamily="18" charset="0"/>
                                  </a:rPr>
                                  <m:t>=1</m:t>
                                </m:r>
                              </m:oMath>
                            </m:oMathPara>
                          </a14:m>
                          <a:endParaRPr lang="en-GB" dirty="0"/>
                        </a:p>
                      </a:txBody>
                      <a:tcPr/>
                    </a:tc>
                    <a:extLst>
                      <a:ext uri="{0D108BD9-81ED-4DB2-BD59-A6C34878D82A}">
                        <a16:rowId xmlns:a16="http://schemas.microsoft.com/office/drawing/2014/main" val="1841949700"/>
                      </a:ext>
                    </a:extLst>
                  </a:tr>
                  <a:tr h="452438">
                    <a:tc>
                      <a:txBody>
                        <a:bodyPr/>
                        <a:lstStyle/>
                        <a:p>
                          <a:r>
                            <a:rPr lang="en-GB" dirty="0"/>
                            <a:t>Idempotent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extLst>
                      <a:ext uri="{0D108BD9-81ED-4DB2-BD59-A6C34878D82A}">
                        <a16:rowId xmlns:a16="http://schemas.microsoft.com/office/drawing/2014/main" val="62802421"/>
                      </a:ext>
                    </a:extLst>
                  </a:tr>
                  <a:tr h="452438">
                    <a:tc>
                      <a:txBody>
                        <a:bodyPr/>
                        <a:lstStyle/>
                        <a:p>
                          <a:r>
                            <a:rPr lang="en-GB" dirty="0"/>
                            <a:t>Inverse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=0</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=1</m:t>
                                </m:r>
                              </m:oMath>
                            </m:oMathPara>
                          </a14:m>
                          <a:endParaRPr lang="en-GB" dirty="0"/>
                        </a:p>
                      </a:txBody>
                      <a:tcPr/>
                    </a:tc>
                    <a:extLst>
                      <a:ext uri="{0D108BD9-81ED-4DB2-BD59-A6C34878D82A}">
                        <a16:rowId xmlns:a16="http://schemas.microsoft.com/office/drawing/2014/main" val="4166828392"/>
                      </a:ext>
                    </a:extLst>
                  </a:tr>
                  <a:tr h="452438">
                    <a:tc>
                      <a:txBody>
                        <a:bodyPr/>
                        <a:lstStyle/>
                        <a:p>
                          <a:r>
                            <a:rPr lang="en-GB" dirty="0"/>
                            <a:t>Commutative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extLst>
                      <a:ext uri="{0D108BD9-81ED-4DB2-BD59-A6C34878D82A}">
                        <a16:rowId xmlns:a16="http://schemas.microsoft.com/office/drawing/2014/main" val="2697631284"/>
                      </a:ext>
                    </a:extLst>
                  </a:tr>
                  <a:tr h="452438">
                    <a:tc>
                      <a:txBody>
                        <a:bodyPr/>
                        <a:lstStyle/>
                        <a:p>
                          <a:r>
                            <a:rPr lang="en-GB" dirty="0"/>
                            <a:t>Associative Law</a:t>
                          </a:r>
                        </a:p>
                      </a:txBody>
                      <a:tcPr/>
                    </a:tc>
                    <a:tc>
                      <a:txBody>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m:oMathPara>
                          </a14:m>
                          <a:endParaRPr lang="en-GB" dirty="0"/>
                        </a:p>
                      </a:txBody>
                      <a:tcPr/>
                    </a:tc>
                    <a:extLst>
                      <a:ext uri="{0D108BD9-81ED-4DB2-BD59-A6C34878D82A}">
                        <a16:rowId xmlns:a16="http://schemas.microsoft.com/office/drawing/2014/main" val="3219549440"/>
                      </a:ext>
                    </a:extLst>
                  </a:tr>
                  <a:tr h="452438">
                    <a:tc>
                      <a:txBody>
                        <a:bodyPr/>
                        <a:lstStyle/>
                        <a:p>
                          <a:r>
                            <a:rPr lang="en-GB" dirty="0"/>
                            <a:t>Distributive Law</a:t>
                          </a:r>
                        </a:p>
                      </a:txBody>
                      <a:tcPr/>
                    </a:tc>
                    <a:tc>
                      <a:txBody>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i="1" dirty="0" smtClean="0">
                                        <a:latin typeface="Cambria Math" panose="02040503050406030204" pitchFamily="18" charset="0"/>
                                      </a:rPr>
                                      <m:t>𝐵</m:t>
                                    </m:r>
                                    <m:r>
                                      <a:rPr lang="en-GB" b="0" i="1" dirty="0" smtClean="0">
                                        <a:latin typeface="Cambria Math" panose="02040503050406030204" pitchFamily="18" charset="0"/>
                                      </a:rPr>
                                      <m:t>∧</m:t>
                                    </m:r>
                                    <m:r>
                                      <a:rPr lang="en-GB" i="1" dirty="0" smtClean="0">
                                        <a:latin typeface="Cambria Math" panose="02040503050406030204" pitchFamily="18" charset="0"/>
                                      </a:rPr>
                                      <m:t>𝐶</m:t>
                                    </m:r>
                                  </m:e>
                                </m:d>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𝐵</m:t>
                                    </m:r>
                                  </m:e>
                                </m:d>
                                <m:r>
                                  <a:rPr lang="en-GB" b="0" i="1" dirty="0" smtClean="0">
                                    <a:latin typeface="Cambria Math" panose="02040503050406030204" pitchFamily="18" charset="0"/>
                                  </a:rPr>
                                  <m:t>∧(</m:t>
                                </m:r>
                                <m:r>
                                  <a:rPr lang="en-GB" b="0"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𝐶</m:t>
                                </m:r>
                                <m:r>
                                  <a:rPr lang="en-GB" b="0" i="1" dirty="0" smtClean="0">
                                    <a:latin typeface="Cambria Math" panose="02040503050406030204" pitchFamily="18" charset="0"/>
                                  </a:rPr>
                                  <m:t>)</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m:oMathPara>
                          </a14:m>
                          <a:endParaRPr lang="en-GB" dirty="0"/>
                        </a:p>
                      </a:txBody>
                      <a:tcPr/>
                    </a:tc>
                    <a:extLst>
                      <a:ext uri="{0D108BD9-81ED-4DB2-BD59-A6C34878D82A}">
                        <a16:rowId xmlns:a16="http://schemas.microsoft.com/office/drawing/2014/main" val="3360025627"/>
                      </a:ext>
                    </a:extLst>
                  </a:tr>
                  <a:tr h="452438">
                    <a:tc>
                      <a:txBody>
                        <a:bodyPr/>
                        <a:lstStyle/>
                        <a:p>
                          <a:r>
                            <a:rPr lang="en-GB" dirty="0"/>
                            <a:t>Absorption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tc>
                    <a:extLst>
                      <a:ext uri="{0D108BD9-81ED-4DB2-BD59-A6C34878D82A}">
                        <a16:rowId xmlns:a16="http://schemas.microsoft.com/office/drawing/2014/main" val="2798943848"/>
                      </a:ext>
                    </a:extLst>
                  </a:tr>
                  <a:tr h="452438">
                    <a:tc>
                      <a:txBody>
                        <a:bodyPr/>
                        <a:lstStyle/>
                        <a:p>
                          <a:r>
                            <a:rPr lang="en-GB" dirty="0"/>
                            <a:t>De Morgan’s Law</a:t>
                          </a:r>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m:rPr>
                                        <m:sty m:val="p"/>
                                      </m:rPr>
                                      <a:rPr lang="en-GB" b="0" i="1" smtClean="0">
                                        <a:latin typeface="Cambria Math" panose="02040503050406030204" pitchFamily="18" charset="0"/>
                                      </a:rPr>
                                      <m:t>B</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oMath>
                            </m:oMathPara>
                          </a14:m>
                          <a:endParaRPr lang="en-GB" dirty="0"/>
                        </a:p>
                      </a:txBody>
                      <a:tcPr/>
                    </a:tc>
                    <a:tc>
                      <a: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oMath>
                            </m:oMathPara>
                          </a14:m>
                          <a:endParaRPr lang="en-GB" dirty="0"/>
                        </a:p>
                      </a:txBody>
                      <a:tcPr/>
                    </a:tc>
                    <a:extLst>
                      <a:ext uri="{0D108BD9-81ED-4DB2-BD59-A6C34878D82A}">
                        <a16:rowId xmlns:a16="http://schemas.microsoft.com/office/drawing/2014/main" val="1045893707"/>
                      </a:ext>
                    </a:extLst>
                  </a:tr>
                </a:tbl>
              </a:graphicData>
            </a:graphic>
          </p:graphicFrame>
        </mc:Choice>
        <mc:Fallback xmlns="">
          <p:graphicFrame>
            <p:nvGraphicFramePr>
              <p:cNvPr id="4" name="Content Placeholder 3">
                <a:extLst>
                  <a:ext uri="{FF2B5EF4-FFF2-40B4-BE49-F238E27FC236}">
                    <a16:creationId xmlns:a16="http://schemas.microsoft.com/office/drawing/2014/main" id="{816C62D3-06B8-9641-81C6-1C34E64D5E41}"/>
                  </a:ext>
                </a:extLst>
              </p:cNvPr>
              <p:cNvGraphicFramePr>
                <a:graphicFrameLocks noGrp="1"/>
              </p:cNvGraphicFramePr>
              <p:nvPr>
                <p:ph idx="1"/>
                <p:extLst>
                  <p:ext uri="{D42A27DB-BD31-4B8C-83A1-F6EECF244321}">
                    <p14:modId xmlns:p14="http://schemas.microsoft.com/office/powerpoint/2010/main" val="2262908099"/>
                  </p:ext>
                </p:extLst>
              </p:nvPr>
            </p:nvGraphicFramePr>
            <p:xfrm>
              <a:off x="838200" y="1825624"/>
              <a:ext cx="10515597" cy="4524380"/>
            </p:xfrm>
            <a:graphic>
              <a:graphicData uri="http://schemas.openxmlformats.org/drawingml/2006/table">
                <a:tbl>
                  <a:tblPr firstRow="1" bandRow="1">
                    <a:tableStyleId>{7E9639D4-E3E2-4D34-9284-5A2195B3D0D7}</a:tableStyleId>
                  </a:tblPr>
                  <a:tblGrid>
                    <a:gridCol w="3505199">
                      <a:extLst>
                        <a:ext uri="{9D8B030D-6E8A-4147-A177-3AD203B41FA5}">
                          <a16:colId xmlns:a16="http://schemas.microsoft.com/office/drawing/2014/main" val="2669839795"/>
                        </a:ext>
                      </a:extLst>
                    </a:gridCol>
                    <a:gridCol w="3505199">
                      <a:extLst>
                        <a:ext uri="{9D8B030D-6E8A-4147-A177-3AD203B41FA5}">
                          <a16:colId xmlns:a16="http://schemas.microsoft.com/office/drawing/2014/main" val="3776092520"/>
                        </a:ext>
                      </a:extLst>
                    </a:gridCol>
                    <a:gridCol w="3505199">
                      <a:extLst>
                        <a:ext uri="{9D8B030D-6E8A-4147-A177-3AD203B41FA5}">
                          <a16:colId xmlns:a16="http://schemas.microsoft.com/office/drawing/2014/main" val="3290924242"/>
                        </a:ext>
                      </a:extLst>
                    </a:gridCol>
                  </a:tblGrid>
                  <a:tr h="452438">
                    <a:tc>
                      <a:txBody>
                        <a:bodyPr/>
                        <a:lstStyle/>
                        <a:p>
                          <a:pPr algn="ctr"/>
                          <a:r>
                            <a:rPr lang="en-GB" dirty="0"/>
                            <a:t>Name</a:t>
                          </a:r>
                        </a:p>
                      </a:txBody>
                      <a:tcPr/>
                    </a:tc>
                    <a:tc>
                      <a:txBody>
                        <a:bodyPr/>
                        <a:lstStyle/>
                        <a:p>
                          <a:pPr algn="ctr"/>
                          <a:r>
                            <a:rPr lang="en-GB" dirty="0"/>
                            <a:t>AND Form</a:t>
                          </a:r>
                        </a:p>
                      </a:txBody>
                      <a:tcPr/>
                    </a:tc>
                    <a:tc>
                      <a:txBody>
                        <a:bodyPr/>
                        <a:lstStyle/>
                        <a:p>
                          <a:pPr algn="ctr"/>
                          <a:r>
                            <a:rPr lang="en-GB" dirty="0"/>
                            <a:t>OR Form</a:t>
                          </a:r>
                        </a:p>
                      </a:txBody>
                      <a:tcPr/>
                    </a:tc>
                    <a:extLst>
                      <a:ext uri="{0D108BD9-81ED-4DB2-BD59-A6C34878D82A}">
                        <a16:rowId xmlns:a16="http://schemas.microsoft.com/office/drawing/2014/main" val="3091943560"/>
                      </a:ext>
                    </a:extLst>
                  </a:tr>
                  <a:tr h="452438">
                    <a:tc>
                      <a:txBody>
                        <a:bodyPr/>
                        <a:lstStyle/>
                        <a:p>
                          <a:r>
                            <a:rPr lang="en-GB" dirty="0"/>
                            <a:t>Identity Law</a:t>
                          </a:r>
                        </a:p>
                      </a:txBody>
                      <a:tcPr/>
                    </a:tc>
                    <a:tc>
                      <a:txBody>
                        <a:bodyPr/>
                        <a:lstStyle/>
                        <a:p>
                          <a:endParaRPr lang="en-US"/>
                        </a:p>
                      </a:txBody>
                      <a:tcPr>
                        <a:blipFill>
                          <a:blip r:embed="rId2"/>
                          <a:stretch>
                            <a:fillRect l="-100000" t="-105333" r="-100000" b="-793333"/>
                          </a:stretch>
                        </a:blipFill>
                      </a:tcPr>
                    </a:tc>
                    <a:tc>
                      <a:txBody>
                        <a:bodyPr/>
                        <a:lstStyle/>
                        <a:p>
                          <a:endParaRPr lang="en-US"/>
                        </a:p>
                      </a:txBody>
                      <a:tcPr>
                        <a:blipFill>
                          <a:blip r:embed="rId2"/>
                          <a:stretch>
                            <a:fillRect l="-200348" t="-105333" r="-174" b="-793333"/>
                          </a:stretch>
                        </a:blipFill>
                      </a:tcPr>
                    </a:tc>
                    <a:extLst>
                      <a:ext uri="{0D108BD9-81ED-4DB2-BD59-A6C34878D82A}">
                        <a16:rowId xmlns:a16="http://schemas.microsoft.com/office/drawing/2014/main" val="3450806422"/>
                      </a:ext>
                    </a:extLst>
                  </a:tr>
                  <a:tr h="452438">
                    <a:tc>
                      <a:txBody>
                        <a:bodyPr/>
                        <a:lstStyle/>
                        <a:p>
                          <a:r>
                            <a:rPr lang="en-GB" dirty="0"/>
                            <a:t>Null Law</a:t>
                          </a:r>
                        </a:p>
                      </a:txBody>
                      <a:tcPr/>
                    </a:tc>
                    <a:tc>
                      <a:txBody>
                        <a:bodyPr/>
                        <a:lstStyle/>
                        <a:p>
                          <a:endParaRPr lang="en-US"/>
                        </a:p>
                      </a:txBody>
                      <a:tcPr>
                        <a:blipFill>
                          <a:blip r:embed="rId2"/>
                          <a:stretch>
                            <a:fillRect l="-100000" t="-208108" r="-100000" b="-704054"/>
                          </a:stretch>
                        </a:blipFill>
                      </a:tcPr>
                    </a:tc>
                    <a:tc>
                      <a:txBody>
                        <a:bodyPr/>
                        <a:lstStyle/>
                        <a:p>
                          <a:endParaRPr lang="en-US"/>
                        </a:p>
                      </a:txBody>
                      <a:tcPr>
                        <a:blipFill>
                          <a:blip r:embed="rId2"/>
                          <a:stretch>
                            <a:fillRect l="-200348" t="-208108" r="-174" b="-704054"/>
                          </a:stretch>
                        </a:blipFill>
                      </a:tcPr>
                    </a:tc>
                    <a:extLst>
                      <a:ext uri="{0D108BD9-81ED-4DB2-BD59-A6C34878D82A}">
                        <a16:rowId xmlns:a16="http://schemas.microsoft.com/office/drawing/2014/main" val="1841949700"/>
                      </a:ext>
                    </a:extLst>
                  </a:tr>
                  <a:tr h="452438">
                    <a:tc>
                      <a:txBody>
                        <a:bodyPr/>
                        <a:lstStyle/>
                        <a:p>
                          <a:r>
                            <a:rPr lang="en-GB" dirty="0"/>
                            <a:t>Idempotent Law</a:t>
                          </a:r>
                        </a:p>
                      </a:txBody>
                      <a:tcPr/>
                    </a:tc>
                    <a:tc>
                      <a:txBody>
                        <a:bodyPr/>
                        <a:lstStyle/>
                        <a:p>
                          <a:endParaRPr lang="en-US"/>
                        </a:p>
                      </a:txBody>
                      <a:tcPr>
                        <a:blipFill>
                          <a:blip r:embed="rId2"/>
                          <a:stretch>
                            <a:fillRect l="-100000" t="-308108" r="-100000" b="-604054"/>
                          </a:stretch>
                        </a:blipFill>
                      </a:tcPr>
                    </a:tc>
                    <a:tc>
                      <a:txBody>
                        <a:bodyPr/>
                        <a:lstStyle/>
                        <a:p>
                          <a:endParaRPr lang="en-US"/>
                        </a:p>
                      </a:txBody>
                      <a:tcPr>
                        <a:blipFill>
                          <a:blip r:embed="rId2"/>
                          <a:stretch>
                            <a:fillRect l="-200348" t="-308108" r="-174" b="-604054"/>
                          </a:stretch>
                        </a:blipFill>
                      </a:tcPr>
                    </a:tc>
                    <a:extLst>
                      <a:ext uri="{0D108BD9-81ED-4DB2-BD59-A6C34878D82A}">
                        <a16:rowId xmlns:a16="http://schemas.microsoft.com/office/drawing/2014/main" val="62802421"/>
                      </a:ext>
                    </a:extLst>
                  </a:tr>
                  <a:tr h="452438">
                    <a:tc>
                      <a:txBody>
                        <a:bodyPr/>
                        <a:lstStyle/>
                        <a:p>
                          <a:r>
                            <a:rPr lang="en-GB" dirty="0"/>
                            <a:t>Inverse Law</a:t>
                          </a:r>
                        </a:p>
                      </a:txBody>
                      <a:tcPr/>
                    </a:tc>
                    <a:tc>
                      <a:txBody>
                        <a:bodyPr/>
                        <a:lstStyle/>
                        <a:p>
                          <a:endParaRPr lang="en-US"/>
                        </a:p>
                      </a:txBody>
                      <a:tcPr>
                        <a:blipFill>
                          <a:blip r:embed="rId2"/>
                          <a:stretch>
                            <a:fillRect l="-100000" t="-402667" r="-100000" b="-496000"/>
                          </a:stretch>
                        </a:blipFill>
                      </a:tcPr>
                    </a:tc>
                    <a:tc>
                      <a:txBody>
                        <a:bodyPr/>
                        <a:lstStyle/>
                        <a:p>
                          <a:endParaRPr lang="en-US"/>
                        </a:p>
                      </a:txBody>
                      <a:tcPr>
                        <a:blipFill>
                          <a:blip r:embed="rId2"/>
                          <a:stretch>
                            <a:fillRect l="-200348" t="-402667" r="-174" b="-496000"/>
                          </a:stretch>
                        </a:blipFill>
                      </a:tcPr>
                    </a:tc>
                    <a:extLst>
                      <a:ext uri="{0D108BD9-81ED-4DB2-BD59-A6C34878D82A}">
                        <a16:rowId xmlns:a16="http://schemas.microsoft.com/office/drawing/2014/main" val="4166828392"/>
                      </a:ext>
                    </a:extLst>
                  </a:tr>
                  <a:tr h="452438">
                    <a:tc>
                      <a:txBody>
                        <a:bodyPr/>
                        <a:lstStyle/>
                        <a:p>
                          <a:r>
                            <a:rPr lang="en-GB" dirty="0"/>
                            <a:t>Commutative Law</a:t>
                          </a:r>
                        </a:p>
                      </a:txBody>
                      <a:tcPr/>
                    </a:tc>
                    <a:tc>
                      <a:txBody>
                        <a:bodyPr/>
                        <a:lstStyle/>
                        <a:p>
                          <a:endParaRPr lang="en-US"/>
                        </a:p>
                      </a:txBody>
                      <a:tcPr>
                        <a:blipFill>
                          <a:blip r:embed="rId2"/>
                          <a:stretch>
                            <a:fillRect l="-100000" t="-509459" r="-100000" b="-402703"/>
                          </a:stretch>
                        </a:blipFill>
                      </a:tcPr>
                    </a:tc>
                    <a:tc>
                      <a:txBody>
                        <a:bodyPr/>
                        <a:lstStyle/>
                        <a:p>
                          <a:endParaRPr lang="en-US"/>
                        </a:p>
                      </a:txBody>
                      <a:tcPr>
                        <a:blipFill>
                          <a:blip r:embed="rId2"/>
                          <a:stretch>
                            <a:fillRect l="-200348" t="-509459" r="-174" b="-402703"/>
                          </a:stretch>
                        </a:blipFill>
                      </a:tcPr>
                    </a:tc>
                    <a:extLst>
                      <a:ext uri="{0D108BD9-81ED-4DB2-BD59-A6C34878D82A}">
                        <a16:rowId xmlns:a16="http://schemas.microsoft.com/office/drawing/2014/main" val="2697631284"/>
                      </a:ext>
                    </a:extLst>
                  </a:tr>
                  <a:tr h="452438">
                    <a:tc>
                      <a:txBody>
                        <a:bodyPr/>
                        <a:lstStyle/>
                        <a:p>
                          <a:r>
                            <a:rPr lang="en-GB" dirty="0"/>
                            <a:t>Associative Law</a:t>
                          </a:r>
                        </a:p>
                      </a:txBody>
                      <a:tcPr/>
                    </a:tc>
                    <a:tc>
                      <a:txBody>
                        <a:bodyPr/>
                        <a:lstStyle/>
                        <a:p>
                          <a:endParaRPr lang="en-US"/>
                        </a:p>
                      </a:txBody>
                      <a:tcPr>
                        <a:blipFill>
                          <a:blip r:embed="rId2"/>
                          <a:stretch>
                            <a:fillRect l="-100000" t="-609459" r="-100000" b="-302703"/>
                          </a:stretch>
                        </a:blipFill>
                      </a:tcPr>
                    </a:tc>
                    <a:tc>
                      <a:txBody>
                        <a:bodyPr/>
                        <a:lstStyle/>
                        <a:p>
                          <a:endParaRPr lang="en-US"/>
                        </a:p>
                      </a:txBody>
                      <a:tcPr>
                        <a:blipFill>
                          <a:blip r:embed="rId2"/>
                          <a:stretch>
                            <a:fillRect l="-200348" t="-609459" r="-174" b="-302703"/>
                          </a:stretch>
                        </a:blipFill>
                      </a:tcPr>
                    </a:tc>
                    <a:extLst>
                      <a:ext uri="{0D108BD9-81ED-4DB2-BD59-A6C34878D82A}">
                        <a16:rowId xmlns:a16="http://schemas.microsoft.com/office/drawing/2014/main" val="3219549440"/>
                      </a:ext>
                    </a:extLst>
                  </a:tr>
                  <a:tr h="452438">
                    <a:tc>
                      <a:txBody>
                        <a:bodyPr/>
                        <a:lstStyle/>
                        <a:p>
                          <a:r>
                            <a:rPr lang="en-GB" dirty="0"/>
                            <a:t>Distributive Law</a:t>
                          </a:r>
                        </a:p>
                      </a:txBody>
                      <a:tcPr/>
                    </a:tc>
                    <a:tc>
                      <a:txBody>
                        <a:bodyPr/>
                        <a:lstStyle/>
                        <a:p>
                          <a:endParaRPr lang="en-US"/>
                        </a:p>
                      </a:txBody>
                      <a:tcPr>
                        <a:blipFill>
                          <a:blip r:embed="rId2"/>
                          <a:stretch>
                            <a:fillRect l="-100000" t="-709459" r="-100000" b="-202703"/>
                          </a:stretch>
                        </a:blipFill>
                      </a:tcPr>
                    </a:tc>
                    <a:tc>
                      <a:txBody>
                        <a:bodyPr/>
                        <a:lstStyle/>
                        <a:p>
                          <a:endParaRPr lang="en-US"/>
                        </a:p>
                      </a:txBody>
                      <a:tcPr>
                        <a:blipFill>
                          <a:blip r:embed="rId2"/>
                          <a:stretch>
                            <a:fillRect l="-200348" t="-709459" r="-174" b="-202703"/>
                          </a:stretch>
                        </a:blipFill>
                      </a:tcPr>
                    </a:tc>
                    <a:extLst>
                      <a:ext uri="{0D108BD9-81ED-4DB2-BD59-A6C34878D82A}">
                        <a16:rowId xmlns:a16="http://schemas.microsoft.com/office/drawing/2014/main" val="3360025627"/>
                      </a:ext>
                    </a:extLst>
                  </a:tr>
                  <a:tr h="452438">
                    <a:tc>
                      <a:txBody>
                        <a:bodyPr/>
                        <a:lstStyle/>
                        <a:p>
                          <a:r>
                            <a:rPr lang="en-GB" dirty="0"/>
                            <a:t>Absorption Law</a:t>
                          </a:r>
                        </a:p>
                      </a:txBody>
                      <a:tcPr/>
                    </a:tc>
                    <a:tc>
                      <a:txBody>
                        <a:bodyPr/>
                        <a:lstStyle/>
                        <a:p>
                          <a:endParaRPr lang="en-US"/>
                        </a:p>
                      </a:txBody>
                      <a:tcPr>
                        <a:blipFill>
                          <a:blip r:embed="rId2"/>
                          <a:stretch>
                            <a:fillRect l="-100000" t="-798667" r="-100000" b="-100000"/>
                          </a:stretch>
                        </a:blipFill>
                      </a:tcPr>
                    </a:tc>
                    <a:tc>
                      <a:txBody>
                        <a:bodyPr/>
                        <a:lstStyle/>
                        <a:p>
                          <a:endParaRPr lang="en-US"/>
                        </a:p>
                      </a:txBody>
                      <a:tcPr>
                        <a:blipFill>
                          <a:blip r:embed="rId2"/>
                          <a:stretch>
                            <a:fillRect l="-200348" t="-798667" r="-174" b="-100000"/>
                          </a:stretch>
                        </a:blipFill>
                      </a:tcPr>
                    </a:tc>
                    <a:extLst>
                      <a:ext uri="{0D108BD9-81ED-4DB2-BD59-A6C34878D82A}">
                        <a16:rowId xmlns:a16="http://schemas.microsoft.com/office/drawing/2014/main" val="2798943848"/>
                      </a:ext>
                    </a:extLst>
                  </a:tr>
                  <a:tr h="452438">
                    <a:tc>
                      <a:txBody>
                        <a:bodyPr/>
                        <a:lstStyle/>
                        <a:p>
                          <a:r>
                            <a:rPr lang="en-GB" dirty="0"/>
                            <a:t>De Morgan’s Law</a:t>
                          </a:r>
                        </a:p>
                      </a:txBody>
                      <a:tcPr/>
                    </a:tc>
                    <a:tc>
                      <a:txBody>
                        <a:bodyPr/>
                        <a:lstStyle/>
                        <a:p>
                          <a:endParaRPr lang="en-US"/>
                        </a:p>
                      </a:txBody>
                      <a:tcPr>
                        <a:blipFill>
                          <a:blip r:embed="rId2"/>
                          <a:stretch>
                            <a:fillRect l="-100000" t="-910811" r="-100000" b="-1351"/>
                          </a:stretch>
                        </a:blipFill>
                      </a:tcPr>
                    </a:tc>
                    <a:tc>
                      <a:txBody>
                        <a:bodyPr/>
                        <a:lstStyle/>
                        <a:p>
                          <a:endParaRPr lang="en-US"/>
                        </a:p>
                      </a:txBody>
                      <a:tcPr>
                        <a:blipFill>
                          <a:blip r:embed="rId2"/>
                          <a:stretch>
                            <a:fillRect l="-200348" t="-910811" r="-174" b="-1351"/>
                          </a:stretch>
                        </a:blipFill>
                      </a:tcPr>
                    </a:tc>
                    <a:extLst>
                      <a:ext uri="{0D108BD9-81ED-4DB2-BD59-A6C34878D82A}">
                        <a16:rowId xmlns:a16="http://schemas.microsoft.com/office/drawing/2014/main" val="1045893707"/>
                      </a:ext>
                    </a:extLst>
                  </a:tr>
                </a:tbl>
              </a:graphicData>
            </a:graphic>
          </p:graphicFrame>
        </mc:Fallback>
      </mc:AlternateContent>
    </p:spTree>
    <p:extLst>
      <p:ext uri="{BB962C8B-B14F-4D97-AF65-F5344CB8AC3E}">
        <p14:creationId xmlns:p14="http://schemas.microsoft.com/office/powerpoint/2010/main" val="2475208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Identity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1∧</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i="1">
                        <a:latin typeface="Cambria Math" panose="02040503050406030204" pitchFamily="18" charset="0"/>
                      </a:rPr>
                      <m:t>0</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57505">
                    <a:tc>
                      <a:txBody>
                        <a:bodyPr/>
                        <a:lstStyle/>
                        <a:p>
                          <a:pPr algn="ctr"/>
                          <a:r>
                            <a:rPr lang="en-GB"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𝟏</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3297123339"/>
                  </p:ext>
                </p:extLst>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pPr algn="ctr"/>
                          <a:r>
                            <a:rPr lang="en-GB" dirty="0"/>
                            <a:t>1</a:t>
                          </a:r>
                        </a:p>
                      </a:txBody>
                      <a:tcPr/>
                    </a:tc>
                    <a:tc>
                      <a:txBody>
                        <a:bodyPr/>
                        <a:lstStyle/>
                        <a:p>
                          <a:endParaRPr lang="en-US"/>
                        </a:p>
                      </a:txBody>
                      <a:tcPr>
                        <a:blipFill>
                          <a:blip r:embed="rId4"/>
                          <a:stretch>
                            <a:fillRect l="-100000" t="-8333" r="-100000" b="-228333"/>
                          </a:stretch>
                        </a:blipFill>
                      </a:tcPr>
                    </a:tc>
                    <a:tc>
                      <a:txBody>
                        <a:bodyPr/>
                        <a:lstStyle/>
                        <a:p>
                          <a:endParaRPr lang="en-US"/>
                        </a:p>
                      </a:txBody>
                      <a:tcPr>
                        <a:blipFill>
                          <a:blip r:embed="rId4"/>
                          <a:stretch>
                            <a:fillRect l="-201370" t="-8333" r="-685" b="-228333"/>
                          </a:stretch>
                        </a:blipFill>
                      </a:tcPr>
                    </a:tc>
                    <a:extLst>
                      <a:ext uri="{0D108BD9-81ED-4DB2-BD59-A6C34878D82A}">
                        <a16:rowId xmlns:a16="http://schemas.microsoft.com/office/drawing/2014/main" val="1853461169"/>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0">
                    <a:tc>
                      <a:txBody>
                        <a:bodyPr/>
                        <a:lstStyle/>
                        <a:p>
                          <a:pPr algn="ctr"/>
                          <a:r>
                            <a:rPr lang="en-GB"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0∨</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extLst>
                  <p:ext uri="{D42A27DB-BD31-4B8C-83A1-F6EECF244321}">
                    <p14:modId xmlns:p14="http://schemas.microsoft.com/office/powerpoint/2010/main" val="3080625597"/>
                  </p:ext>
                </p:extLst>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pPr algn="ctr"/>
                          <a:r>
                            <a:rPr lang="en-GB" dirty="0"/>
                            <a:t>0</a:t>
                          </a:r>
                        </a:p>
                      </a:txBody>
                      <a:tcPr/>
                    </a:tc>
                    <a:tc>
                      <a:txBody>
                        <a:bodyPr/>
                        <a:lstStyle/>
                        <a:p>
                          <a:endParaRPr lang="en-US"/>
                        </a:p>
                      </a:txBody>
                      <a:tcPr>
                        <a:blipFill>
                          <a:blip r:embed="rId5"/>
                          <a:stretch>
                            <a:fillRect l="-99320" t="-8333" r="-100000" b="-228333"/>
                          </a:stretch>
                        </a:blipFill>
                      </a:tcPr>
                    </a:tc>
                    <a:tc>
                      <a:txBody>
                        <a:bodyPr/>
                        <a:lstStyle/>
                        <a:p>
                          <a:endParaRPr lang="en-US"/>
                        </a:p>
                      </a:txBody>
                      <a:tcPr>
                        <a:blipFill>
                          <a:blip r:embed="rId5"/>
                          <a:stretch>
                            <a:fillRect l="-200685" t="-8333" r="-685"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p:spTree>
    <p:extLst>
      <p:ext uri="{BB962C8B-B14F-4D97-AF65-F5344CB8AC3E}">
        <p14:creationId xmlns:p14="http://schemas.microsoft.com/office/powerpoint/2010/main" val="1318305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Null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rPr>
                      <m:t>𝐴</m:t>
                    </m:r>
                    <m:r>
                      <a:rPr lang="en-GB" b="0" i="1" smtClean="0">
                        <a:latin typeface="Cambria Math" panose="02040503050406030204" pitchFamily="18" charset="0"/>
                      </a:rPr>
                      <m:t>=0</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i="1" smtClean="0">
                        <a:latin typeface="Cambria Math" panose="02040503050406030204" pitchFamily="18" charset="0"/>
                      </a:rPr>
                      <m:t>1</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=1</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57505">
                    <a:tc>
                      <a:txBody>
                        <a:bodyPr/>
                        <a:lstStyle/>
                        <a:p>
                          <a:pPr algn="ctr"/>
                          <a:r>
                            <a:rPr lang="en-GB"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𝟎</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2701225929"/>
                  </p:ext>
                </p:extLst>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pPr algn="ctr"/>
                          <a:r>
                            <a:rPr lang="en-GB" dirty="0"/>
                            <a:t>0</a:t>
                          </a:r>
                        </a:p>
                      </a:txBody>
                      <a:tcPr/>
                    </a:tc>
                    <a:tc>
                      <a:txBody>
                        <a:bodyPr/>
                        <a:lstStyle/>
                        <a:p>
                          <a:endParaRPr lang="en-US"/>
                        </a:p>
                      </a:txBody>
                      <a:tcPr>
                        <a:blipFill>
                          <a:blip r:embed="rId4"/>
                          <a:stretch>
                            <a:fillRect l="-100000" t="-8333" r="-100000" b="-228333"/>
                          </a:stretch>
                        </a:blipFill>
                      </a:tcPr>
                    </a:tc>
                    <a:tc>
                      <a:txBody>
                        <a:bodyPr/>
                        <a:lstStyle/>
                        <a:p>
                          <a:endParaRPr lang="en-US"/>
                        </a:p>
                      </a:txBody>
                      <a:tcPr>
                        <a:blipFill>
                          <a:blip r:embed="rId4"/>
                          <a:stretch>
                            <a:fillRect l="-201370" t="-8333" r="-685"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0">
                    <a:tc>
                      <a:txBody>
                        <a:bodyPr/>
                        <a:lstStyle/>
                        <a:p>
                          <a:pPr algn="ctr"/>
                          <a:r>
                            <a:rPr lang="en-GB"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1∨</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extLst>
                  <p:ext uri="{D42A27DB-BD31-4B8C-83A1-F6EECF244321}">
                    <p14:modId xmlns:p14="http://schemas.microsoft.com/office/powerpoint/2010/main" val="651177674"/>
                  </p:ext>
                </p:extLst>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pPr algn="ctr"/>
                          <a:r>
                            <a:rPr lang="en-GB" dirty="0"/>
                            <a:t>0</a:t>
                          </a:r>
                        </a:p>
                      </a:txBody>
                      <a:tcPr/>
                    </a:tc>
                    <a:tc>
                      <a:txBody>
                        <a:bodyPr/>
                        <a:lstStyle/>
                        <a:p>
                          <a:endParaRPr lang="en-US"/>
                        </a:p>
                      </a:txBody>
                      <a:tcPr>
                        <a:blipFill>
                          <a:blip r:embed="rId5"/>
                          <a:stretch>
                            <a:fillRect l="-99320" t="-8333" r="-100000" b="-228333"/>
                          </a:stretch>
                        </a:blipFill>
                      </a:tcPr>
                    </a:tc>
                    <a:tc>
                      <a:txBody>
                        <a:bodyPr/>
                        <a:lstStyle/>
                        <a:p>
                          <a:endParaRPr lang="en-US"/>
                        </a:p>
                      </a:txBody>
                      <a:tcPr>
                        <a:blipFill>
                          <a:blip r:embed="rId5"/>
                          <a:stretch>
                            <a:fillRect l="-200685" t="-8333" r="-685" b="-228333"/>
                          </a:stretch>
                        </a:blipFill>
                      </a:tcPr>
                    </a:tc>
                    <a:extLst>
                      <a:ext uri="{0D108BD9-81ED-4DB2-BD59-A6C34878D82A}">
                        <a16:rowId xmlns:a16="http://schemas.microsoft.com/office/drawing/2014/main" val="1853461169"/>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p:spTree>
    <p:extLst>
      <p:ext uri="{BB962C8B-B14F-4D97-AF65-F5344CB8AC3E}">
        <p14:creationId xmlns:p14="http://schemas.microsoft.com/office/powerpoint/2010/main" val="3190321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Idempotent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1848788877"/>
                  </p:ext>
                </p:extLst>
              </p:nvPr>
            </p:nvGraphicFramePr>
            <p:xfrm>
              <a:off x="1356361" y="3119120"/>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endParaRPr lang="en-US"/>
                        </a:p>
                      </a:txBody>
                      <a:tcPr>
                        <a:blipFill>
                          <a:blip r:embed="rId4"/>
                          <a:stretch>
                            <a:fillRect l="-685" r="-201370" b="-228333"/>
                          </a:stretch>
                        </a:blipFill>
                      </a:tcPr>
                    </a:tc>
                    <a:tc>
                      <a:txBody>
                        <a:bodyPr/>
                        <a:lstStyle/>
                        <a:p>
                          <a:endParaRPr lang="en-US"/>
                        </a:p>
                      </a:txBody>
                      <a:tcPr>
                        <a:blipFill>
                          <a:blip r:embed="rId4"/>
                          <a:stretch>
                            <a:fillRect l="-100000" r="-100000" b="-228333"/>
                          </a:stretch>
                        </a:blipFill>
                      </a:tcPr>
                    </a:tc>
                    <a:tc>
                      <a:txBody>
                        <a:bodyPr/>
                        <a:lstStyle/>
                        <a:p>
                          <a:endParaRPr lang="en-US"/>
                        </a:p>
                      </a:txBody>
                      <a:tcPr>
                        <a:blipFill>
                          <a:blip r:embed="rId4"/>
                          <a:stretch>
                            <a:fillRect l="-201370" r="-685"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0">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extLst>
                  <p:ext uri="{D42A27DB-BD31-4B8C-83A1-F6EECF244321}">
                    <p14:modId xmlns:p14="http://schemas.microsoft.com/office/powerpoint/2010/main" val="2497955041"/>
                  </p:ext>
                </p:extLst>
              </p:nvPr>
            </p:nvGraphicFramePr>
            <p:xfrm>
              <a:off x="6514148" y="3105785"/>
              <a:ext cx="2667000" cy="1107440"/>
            </p:xfrm>
            <a:graphic>
              <a:graphicData uri="http://schemas.openxmlformats.org/drawingml/2006/table">
                <a:tbl>
                  <a:tblPr firstRow="1" bandRow="1">
                    <a:tableStyleId>{7E9639D4-E3E2-4D34-9284-5A2195B3D0D7}</a:tableStyleId>
                  </a:tblPr>
                  <a:tblGrid>
                    <a:gridCol w="889000">
                      <a:extLst>
                        <a:ext uri="{9D8B030D-6E8A-4147-A177-3AD203B41FA5}">
                          <a16:colId xmlns:a16="http://schemas.microsoft.com/office/drawing/2014/main" val="1817906471"/>
                        </a:ext>
                      </a:extLst>
                    </a:gridCol>
                    <a:gridCol w="889000">
                      <a:extLst>
                        <a:ext uri="{9D8B030D-6E8A-4147-A177-3AD203B41FA5}">
                          <a16:colId xmlns:a16="http://schemas.microsoft.com/office/drawing/2014/main" val="3260625661"/>
                        </a:ext>
                      </a:extLst>
                    </a:gridCol>
                    <a:gridCol w="889000">
                      <a:extLst>
                        <a:ext uri="{9D8B030D-6E8A-4147-A177-3AD203B41FA5}">
                          <a16:colId xmlns:a16="http://schemas.microsoft.com/office/drawing/2014/main" val="3117082201"/>
                        </a:ext>
                      </a:extLst>
                    </a:gridCol>
                  </a:tblGrid>
                  <a:tr h="365760">
                    <a:tc>
                      <a:txBody>
                        <a:bodyPr/>
                        <a:lstStyle/>
                        <a:p>
                          <a:endParaRPr lang="en-US"/>
                        </a:p>
                      </a:txBody>
                      <a:tcPr>
                        <a:blipFill>
                          <a:blip r:embed="rId5"/>
                          <a:stretch>
                            <a:fillRect t="-1667" r="-201370" b="-228333"/>
                          </a:stretch>
                        </a:blipFill>
                      </a:tcPr>
                    </a:tc>
                    <a:tc>
                      <a:txBody>
                        <a:bodyPr/>
                        <a:lstStyle/>
                        <a:p>
                          <a:endParaRPr lang="en-US"/>
                        </a:p>
                      </a:txBody>
                      <a:tcPr>
                        <a:blipFill>
                          <a:blip r:embed="rId5"/>
                          <a:stretch>
                            <a:fillRect l="-99320" t="-1667" r="-100000" b="-228333"/>
                          </a:stretch>
                        </a:blipFill>
                      </a:tcPr>
                    </a:tc>
                    <a:tc>
                      <a:txBody>
                        <a:bodyPr/>
                        <a:lstStyle/>
                        <a:p>
                          <a:endParaRPr lang="en-US"/>
                        </a:p>
                      </a:txBody>
                      <a:tcPr>
                        <a:blipFill>
                          <a:blip r:embed="rId5"/>
                          <a:stretch>
                            <a:fillRect l="-200685" t="-1667" r="-685"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p:spTree>
    <p:extLst>
      <p:ext uri="{BB962C8B-B14F-4D97-AF65-F5344CB8AC3E}">
        <p14:creationId xmlns:p14="http://schemas.microsoft.com/office/powerpoint/2010/main" val="271333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Inverse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=0</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=1</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60" y="3119120"/>
              <a:ext cx="2890518" cy="1107440"/>
            </p:xfrm>
            <a:graphic>
              <a:graphicData uri="http://schemas.openxmlformats.org/drawingml/2006/table">
                <a:tbl>
                  <a:tblPr firstRow="1" bandRow="1">
                    <a:tableStyleId>{7E9639D4-E3E2-4D34-9284-5A2195B3D0D7}</a:tableStyleId>
                  </a:tblPr>
                  <a:tblGrid>
                    <a:gridCol w="963506">
                      <a:extLst>
                        <a:ext uri="{9D8B030D-6E8A-4147-A177-3AD203B41FA5}">
                          <a16:colId xmlns:a16="http://schemas.microsoft.com/office/drawing/2014/main" val="1817906471"/>
                        </a:ext>
                      </a:extLst>
                    </a:gridCol>
                    <a:gridCol w="963506">
                      <a:extLst>
                        <a:ext uri="{9D8B030D-6E8A-4147-A177-3AD203B41FA5}">
                          <a16:colId xmlns:a16="http://schemas.microsoft.com/office/drawing/2014/main" val="3260625661"/>
                        </a:ext>
                      </a:extLst>
                    </a:gridCol>
                    <a:gridCol w="963506">
                      <a:extLst>
                        <a:ext uri="{9D8B030D-6E8A-4147-A177-3AD203B41FA5}">
                          <a16:colId xmlns:a16="http://schemas.microsoft.com/office/drawing/2014/main" val="3117082201"/>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m:t>
                                </m:r>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3595901495"/>
                  </p:ext>
                </p:extLst>
              </p:nvPr>
            </p:nvGraphicFramePr>
            <p:xfrm>
              <a:off x="1356360" y="3119120"/>
              <a:ext cx="2890518" cy="1107440"/>
            </p:xfrm>
            <a:graphic>
              <a:graphicData uri="http://schemas.openxmlformats.org/drawingml/2006/table">
                <a:tbl>
                  <a:tblPr firstRow="1" bandRow="1">
                    <a:tableStyleId>{7E9639D4-E3E2-4D34-9284-5A2195B3D0D7}</a:tableStyleId>
                  </a:tblPr>
                  <a:tblGrid>
                    <a:gridCol w="963506">
                      <a:extLst>
                        <a:ext uri="{9D8B030D-6E8A-4147-A177-3AD203B41FA5}">
                          <a16:colId xmlns:a16="http://schemas.microsoft.com/office/drawing/2014/main" val="1817906471"/>
                        </a:ext>
                      </a:extLst>
                    </a:gridCol>
                    <a:gridCol w="963506">
                      <a:extLst>
                        <a:ext uri="{9D8B030D-6E8A-4147-A177-3AD203B41FA5}">
                          <a16:colId xmlns:a16="http://schemas.microsoft.com/office/drawing/2014/main" val="3260625661"/>
                        </a:ext>
                      </a:extLst>
                    </a:gridCol>
                    <a:gridCol w="963506">
                      <a:extLst>
                        <a:ext uri="{9D8B030D-6E8A-4147-A177-3AD203B41FA5}">
                          <a16:colId xmlns:a16="http://schemas.microsoft.com/office/drawing/2014/main" val="3117082201"/>
                        </a:ext>
                      </a:extLst>
                    </a:gridCol>
                  </a:tblGrid>
                  <a:tr h="365760">
                    <a:tc>
                      <a:txBody>
                        <a:bodyPr/>
                        <a:lstStyle/>
                        <a:p>
                          <a:endParaRPr lang="en-US"/>
                        </a:p>
                      </a:txBody>
                      <a:tcPr>
                        <a:blipFill>
                          <a:blip r:embed="rId4"/>
                          <a:stretch>
                            <a:fillRect l="-633" r="-201266" b="-228333"/>
                          </a:stretch>
                        </a:blipFill>
                      </a:tcPr>
                    </a:tc>
                    <a:tc>
                      <a:txBody>
                        <a:bodyPr/>
                        <a:lstStyle/>
                        <a:p>
                          <a:endParaRPr lang="en-US"/>
                        </a:p>
                      </a:txBody>
                      <a:tcPr>
                        <a:blipFill>
                          <a:blip r:embed="rId4"/>
                          <a:stretch>
                            <a:fillRect l="-100000" r="-100000" b="-228333"/>
                          </a:stretch>
                        </a:blipFill>
                      </a:tcPr>
                    </a:tc>
                    <a:tc>
                      <a:txBody>
                        <a:bodyPr/>
                        <a:lstStyle/>
                        <a:p>
                          <a:endParaRPr lang="en-US"/>
                        </a:p>
                      </a:txBody>
                      <a:tcPr>
                        <a:blipFill>
                          <a:blip r:embed="rId4"/>
                          <a:stretch>
                            <a:fillRect l="-201266" r="-633"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nvGraphicFramePr>
            <p:xfrm>
              <a:off x="6514148" y="3105785"/>
              <a:ext cx="3046413" cy="1107440"/>
            </p:xfrm>
            <a:graphic>
              <a:graphicData uri="http://schemas.openxmlformats.org/drawingml/2006/table">
                <a:tbl>
                  <a:tblPr firstRow="1" bandRow="1">
                    <a:tableStyleId>{7E9639D4-E3E2-4D34-9284-5A2195B3D0D7}</a:tableStyleId>
                  </a:tblPr>
                  <a:tblGrid>
                    <a:gridCol w="1015471">
                      <a:extLst>
                        <a:ext uri="{9D8B030D-6E8A-4147-A177-3AD203B41FA5}">
                          <a16:colId xmlns:a16="http://schemas.microsoft.com/office/drawing/2014/main" val="1817906471"/>
                        </a:ext>
                      </a:extLst>
                    </a:gridCol>
                    <a:gridCol w="1015471">
                      <a:extLst>
                        <a:ext uri="{9D8B030D-6E8A-4147-A177-3AD203B41FA5}">
                          <a16:colId xmlns:a16="http://schemas.microsoft.com/office/drawing/2014/main" val="3260625661"/>
                        </a:ext>
                      </a:extLst>
                    </a:gridCol>
                    <a:gridCol w="1015471">
                      <a:extLst>
                        <a:ext uri="{9D8B030D-6E8A-4147-A177-3AD203B41FA5}">
                          <a16:colId xmlns:a16="http://schemas.microsoft.com/office/drawing/2014/main" val="3117082201"/>
                        </a:ext>
                      </a:extLst>
                    </a:gridCol>
                  </a:tblGrid>
                  <a:tr h="0">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dirty="0" smtClean="0">
                                    <a:latin typeface="Cambria Math" panose="02040503050406030204" pitchFamily="18" charset="0"/>
                                  </a:rPr>
                                  <m:t>¬</m:t>
                                </m:r>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Choice>
        <mc:Fallback xmlns="">
          <p:graphicFrame>
            <p:nvGraphicFramePr>
              <p:cNvPr id="9" name="Content Placeholder 3">
                <a:extLst>
                  <a:ext uri="{FF2B5EF4-FFF2-40B4-BE49-F238E27FC236}">
                    <a16:creationId xmlns:a16="http://schemas.microsoft.com/office/drawing/2014/main" id="{46F0C9A3-2512-A983-5278-0625E7AF840B}"/>
                  </a:ext>
                </a:extLst>
              </p:cNvPr>
              <p:cNvGraphicFramePr>
                <a:graphicFrameLocks/>
              </p:cNvGraphicFramePr>
              <p:nvPr>
                <p:extLst>
                  <p:ext uri="{D42A27DB-BD31-4B8C-83A1-F6EECF244321}">
                    <p14:modId xmlns:p14="http://schemas.microsoft.com/office/powerpoint/2010/main" val="2917924530"/>
                  </p:ext>
                </p:extLst>
              </p:nvPr>
            </p:nvGraphicFramePr>
            <p:xfrm>
              <a:off x="6514148" y="3105785"/>
              <a:ext cx="3046413" cy="1107440"/>
            </p:xfrm>
            <a:graphic>
              <a:graphicData uri="http://schemas.openxmlformats.org/drawingml/2006/table">
                <a:tbl>
                  <a:tblPr firstRow="1" bandRow="1">
                    <a:tableStyleId>{7E9639D4-E3E2-4D34-9284-5A2195B3D0D7}</a:tableStyleId>
                  </a:tblPr>
                  <a:tblGrid>
                    <a:gridCol w="1015471">
                      <a:extLst>
                        <a:ext uri="{9D8B030D-6E8A-4147-A177-3AD203B41FA5}">
                          <a16:colId xmlns:a16="http://schemas.microsoft.com/office/drawing/2014/main" val="1817906471"/>
                        </a:ext>
                      </a:extLst>
                    </a:gridCol>
                    <a:gridCol w="1015471">
                      <a:extLst>
                        <a:ext uri="{9D8B030D-6E8A-4147-A177-3AD203B41FA5}">
                          <a16:colId xmlns:a16="http://schemas.microsoft.com/office/drawing/2014/main" val="3260625661"/>
                        </a:ext>
                      </a:extLst>
                    </a:gridCol>
                    <a:gridCol w="1015471">
                      <a:extLst>
                        <a:ext uri="{9D8B030D-6E8A-4147-A177-3AD203B41FA5}">
                          <a16:colId xmlns:a16="http://schemas.microsoft.com/office/drawing/2014/main" val="3117082201"/>
                        </a:ext>
                      </a:extLst>
                    </a:gridCol>
                  </a:tblGrid>
                  <a:tr h="365760">
                    <a:tc>
                      <a:txBody>
                        <a:bodyPr/>
                        <a:lstStyle/>
                        <a:p>
                          <a:endParaRPr lang="en-US"/>
                        </a:p>
                      </a:txBody>
                      <a:tcPr>
                        <a:blipFill>
                          <a:blip r:embed="rId5"/>
                          <a:stretch>
                            <a:fillRect t="-1667" r="-200599" b="-228333"/>
                          </a:stretch>
                        </a:blipFill>
                      </a:tcPr>
                    </a:tc>
                    <a:tc>
                      <a:txBody>
                        <a:bodyPr/>
                        <a:lstStyle/>
                        <a:p>
                          <a:endParaRPr lang="en-US"/>
                        </a:p>
                      </a:txBody>
                      <a:tcPr>
                        <a:blipFill>
                          <a:blip r:embed="rId5"/>
                          <a:stretch>
                            <a:fillRect l="-100000" t="-1667" r="-100599" b="-228333"/>
                          </a:stretch>
                        </a:blipFill>
                      </a:tcPr>
                    </a:tc>
                    <a:tc>
                      <a:txBody>
                        <a:bodyPr/>
                        <a:lstStyle/>
                        <a:p>
                          <a:endParaRPr lang="en-US"/>
                        </a:p>
                      </a:txBody>
                      <a:tcPr>
                        <a:blipFill>
                          <a:blip r:embed="rId5"/>
                          <a:stretch>
                            <a:fillRect l="-200000" t="-1667" r="-599" b="-228333"/>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650895356"/>
                      </a:ext>
                    </a:extLst>
                  </a:tr>
                </a:tbl>
              </a:graphicData>
            </a:graphic>
          </p:graphicFrame>
        </mc:Fallback>
      </mc:AlternateContent>
    </p:spTree>
    <p:extLst>
      <p:ext uri="{BB962C8B-B14F-4D97-AF65-F5344CB8AC3E}">
        <p14:creationId xmlns:p14="http://schemas.microsoft.com/office/powerpoint/2010/main" val="874173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Commutative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59" y="3119120"/>
              <a:ext cx="3362960" cy="1849120"/>
            </p:xfrm>
            <a:graphic>
              <a:graphicData uri="http://schemas.openxmlformats.org/drawingml/2006/table">
                <a:tbl>
                  <a:tblPr firstRow="1" bandRow="1">
                    <a:tableStyleId>{7E9639D4-E3E2-4D34-9284-5A2195B3D0D7}</a:tableStyleId>
                  </a:tblPr>
                  <a:tblGrid>
                    <a:gridCol w="840740">
                      <a:extLst>
                        <a:ext uri="{9D8B030D-6E8A-4147-A177-3AD203B41FA5}">
                          <a16:colId xmlns:a16="http://schemas.microsoft.com/office/drawing/2014/main" val="1817906471"/>
                        </a:ext>
                      </a:extLst>
                    </a:gridCol>
                    <a:gridCol w="840740">
                      <a:extLst>
                        <a:ext uri="{9D8B030D-6E8A-4147-A177-3AD203B41FA5}">
                          <a16:colId xmlns:a16="http://schemas.microsoft.com/office/drawing/2014/main" val="3260625661"/>
                        </a:ext>
                      </a:extLst>
                    </a:gridCol>
                    <a:gridCol w="840740">
                      <a:extLst>
                        <a:ext uri="{9D8B030D-6E8A-4147-A177-3AD203B41FA5}">
                          <a16:colId xmlns:a16="http://schemas.microsoft.com/office/drawing/2014/main" val="3117082201"/>
                        </a:ext>
                      </a:extLst>
                    </a:gridCol>
                    <a:gridCol w="840740">
                      <a:extLst>
                        <a:ext uri="{9D8B030D-6E8A-4147-A177-3AD203B41FA5}">
                          <a16:colId xmlns:a16="http://schemas.microsoft.com/office/drawing/2014/main" val="2292869562"/>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tc>
                      <a:txBody>
                        <a:bodyPr/>
                        <a:lstStyle/>
                        <a:p>
                          <a:pPr algn="ctr"/>
                          <a14:m>
                            <m:oMath xmlns:m="http://schemas.openxmlformats.org/officeDocument/2006/math">
                              <m:r>
                                <a:rPr lang="en-GB" b="1" i="1" baseline="0" smtClean="0">
                                  <a:latin typeface="Cambria Math" panose="02040503050406030204" pitchFamily="18" charset="0"/>
                                </a:rPr>
                                <m:t>𝑩</m:t>
                              </m:r>
                              <m:r>
                                <a:rPr lang="en-GB" b="1" i="1" baseline="0" smtClean="0">
                                  <a:latin typeface="Cambria Math" panose="02040503050406030204" pitchFamily="18" charset="0"/>
                                </a:rPr>
                                <m:t>∧</m:t>
                              </m:r>
                              <m:r>
                                <a:rPr lang="en-GB" b="1" i="1" baseline="0" smtClean="0">
                                  <a:latin typeface="Cambria Math" panose="02040503050406030204" pitchFamily="18" charset="0"/>
                                </a:rPr>
                                <m:t>𝑨</m:t>
                              </m:r>
                            </m:oMath>
                          </a14:m>
                          <a:r>
                            <a:rPr lang="en-GB" baseline="0" dirty="0"/>
                            <a:t> </a:t>
                          </a:r>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3157346635"/>
                  </p:ext>
                </p:extLst>
              </p:nvPr>
            </p:nvGraphicFramePr>
            <p:xfrm>
              <a:off x="1356359" y="3119120"/>
              <a:ext cx="3362960" cy="1849120"/>
            </p:xfrm>
            <a:graphic>
              <a:graphicData uri="http://schemas.openxmlformats.org/drawingml/2006/table">
                <a:tbl>
                  <a:tblPr firstRow="1" bandRow="1">
                    <a:tableStyleId>{7E9639D4-E3E2-4D34-9284-5A2195B3D0D7}</a:tableStyleId>
                  </a:tblPr>
                  <a:tblGrid>
                    <a:gridCol w="840740">
                      <a:extLst>
                        <a:ext uri="{9D8B030D-6E8A-4147-A177-3AD203B41FA5}">
                          <a16:colId xmlns:a16="http://schemas.microsoft.com/office/drawing/2014/main" val="1817906471"/>
                        </a:ext>
                      </a:extLst>
                    </a:gridCol>
                    <a:gridCol w="840740">
                      <a:extLst>
                        <a:ext uri="{9D8B030D-6E8A-4147-A177-3AD203B41FA5}">
                          <a16:colId xmlns:a16="http://schemas.microsoft.com/office/drawing/2014/main" val="3260625661"/>
                        </a:ext>
                      </a:extLst>
                    </a:gridCol>
                    <a:gridCol w="840740">
                      <a:extLst>
                        <a:ext uri="{9D8B030D-6E8A-4147-A177-3AD203B41FA5}">
                          <a16:colId xmlns:a16="http://schemas.microsoft.com/office/drawing/2014/main" val="3117082201"/>
                        </a:ext>
                      </a:extLst>
                    </a:gridCol>
                    <a:gridCol w="840740">
                      <a:extLst>
                        <a:ext uri="{9D8B030D-6E8A-4147-A177-3AD203B41FA5}">
                          <a16:colId xmlns:a16="http://schemas.microsoft.com/office/drawing/2014/main" val="2292869562"/>
                        </a:ext>
                      </a:extLst>
                    </a:gridCol>
                  </a:tblGrid>
                  <a:tr h="365760">
                    <a:tc>
                      <a:txBody>
                        <a:bodyPr/>
                        <a:lstStyle/>
                        <a:p>
                          <a:endParaRPr lang="en-US"/>
                        </a:p>
                      </a:txBody>
                      <a:tcPr>
                        <a:blipFill>
                          <a:blip r:embed="rId4"/>
                          <a:stretch>
                            <a:fillRect l="-725" r="-301449" b="-431667"/>
                          </a:stretch>
                        </a:blipFill>
                      </a:tcPr>
                    </a:tc>
                    <a:tc>
                      <a:txBody>
                        <a:bodyPr/>
                        <a:lstStyle/>
                        <a:p>
                          <a:endParaRPr lang="en-US"/>
                        </a:p>
                      </a:txBody>
                      <a:tcPr>
                        <a:blipFill>
                          <a:blip r:embed="rId4"/>
                          <a:stretch>
                            <a:fillRect l="-100000" r="-199281" b="-431667"/>
                          </a:stretch>
                        </a:blipFill>
                      </a:tcPr>
                    </a:tc>
                    <a:tc>
                      <a:txBody>
                        <a:bodyPr/>
                        <a:lstStyle/>
                        <a:p>
                          <a:endParaRPr lang="en-US"/>
                        </a:p>
                      </a:txBody>
                      <a:tcPr>
                        <a:blipFill>
                          <a:blip r:embed="rId4"/>
                          <a:stretch>
                            <a:fillRect l="-201449" r="-100725" b="-431667"/>
                          </a:stretch>
                        </a:blipFill>
                      </a:tcPr>
                    </a:tc>
                    <a:tc>
                      <a:txBody>
                        <a:bodyPr/>
                        <a:lstStyle/>
                        <a:p>
                          <a:endParaRPr lang="en-US"/>
                        </a:p>
                      </a:txBody>
                      <a:tcPr>
                        <a:blipFill>
                          <a:blip r:embed="rId4"/>
                          <a:stretch>
                            <a:fillRect l="-301449" r="-725"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Content Placeholder 3">
                <a:extLst>
                  <a:ext uri="{FF2B5EF4-FFF2-40B4-BE49-F238E27FC236}">
                    <a16:creationId xmlns:a16="http://schemas.microsoft.com/office/drawing/2014/main" id="{E4304697-5455-8439-F8DE-F78E7A3F8843}"/>
                  </a:ext>
                </a:extLst>
              </p:cNvPr>
              <p:cNvGraphicFramePr>
                <a:graphicFrameLocks/>
              </p:cNvGraphicFramePr>
              <p:nvPr/>
            </p:nvGraphicFramePr>
            <p:xfrm>
              <a:off x="6629399" y="3118486"/>
              <a:ext cx="3362960" cy="1849120"/>
            </p:xfrm>
            <a:graphic>
              <a:graphicData uri="http://schemas.openxmlformats.org/drawingml/2006/table">
                <a:tbl>
                  <a:tblPr firstRow="1" bandRow="1">
                    <a:tableStyleId>{7E9639D4-E3E2-4D34-9284-5A2195B3D0D7}</a:tableStyleId>
                  </a:tblPr>
                  <a:tblGrid>
                    <a:gridCol w="840740">
                      <a:extLst>
                        <a:ext uri="{9D8B030D-6E8A-4147-A177-3AD203B41FA5}">
                          <a16:colId xmlns:a16="http://schemas.microsoft.com/office/drawing/2014/main" val="1817906471"/>
                        </a:ext>
                      </a:extLst>
                    </a:gridCol>
                    <a:gridCol w="840740">
                      <a:extLst>
                        <a:ext uri="{9D8B030D-6E8A-4147-A177-3AD203B41FA5}">
                          <a16:colId xmlns:a16="http://schemas.microsoft.com/office/drawing/2014/main" val="3260625661"/>
                        </a:ext>
                      </a:extLst>
                    </a:gridCol>
                    <a:gridCol w="840740">
                      <a:extLst>
                        <a:ext uri="{9D8B030D-6E8A-4147-A177-3AD203B41FA5}">
                          <a16:colId xmlns:a16="http://schemas.microsoft.com/office/drawing/2014/main" val="3117082201"/>
                        </a:ext>
                      </a:extLst>
                    </a:gridCol>
                    <a:gridCol w="840740">
                      <a:extLst>
                        <a:ext uri="{9D8B030D-6E8A-4147-A177-3AD203B41FA5}">
                          <a16:colId xmlns:a16="http://schemas.microsoft.com/office/drawing/2014/main" val="2292869562"/>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tc>
                      <a:txBody>
                        <a:bodyPr/>
                        <a:lstStyle/>
                        <a:p>
                          <a:pPr algn="ctr"/>
                          <a14:m>
                            <m:oMath xmlns:m="http://schemas.openxmlformats.org/officeDocument/2006/math">
                              <m:r>
                                <a:rPr lang="en-GB" b="1" i="1" baseline="0" smtClean="0">
                                  <a:latin typeface="Cambria Math" panose="02040503050406030204" pitchFamily="18" charset="0"/>
                                </a:rPr>
                                <m:t>𝑩</m:t>
                              </m:r>
                              <m:r>
                                <a:rPr lang="en-GB" b="1" i="1" baseline="0" smtClean="0">
                                  <a:latin typeface="Cambria Math" panose="02040503050406030204" pitchFamily="18" charset="0"/>
                                </a:rPr>
                                <m:t>∨</m:t>
                              </m:r>
                              <m:r>
                                <a:rPr lang="en-GB" b="1" i="1" baseline="0" smtClean="0">
                                  <a:latin typeface="Cambria Math" panose="02040503050406030204" pitchFamily="18" charset="0"/>
                                </a:rPr>
                                <m:t>𝑨</m:t>
                              </m:r>
                            </m:oMath>
                          </a14:m>
                          <a:r>
                            <a:rPr lang="en-GB" baseline="0" dirty="0"/>
                            <a:t> </a:t>
                          </a:r>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Choice>
        <mc:Fallback xmlns="">
          <p:graphicFrame>
            <p:nvGraphicFramePr>
              <p:cNvPr id="3" name="Content Placeholder 3">
                <a:extLst>
                  <a:ext uri="{FF2B5EF4-FFF2-40B4-BE49-F238E27FC236}">
                    <a16:creationId xmlns:a16="http://schemas.microsoft.com/office/drawing/2014/main" id="{E4304697-5455-8439-F8DE-F78E7A3F8843}"/>
                  </a:ext>
                </a:extLst>
              </p:cNvPr>
              <p:cNvGraphicFramePr>
                <a:graphicFrameLocks/>
              </p:cNvGraphicFramePr>
              <p:nvPr>
                <p:extLst>
                  <p:ext uri="{D42A27DB-BD31-4B8C-83A1-F6EECF244321}">
                    <p14:modId xmlns:p14="http://schemas.microsoft.com/office/powerpoint/2010/main" val="3176573426"/>
                  </p:ext>
                </p:extLst>
              </p:nvPr>
            </p:nvGraphicFramePr>
            <p:xfrm>
              <a:off x="6629399" y="3118486"/>
              <a:ext cx="3362960" cy="1849120"/>
            </p:xfrm>
            <a:graphic>
              <a:graphicData uri="http://schemas.openxmlformats.org/drawingml/2006/table">
                <a:tbl>
                  <a:tblPr firstRow="1" bandRow="1">
                    <a:tableStyleId>{7E9639D4-E3E2-4D34-9284-5A2195B3D0D7}</a:tableStyleId>
                  </a:tblPr>
                  <a:tblGrid>
                    <a:gridCol w="840740">
                      <a:extLst>
                        <a:ext uri="{9D8B030D-6E8A-4147-A177-3AD203B41FA5}">
                          <a16:colId xmlns:a16="http://schemas.microsoft.com/office/drawing/2014/main" val="1817906471"/>
                        </a:ext>
                      </a:extLst>
                    </a:gridCol>
                    <a:gridCol w="840740">
                      <a:extLst>
                        <a:ext uri="{9D8B030D-6E8A-4147-A177-3AD203B41FA5}">
                          <a16:colId xmlns:a16="http://schemas.microsoft.com/office/drawing/2014/main" val="3260625661"/>
                        </a:ext>
                      </a:extLst>
                    </a:gridCol>
                    <a:gridCol w="840740">
                      <a:extLst>
                        <a:ext uri="{9D8B030D-6E8A-4147-A177-3AD203B41FA5}">
                          <a16:colId xmlns:a16="http://schemas.microsoft.com/office/drawing/2014/main" val="3117082201"/>
                        </a:ext>
                      </a:extLst>
                    </a:gridCol>
                    <a:gridCol w="840740">
                      <a:extLst>
                        <a:ext uri="{9D8B030D-6E8A-4147-A177-3AD203B41FA5}">
                          <a16:colId xmlns:a16="http://schemas.microsoft.com/office/drawing/2014/main" val="2292869562"/>
                        </a:ext>
                      </a:extLst>
                    </a:gridCol>
                  </a:tblGrid>
                  <a:tr h="365760">
                    <a:tc>
                      <a:txBody>
                        <a:bodyPr/>
                        <a:lstStyle/>
                        <a:p>
                          <a:endParaRPr lang="en-US"/>
                        </a:p>
                      </a:txBody>
                      <a:tcPr>
                        <a:blipFill>
                          <a:blip r:embed="rId5"/>
                          <a:stretch>
                            <a:fillRect l="-725" r="-301449" b="-431667"/>
                          </a:stretch>
                        </a:blipFill>
                      </a:tcPr>
                    </a:tc>
                    <a:tc>
                      <a:txBody>
                        <a:bodyPr/>
                        <a:lstStyle/>
                        <a:p>
                          <a:endParaRPr lang="en-US"/>
                        </a:p>
                      </a:txBody>
                      <a:tcPr>
                        <a:blipFill>
                          <a:blip r:embed="rId5"/>
                          <a:stretch>
                            <a:fillRect l="-100000" r="-199281" b="-431667"/>
                          </a:stretch>
                        </a:blipFill>
                      </a:tcPr>
                    </a:tc>
                    <a:tc>
                      <a:txBody>
                        <a:bodyPr/>
                        <a:lstStyle/>
                        <a:p>
                          <a:endParaRPr lang="en-US"/>
                        </a:p>
                      </a:txBody>
                      <a:tcPr>
                        <a:blipFill>
                          <a:blip r:embed="rId5"/>
                          <a:stretch>
                            <a:fillRect l="-201449" r="-100725" b="-431667"/>
                          </a:stretch>
                        </a:blipFill>
                      </a:tcPr>
                    </a:tc>
                    <a:tc>
                      <a:txBody>
                        <a:bodyPr/>
                        <a:lstStyle/>
                        <a:p>
                          <a:endParaRPr lang="en-US"/>
                        </a:p>
                      </a:txBody>
                      <a:tcPr>
                        <a:blipFill>
                          <a:blip r:embed="rId5"/>
                          <a:stretch>
                            <a:fillRect l="-301449" r="-725"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Fallback>
      </mc:AlternateContent>
    </p:spTree>
    <p:extLst>
      <p:ext uri="{BB962C8B-B14F-4D97-AF65-F5344CB8AC3E}">
        <p14:creationId xmlns:p14="http://schemas.microsoft.com/office/powerpoint/2010/main" val="409111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Associative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normAutofit fontScale="92500" lnSpcReduction="20000"/>
              </a:bodyPr>
              <a:lstStyle/>
              <a:p>
                <a:r>
                  <a:rPr lang="en-GB" dirty="0"/>
                  <a:t>Truth table:</a:t>
                </a:r>
              </a:p>
              <a:p>
                <a:endParaRPr lang="en-GB" dirty="0"/>
              </a:p>
              <a:p>
                <a:endParaRPr lang="en-GB" dirty="0"/>
              </a:p>
              <a:p>
                <a:endParaRPr lang="en-GB" dirty="0"/>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m:rPr>
                        <m:sty m:val="p"/>
                      </m:rPr>
                      <a:rPr lang="en-GB" b="0" i="1" smtClean="0">
                        <a:latin typeface="Cambria Math" panose="02040503050406030204" pitchFamily="18" charset="0"/>
                      </a:rPr>
                      <m:t>C</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1891" t="-4139"/>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normAutofit fontScale="92500" lnSpcReduction="20000"/>
              </a:bodyPr>
              <a:lstStyle/>
              <a:p>
                <a:r>
                  <a:rPr lang="en-GB" dirty="0"/>
                  <a:t>Truth table:</a:t>
                </a:r>
              </a:p>
              <a:p>
                <a:endParaRPr lang="en-GB" dirty="0"/>
              </a:p>
              <a:p>
                <a:endParaRPr lang="en-GB" dirty="0"/>
              </a:p>
              <a:p>
                <a:endParaRPr lang="en-GB" dirty="0"/>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d>
                      <m:dPr>
                        <m:ctrlPr>
                          <a:rPr lang="en-GB" i="1">
                            <a:latin typeface="Cambria Math" panose="02040503050406030204" pitchFamily="18" charset="0"/>
                          </a:rPr>
                        </m:ctrlPr>
                      </m:dPr>
                      <m:e>
                        <m:r>
                          <a:rPr lang="en-GB" i="1">
                            <a:latin typeface="Cambria Math" panose="02040503050406030204" pitchFamily="18" charset="0"/>
                          </a:rPr>
                          <m:t>𝐴</m:t>
                        </m:r>
                        <m:r>
                          <a:rPr lang="en-GB" b="0" i="1" smtClean="0">
                            <a:latin typeface="Cambria Math" panose="02040503050406030204" pitchFamily="18" charset="0"/>
                          </a:rPr>
                          <m:t>∨</m:t>
                        </m:r>
                        <m:r>
                          <a:rPr lang="en-GB" i="1">
                            <a:latin typeface="Cambria Math" panose="02040503050406030204" pitchFamily="18" charset="0"/>
                          </a:rPr>
                          <m:t>𝐵</m:t>
                        </m:r>
                      </m:e>
                    </m:d>
                    <m:r>
                      <a:rPr lang="en-GB" b="0" i="1" smtClean="0">
                        <a:latin typeface="Cambria Math" panose="02040503050406030204" pitchFamily="18" charset="0"/>
                      </a:rPr>
                      <m:t>∨</m:t>
                    </m:r>
                    <m:r>
                      <m:rPr>
                        <m:sty m:val="p"/>
                      </m:rPr>
                      <a:rPr lang="en-GB" i="1">
                        <a:latin typeface="Cambria Math" panose="02040503050406030204" pitchFamily="18" charset="0"/>
                      </a:rPr>
                      <m:t>C</m:t>
                    </m:r>
                    <m:r>
                      <a:rPr lang="en-GB" i="1">
                        <a:latin typeface="Cambria Math" panose="02040503050406030204" pitchFamily="18" charset="0"/>
                      </a:rPr>
                      <m:t>=</m:t>
                    </m:r>
                    <m:r>
                      <a:rPr lang="en-GB" i="1">
                        <a:latin typeface="Cambria Math" panose="02040503050406030204" pitchFamily="18" charset="0"/>
                      </a:rPr>
                      <m:t>𝐴</m:t>
                    </m:r>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𝐵</m:t>
                    </m:r>
                    <m:r>
                      <a:rPr lang="en-GB" b="0" i="1" smtClean="0">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1882" t="-413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178560" y="2868456"/>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461516">
                      <a:extLst>
                        <a:ext uri="{9D8B030D-6E8A-4147-A177-3AD203B41FA5}">
                          <a16:colId xmlns:a16="http://schemas.microsoft.com/office/drawing/2014/main" val="3117082201"/>
                        </a:ext>
                      </a:extLst>
                    </a:gridCol>
                    <a:gridCol w="1316272">
                      <a:extLst>
                        <a:ext uri="{9D8B030D-6E8A-4147-A177-3AD203B41FA5}">
                          <a16:colId xmlns:a16="http://schemas.microsoft.com/office/drawing/2014/main" val="2292869562"/>
                        </a:ext>
                      </a:extLst>
                    </a:gridCol>
                  </a:tblGrid>
                  <a:tr h="321733">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𝐴</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𝑩</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𝐶</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𝑨</m:t>
                                    </m:r>
                                    <m:r>
                                      <a:rPr lang="en-GB" sz="1400" b="1" i="1" smtClean="0">
                                        <a:latin typeface="Cambria Math" panose="02040503050406030204" pitchFamily="18" charset="0"/>
                                      </a:rPr>
                                      <m:t>∧</m:t>
                                    </m:r>
                                    <m:r>
                                      <a:rPr lang="en-GB" sz="1400" b="1" i="1" smtClean="0">
                                        <a:latin typeface="Cambria Math" panose="02040503050406030204" pitchFamily="18" charset="0"/>
                                      </a:rPr>
                                      <m:t>𝑩</m:t>
                                    </m:r>
                                  </m:e>
                                </m:d>
                                <m:r>
                                  <a:rPr lang="en-GB" sz="1400" b="1" i="1" smtClean="0">
                                    <a:latin typeface="Cambria Math" panose="02040503050406030204" pitchFamily="18" charset="0"/>
                                  </a:rPr>
                                  <m:t>∧</m:t>
                                </m:r>
                                <m:r>
                                  <a:rPr lang="en-GB" sz="1400" b="1" i="1" smtClean="0">
                                    <a:latin typeface="Cambria Math" panose="02040503050406030204" pitchFamily="18" charset="0"/>
                                  </a:rPr>
                                  <m:t>𝑪</m:t>
                                </m:r>
                              </m:oMath>
                            </m:oMathPara>
                          </a14:m>
                          <a:endParaRPr lang="en-GB" sz="1400" dirty="0"/>
                        </a:p>
                      </a:txBody>
                      <a:tcPr/>
                    </a:tc>
                    <a:tc>
                      <a:txBody>
                        <a:bodyPr/>
                        <a:lstStyle/>
                        <a:p>
                          <a:pPr algn="ctr"/>
                          <a14:m>
                            <m:oMath xmlns:m="http://schemas.openxmlformats.org/officeDocument/2006/math">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a14:m>
                          <a:r>
                            <a:rPr lang="en-GB" sz="1400" baseline="0" dirty="0"/>
                            <a:t> </a:t>
                          </a:r>
                          <a:endParaRPr lang="en-GB" sz="1400" dirty="0"/>
                        </a:p>
                      </a:txBody>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2219625284"/>
                  </p:ext>
                </p:extLst>
              </p:nvPr>
            </p:nvGraphicFramePr>
            <p:xfrm>
              <a:off x="1178560" y="2868456"/>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461516">
                      <a:extLst>
                        <a:ext uri="{9D8B030D-6E8A-4147-A177-3AD203B41FA5}">
                          <a16:colId xmlns:a16="http://schemas.microsoft.com/office/drawing/2014/main" val="3117082201"/>
                        </a:ext>
                      </a:extLst>
                    </a:gridCol>
                    <a:gridCol w="1316272">
                      <a:extLst>
                        <a:ext uri="{9D8B030D-6E8A-4147-A177-3AD203B41FA5}">
                          <a16:colId xmlns:a16="http://schemas.microsoft.com/office/drawing/2014/main" val="2292869562"/>
                        </a:ext>
                      </a:extLst>
                    </a:gridCol>
                  </a:tblGrid>
                  <a:tr h="321733">
                    <a:tc>
                      <a:txBody>
                        <a:bodyPr/>
                        <a:lstStyle/>
                        <a:p>
                          <a:endParaRPr lang="en-US"/>
                        </a:p>
                      </a:txBody>
                      <a:tcPr>
                        <a:blipFill>
                          <a:blip r:embed="rId4"/>
                          <a:stretch>
                            <a:fillRect l="-1176" r="-708235" b="-811321"/>
                          </a:stretch>
                        </a:blipFill>
                      </a:tcPr>
                    </a:tc>
                    <a:tc>
                      <a:txBody>
                        <a:bodyPr/>
                        <a:lstStyle/>
                        <a:p>
                          <a:endParaRPr lang="en-US"/>
                        </a:p>
                      </a:txBody>
                      <a:tcPr>
                        <a:blipFill>
                          <a:blip r:embed="rId4"/>
                          <a:stretch>
                            <a:fillRect l="-122857" r="-760000" b="-811321"/>
                          </a:stretch>
                        </a:blipFill>
                      </a:tcPr>
                    </a:tc>
                    <a:tc>
                      <a:txBody>
                        <a:bodyPr/>
                        <a:lstStyle/>
                        <a:p>
                          <a:endParaRPr lang="en-US"/>
                        </a:p>
                      </a:txBody>
                      <a:tcPr>
                        <a:blipFill>
                          <a:blip r:embed="rId4"/>
                          <a:stretch>
                            <a:fillRect l="-208000" r="-609333" b="-811321"/>
                          </a:stretch>
                        </a:blipFill>
                      </a:tcPr>
                    </a:tc>
                    <a:tc>
                      <a:txBody>
                        <a:bodyPr/>
                        <a:lstStyle/>
                        <a:p>
                          <a:endParaRPr lang="en-US"/>
                        </a:p>
                      </a:txBody>
                      <a:tcPr>
                        <a:blipFill>
                          <a:blip r:embed="rId4"/>
                          <a:stretch>
                            <a:fillRect l="-96250" r="-90417" b="-811321"/>
                          </a:stretch>
                        </a:blipFill>
                      </a:tcPr>
                    </a:tc>
                    <a:tc>
                      <a:txBody>
                        <a:bodyPr/>
                        <a:lstStyle/>
                        <a:p>
                          <a:endParaRPr lang="en-US"/>
                        </a:p>
                      </a:txBody>
                      <a:tcPr>
                        <a:blipFill>
                          <a:blip r:embed="rId4"/>
                          <a:stretch>
                            <a:fillRect l="-218056" r="-463" b="-811321"/>
                          </a:stretch>
                        </a:blipFill>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46D18BEF-5817-C4B8-132E-36BB7E5BA90F}"/>
                  </a:ext>
                </a:extLst>
              </p:cNvPr>
              <p:cNvGraphicFramePr>
                <a:graphicFrameLocks/>
              </p:cNvGraphicFramePr>
              <p:nvPr/>
            </p:nvGraphicFramePr>
            <p:xfrm>
              <a:off x="6502400" y="2861632"/>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461516">
                      <a:extLst>
                        <a:ext uri="{9D8B030D-6E8A-4147-A177-3AD203B41FA5}">
                          <a16:colId xmlns:a16="http://schemas.microsoft.com/office/drawing/2014/main" val="3117082201"/>
                        </a:ext>
                      </a:extLst>
                    </a:gridCol>
                    <a:gridCol w="1316272">
                      <a:extLst>
                        <a:ext uri="{9D8B030D-6E8A-4147-A177-3AD203B41FA5}">
                          <a16:colId xmlns:a16="http://schemas.microsoft.com/office/drawing/2014/main" val="2292869562"/>
                        </a:ext>
                      </a:extLst>
                    </a:gridCol>
                  </a:tblGrid>
                  <a:tr h="321733">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𝐴</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𝑩</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𝐶</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𝑨</m:t>
                                    </m:r>
                                    <m:r>
                                      <a:rPr lang="en-GB" sz="1400" b="1" i="1" smtClean="0">
                                        <a:latin typeface="Cambria Math" panose="02040503050406030204" pitchFamily="18" charset="0"/>
                                      </a:rPr>
                                      <m:t>∨</m:t>
                                    </m:r>
                                    <m:r>
                                      <a:rPr lang="en-GB" sz="1400" b="1" i="1" smtClean="0">
                                        <a:latin typeface="Cambria Math" panose="02040503050406030204" pitchFamily="18" charset="0"/>
                                      </a:rPr>
                                      <m:t>𝑩</m:t>
                                    </m:r>
                                  </m:e>
                                </m:d>
                                <m:r>
                                  <a:rPr lang="en-GB" sz="1400" b="1" i="1" smtClean="0">
                                    <a:latin typeface="Cambria Math" panose="02040503050406030204" pitchFamily="18" charset="0"/>
                                  </a:rPr>
                                  <m:t>∨</m:t>
                                </m:r>
                                <m:r>
                                  <a:rPr lang="en-GB" sz="1400" b="1" i="1" smtClean="0">
                                    <a:latin typeface="Cambria Math" panose="02040503050406030204" pitchFamily="18" charset="0"/>
                                  </a:rPr>
                                  <m:t>𝑪</m:t>
                                </m:r>
                              </m:oMath>
                            </m:oMathPara>
                          </a14:m>
                          <a:endParaRPr lang="en-GB" sz="1400" dirty="0"/>
                        </a:p>
                      </a:txBody>
                      <a:tcPr/>
                    </a:tc>
                    <a:tc>
                      <a:txBody>
                        <a:bodyPr/>
                        <a:lstStyle/>
                        <a:p>
                          <a:pPr algn="ctr"/>
                          <a14:m>
                            <m:oMath xmlns:m="http://schemas.openxmlformats.org/officeDocument/2006/math">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a14:m>
                          <a:r>
                            <a:rPr lang="en-GB" sz="1400" baseline="0" dirty="0"/>
                            <a:t> </a:t>
                          </a:r>
                          <a:endParaRPr lang="en-GB" sz="1400" dirty="0"/>
                        </a:p>
                      </a:txBody>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Choice>
        <mc:Fallback xmlns="">
          <p:graphicFrame>
            <p:nvGraphicFramePr>
              <p:cNvPr id="9" name="Content Placeholder 3">
                <a:extLst>
                  <a:ext uri="{FF2B5EF4-FFF2-40B4-BE49-F238E27FC236}">
                    <a16:creationId xmlns:a16="http://schemas.microsoft.com/office/drawing/2014/main" id="{46D18BEF-5817-C4B8-132E-36BB7E5BA90F}"/>
                  </a:ext>
                </a:extLst>
              </p:cNvPr>
              <p:cNvGraphicFramePr>
                <a:graphicFrameLocks/>
              </p:cNvGraphicFramePr>
              <p:nvPr>
                <p:extLst>
                  <p:ext uri="{D42A27DB-BD31-4B8C-83A1-F6EECF244321}">
                    <p14:modId xmlns:p14="http://schemas.microsoft.com/office/powerpoint/2010/main" val="2686627101"/>
                  </p:ext>
                </p:extLst>
              </p:nvPr>
            </p:nvGraphicFramePr>
            <p:xfrm>
              <a:off x="6502400" y="2861632"/>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461516">
                      <a:extLst>
                        <a:ext uri="{9D8B030D-6E8A-4147-A177-3AD203B41FA5}">
                          <a16:colId xmlns:a16="http://schemas.microsoft.com/office/drawing/2014/main" val="3117082201"/>
                        </a:ext>
                      </a:extLst>
                    </a:gridCol>
                    <a:gridCol w="1316272">
                      <a:extLst>
                        <a:ext uri="{9D8B030D-6E8A-4147-A177-3AD203B41FA5}">
                          <a16:colId xmlns:a16="http://schemas.microsoft.com/office/drawing/2014/main" val="2292869562"/>
                        </a:ext>
                      </a:extLst>
                    </a:gridCol>
                  </a:tblGrid>
                  <a:tr h="321733">
                    <a:tc>
                      <a:txBody>
                        <a:bodyPr/>
                        <a:lstStyle/>
                        <a:p>
                          <a:endParaRPr lang="en-US"/>
                        </a:p>
                      </a:txBody>
                      <a:tcPr>
                        <a:blipFill>
                          <a:blip r:embed="rId5"/>
                          <a:stretch>
                            <a:fillRect t="-1887" r="-708235" b="-811321"/>
                          </a:stretch>
                        </a:blipFill>
                      </a:tcPr>
                    </a:tc>
                    <a:tc>
                      <a:txBody>
                        <a:bodyPr/>
                        <a:lstStyle/>
                        <a:p>
                          <a:endParaRPr lang="en-US"/>
                        </a:p>
                      </a:txBody>
                      <a:tcPr>
                        <a:blipFill>
                          <a:blip r:embed="rId5"/>
                          <a:stretch>
                            <a:fillRect l="-121429" t="-1887" r="-760000" b="-811321"/>
                          </a:stretch>
                        </a:blipFill>
                      </a:tcPr>
                    </a:tc>
                    <a:tc>
                      <a:txBody>
                        <a:bodyPr/>
                        <a:lstStyle/>
                        <a:p>
                          <a:endParaRPr lang="en-US"/>
                        </a:p>
                      </a:txBody>
                      <a:tcPr>
                        <a:blipFill>
                          <a:blip r:embed="rId5"/>
                          <a:stretch>
                            <a:fillRect l="-206667" t="-1887" r="-609333" b="-811321"/>
                          </a:stretch>
                        </a:blipFill>
                      </a:tcPr>
                    </a:tc>
                    <a:tc>
                      <a:txBody>
                        <a:bodyPr/>
                        <a:lstStyle/>
                        <a:p>
                          <a:endParaRPr lang="en-US"/>
                        </a:p>
                      </a:txBody>
                      <a:tcPr>
                        <a:blipFill>
                          <a:blip r:embed="rId5"/>
                          <a:stretch>
                            <a:fillRect l="-95833" t="-1887" r="-90417" b="-811321"/>
                          </a:stretch>
                        </a:blipFill>
                      </a:tcPr>
                    </a:tc>
                    <a:tc>
                      <a:txBody>
                        <a:bodyPr/>
                        <a:lstStyle/>
                        <a:p>
                          <a:endParaRPr lang="en-US"/>
                        </a:p>
                      </a:txBody>
                      <a:tcPr>
                        <a:blipFill>
                          <a:blip r:embed="rId5"/>
                          <a:stretch>
                            <a:fillRect l="-217593" t="-1887" r="-463" b="-811321"/>
                          </a:stretch>
                        </a:blipFill>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Fallback>
      </mc:AlternateContent>
    </p:spTree>
    <p:extLst>
      <p:ext uri="{BB962C8B-B14F-4D97-AF65-F5344CB8AC3E}">
        <p14:creationId xmlns:p14="http://schemas.microsoft.com/office/powerpoint/2010/main" val="77911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Distributive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normAutofit fontScale="77500" lnSpcReduction="20000"/>
              </a:bodyPr>
              <a:lstStyle/>
              <a:p>
                <a:r>
                  <a:rPr lang="en-GB" dirty="0"/>
                  <a:t>Truth table:</a:t>
                </a:r>
              </a:p>
              <a:p>
                <a:endParaRPr lang="en-GB" dirty="0"/>
              </a:p>
              <a:p>
                <a:endParaRPr lang="en-GB" dirty="0"/>
              </a:p>
              <a:p>
                <a:endParaRPr lang="en-GB" dirty="0"/>
              </a:p>
              <a:p>
                <a:endParaRPr lang="en-GB" dirty="0"/>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a:latin typeface="Cambria Math" panose="02040503050406030204" pitchFamily="18" charset="0"/>
                      </a:rPr>
                      <m:t>𝐴</m:t>
                    </m:r>
                    <m:r>
                      <a:rPr lang="en-GB" b="0" i="1">
                        <a:latin typeface="Cambria Math" panose="02040503050406030204" pitchFamily="18" charset="0"/>
                      </a:rPr>
                      <m:t>∨(</m:t>
                    </m:r>
                    <m:r>
                      <a:rPr lang="en-GB" b="0" i="1">
                        <a:latin typeface="Cambria Math" panose="02040503050406030204" pitchFamily="18" charset="0"/>
                      </a:rPr>
                      <m:t>𝐵</m:t>
                    </m:r>
                    <m:r>
                      <a:rPr lang="en-GB" b="0" i="1">
                        <a:latin typeface="Cambria Math" panose="02040503050406030204" pitchFamily="18" charset="0"/>
                      </a:rPr>
                      <m:t>∧</m:t>
                    </m:r>
                    <m:r>
                      <a:rPr lang="en-GB" b="0" i="1">
                        <a:latin typeface="Cambria Math" panose="02040503050406030204" pitchFamily="18" charset="0"/>
                      </a:rPr>
                      <m:t>𝐶</m:t>
                    </m:r>
                    <m:r>
                      <a:rPr lang="en-GB" b="0" i="1">
                        <a:latin typeface="Cambria Math" panose="02040503050406030204" pitchFamily="18" charset="0"/>
                      </a:rPr>
                      <m:t>)=</m:t>
                    </m:r>
                    <m:d>
                      <m:dPr>
                        <m:ctrlPr>
                          <a:rPr lang="en-GB" i="1">
                            <a:latin typeface="Cambria Math" panose="02040503050406030204" pitchFamily="18" charset="0"/>
                          </a:rPr>
                        </m:ctrlPr>
                      </m:dPr>
                      <m:e>
                        <m:r>
                          <a:rPr lang="en-GB" b="0" i="1">
                            <a:latin typeface="Cambria Math" panose="02040503050406030204" pitchFamily="18" charset="0"/>
                          </a:rPr>
                          <m:t>𝐴</m:t>
                        </m:r>
                        <m:r>
                          <a:rPr lang="en-GB" b="0" i="1">
                            <a:latin typeface="Cambria Math" panose="02040503050406030204" pitchFamily="18" charset="0"/>
                          </a:rPr>
                          <m:t>∨</m:t>
                        </m:r>
                        <m:r>
                          <a:rPr lang="en-GB" b="0" i="1">
                            <a:latin typeface="Cambria Math" panose="02040503050406030204" pitchFamily="18" charset="0"/>
                          </a:rPr>
                          <m:t>𝐵</m:t>
                        </m:r>
                      </m:e>
                    </m:d>
                    <m:r>
                      <a:rPr lang="en-GB" b="0" i="1">
                        <a:latin typeface="Cambria Math" panose="02040503050406030204" pitchFamily="18" charset="0"/>
                      </a:rPr>
                      <m:t>∧(</m:t>
                    </m:r>
                    <m:r>
                      <a:rPr lang="en-GB" b="0" i="1">
                        <a:latin typeface="Cambria Math" panose="02040503050406030204" pitchFamily="18" charset="0"/>
                      </a:rPr>
                      <m:t>𝐴</m:t>
                    </m:r>
                    <m:r>
                      <a:rPr lang="en-GB" b="0" i="1">
                        <a:latin typeface="Cambria Math" panose="02040503050406030204" pitchFamily="18" charset="0"/>
                      </a:rPr>
                      <m:t>∨</m:t>
                    </m:r>
                    <m:r>
                      <a:rPr lang="en-GB" b="0" i="1">
                        <a:latin typeface="Cambria Math" panose="02040503050406030204" pitchFamily="18" charset="0"/>
                      </a:rPr>
                      <m:t>𝐶</m:t>
                    </m:r>
                    <m:r>
                      <a:rPr lang="en-GB" b="0" i="1">
                        <a:latin typeface="Cambria Math" panose="02040503050406030204" pitchFamily="18" charset="0"/>
                      </a:rPr>
                      <m:t>)</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1418" t="-3477" b="-1987"/>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normAutofit fontScale="77500" lnSpcReduction="20000"/>
              </a:bodyPr>
              <a:lstStyle/>
              <a:p>
                <a:r>
                  <a:rPr lang="en-GB" dirty="0"/>
                  <a:t>Truth table:</a:t>
                </a:r>
              </a:p>
              <a:p>
                <a:endParaRPr lang="en-GB" dirty="0"/>
              </a:p>
              <a:p>
                <a:endParaRPr lang="en-GB" dirty="0"/>
              </a:p>
              <a:p>
                <a:endParaRPr lang="en-GB" dirty="0"/>
              </a:p>
              <a:p>
                <a:endParaRPr lang="en-GB" dirty="0"/>
              </a:p>
              <a:p>
                <a:endParaRPr lang="en-GB" dirty="0"/>
              </a:p>
              <a:p>
                <a:endParaRPr lang="en-GB" dirty="0"/>
              </a:p>
              <a:p>
                <a:endParaRPr lang="en-GB" b="0" i="1" dirty="0">
                  <a:latin typeface="Cambria Math" panose="02040503050406030204" pitchFamily="18" charset="0"/>
                </a:endParaRPr>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1412" t="-3477" b="-19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178560" y="2868456"/>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243628">
                      <a:extLst>
                        <a:ext uri="{9D8B030D-6E8A-4147-A177-3AD203B41FA5}">
                          <a16:colId xmlns:a16="http://schemas.microsoft.com/office/drawing/2014/main" val="3117082201"/>
                        </a:ext>
                      </a:extLst>
                    </a:gridCol>
                    <a:gridCol w="1534160">
                      <a:extLst>
                        <a:ext uri="{9D8B030D-6E8A-4147-A177-3AD203B41FA5}">
                          <a16:colId xmlns:a16="http://schemas.microsoft.com/office/drawing/2014/main" val="2292869562"/>
                        </a:ext>
                      </a:extLst>
                    </a:gridCol>
                  </a:tblGrid>
                  <a:tr h="321733">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𝐴</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𝑩</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𝐶</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m:oMathPara>
                          </a14:m>
                          <a:endParaRPr lang="en-GB" sz="1400" dirty="0"/>
                        </a:p>
                      </a:txBody>
                      <a:tcPr/>
                    </a:tc>
                    <a:tc>
                      <a:txBody>
                        <a:bodyPr/>
                        <a:lstStyle/>
                        <a:p>
                          <a:pPr algn="ctr"/>
                          <a14:m>
                            <m:oMath xmlns:m="http://schemas.openxmlformats.org/officeDocument/2006/math">
                              <m:d>
                                <m:dPr>
                                  <m:ctrlPr>
                                    <a:rPr lang="en-GB" sz="1400" b="1" i="1" baseline="0" smtClean="0">
                                      <a:latin typeface="Cambria Math" panose="02040503050406030204" pitchFamily="18" charset="0"/>
                                    </a:rPr>
                                  </m:ctrlPr>
                                </m:dPr>
                                <m:e>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e>
                              </m:d>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a14:m>
                          <a:r>
                            <a:rPr lang="en-GB" sz="1400" baseline="0" dirty="0"/>
                            <a:t> </a:t>
                          </a:r>
                          <a:endParaRPr lang="en-GB" sz="1400" dirty="0"/>
                        </a:p>
                      </a:txBody>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999310753"/>
                  </p:ext>
                </p:extLst>
              </p:nvPr>
            </p:nvGraphicFramePr>
            <p:xfrm>
              <a:off x="1178560" y="2868456"/>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243628">
                      <a:extLst>
                        <a:ext uri="{9D8B030D-6E8A-4147-A177-3AD203B41FA5}">
                          <a16:colId xmlns:a16="http://schemas.microsoft.com/office/drawing/2014/main" val="3117082201"/>
                        </a:ext>
                      </a:extLst>
                    </a:gridCol>
                    <a:gridCol w="1534160">
                      <a:extLst>
                        <a:ext uri="{9D8B030D-6E8A-4147-A177-3AD203B41FA5}">
                          <a16:colId xmlns:a16="http://schemas.microsoft.com/office/drawing/2014/main" val="2292869562"/>
                        </a:ext>
                      </a:extLst>
                    </a:gridCol>
                  </a:tblGrid>
                  <a:tr h="321733">
                    <a:tc>
                      <a:txBody>
                        <a:bodyPr/>
                        <a:lstStyle/>
                        <a:p>
                          <a:endParaRPr lang="en-US"/>
                        </a:p>
                      </a:txBody>
                      <a:tcPr>
                        <a:blipFill>
                          <a:blip r:embed="rId4"/>
                          <a:stretch>
                            <a:fillRect l="-1176" r="-708235" b="-811321"/>
                          </a:stretch>
                        </a:blipFill>
                      </a:tcPr>
                    </a:tc>
                    <a:tc>
                      <a:txBody>
                        <a:bodyPr/>
                        <a:lstStyle/>
                        <a:p>
                          <a:endParaRPr lang="en-US"/>
                        </a:p>
                      </a:txBody>
                      <a:tcPr>
                        <a:blipFill>
                          <a:blip r:embed="rId4"/>
                          <a:stretch>
                            <a:fillRect l="-122857" r="-760000" b="-811321"/>
                          </a:stretch>
                        </a:blipFill>
                      </a:tcPr>
                    </a:tc>
                    <a:tc>
                      <a:txBody>
                        <a:bodyPr/>
                        <a:lstStyle/>
                        <a:p>
                          <a:endParaRPr lang="en-US"/>
                        </a:p>
                      </a:txBody>
                      <a:tcPr>
                        <a:blipFill>
                          <a:blip r:embed="rId4"/>
                          <a:stretch>
                            <a:fillRect l="-208000" r="-609333" b="-811321"/>
                          </a:stretch>
                        </a:blipFill>
                      </a:tcPr>
                    </a:tc>
                    <a:tc>
                      <a:txBody>
                        <a:bodyPr/>
                        <a:lstStyle/>
                        <a:p>
                          <a:endParaRPr lang="en-US"/>
                        </a:p>
                      </a:txBody>
                      <a:tcPr>
                        <a:blipFill>
                          <a:blip r:embed="rId4"/>
                          <a:stretch>
                            <a:fillRect l="-113235" r="-124020" b="-811321"/>
                          </a:stretch>
                        </a:blipFill>
                      </a:tcPr>
                    </a:tc>
                    <a:tc>
                      <a:txBody>
                        <a:bodyPr/>
                        <a:lstStyle/>
                        <a:p>
                          <a:endParaRPr lang="en-US"/>
                        </a:p>
                      </a:txBody>
                      <a:tcPr>
                        <a:blipFill>
                          <a:blip r:embed="rId4"/>
                          <a:stretch>
                            <a:fillRect l="-172619" r="-397" b="-811321"/>
                          </a:stretch>
                        </a:blipFill>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Content Placeholder 3">
                <a:extLst>
                  <a:ext uri="{FF2B5EF4-FFF2-40B4-BE49-F238E27FC236}">
                    <a16:creationId xmlns:a16="http://schemas.microsoft.com/office/drawing/2014/main" id="{E4DD660A-0A5B-6E93-5820-E147A662A4FD}"/>
                  </a:ext>
                </a:extLst>
              </p:cNvPr>
              <p:cNvGraphicFramePr>
                <a:graphicFrameLocks/>
              </p:cNvGraphicFramePr>
              <p:nvPr/>
            </p:nvGraphicFramePr>
            <p:xfrm>
              <a:off x="6336347" y="2868455"/>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243628">
                      <a:extLst>
                        <a:ext uri="{9D8B030D-6E8A-4147-A177-3AD203B41FA5}">
                          <a16:colId xmlns:a16="http://schemas.microsoft.com/office/drawing/2014/main" val="3117082201"/>
                        </a:ext>
                      </a:extLst>
                    </a:gridCol>
                    <a:gridCol w="1534160">
                      <a:extLst>
                        <a:ext uri="{9D8B030D-6E8A-4147-A177-3AD203B41FA5}">
                          <a16:colId xmlns:a16="http://schemas.microsoft.com/office/drawing/2014/main" val="2292869562"/>
                        </a:ext>
                      </a:extLst>
                    </a:gridCol>
                  </a:tblGrid>
                  <a:tr h="321733">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𝐴</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𝑩</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i="1" dirty="0" smtClean="0">
                                    <a:latin typeface="Cambria Math" panose="02040503050406030204" pitchFamily="18" charset="0"/>
                                  </a:rPr>
                                  <m:t>𝐶</m:t>
                                </m:r>
                              </m:oMath>
                            </m:oMathPara>
                          </a14:m>
                          <a:endParaRPr lang="en-GB" sz="1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m:oMathPara>
                          </a14:m>
                          <a:endParaRPr lang="en-GB" sz="1400" dirty="0"/>
                        </a:p>
                      </a:txBody>
                      <a:tcPr/>
                    </a:tc>
                    <a:tc>
                      <a:txBody>
                        <a:bodyPr/>
                        <a:lstStyle/>
                        <a:p>
                          <a:pPr algn="ctr"/>
                          <a14:m>
                            <m:oMath xmlns:m="http://schemas.openxmlformats.org/officeDocument/2006/math">
                              <m:d>
                                <m:dPr>
                                  <m:ctrlPr>
                                    <a:rPr lang="en-GB" sz="1400" b="1" i="1" baseline="0" smtClean="0">
                                      <a:latin typeface="Cambria Math" panose="02040503050406030204" pitchFamily="18" charset="0"/>
                                    </a:rPr>
                                  </m:ctrlPr>
                                </m:dPr>
                                <m:e>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𝑩</m:t>
                                  </m:r>
                                </m:e>
                              </m:d>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𝑨</m:t>
                              </m:r>
                              <m:r>
                                <a:rPr lang="en-GB" sz="1400" b="1" i="1" baseline="0" smtClean="0">
                                  <a:latin typeface="Cambria Math" panose="02040503050406030204" pitchFamily="18" charset="0"/>
                                </a:rPr>
                                <m:t>∧</m:t>
                              </m:r>
                              <m:r>
                                <a:rPr lang="en-GB" sz="1400" b="1" i="1" baseline="0" smtClean="0">
                                  <a:latin typeface="Cambria Math" panose="02040503050406030204" pitchFamily="18" charset="0"/>
                                </a:rPr>
                                <m:t>𝑪</m:t>
                              </m:r>
                              <m:r>
                                <a:rPr lang="en-GB" sz="1400" b="1" i="1" baseline="0" smtClean="0">
                                  <a:latin typeface="Cambria Math" panose="02040503050406030204" pitchFamily="18" charset="0"/>
                                </a:rPr>
                                <m:t>)</m:t>
                              </m:r>
                            </m:oMath>
                          </a14:m>
                          <a:r>
                            <a:rPr lang="en-GB" sz="1400" baseline="0" dirty="0"/>
                            <a:t> </a:t>
                          </a:r>
                          <a:endParaRPr lang="en-GB" sz="1400" dirty="0"/>
                        </a:p>
                      </a:txBody>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Choice>
        <mc:Fallback xmlns="">
          <p:graphicFrame>
            <p:nvGraphicFramePr>
              <p:cNvPr id="3" name="Content Placeholder 3">
                <a:extLst>
                  <a:ext uri="{FF2B5EF4-FFF2-40B4-BE49-F238E27FC236}">
                    <a16:creationId xmlns:a16="http://schemas.microsoft.com/office/drawing/2014/main" id="{E4DD660A-0A5B-6E93-5820-E147A662A4FD}"/>
                  </a:ext>
                </a:extLst>
              </p:cNvPr>
              <p:cNvGraphicFramePr>
                <a:graphicFrameLocks/>
              </p:cNvGraphicFramePr>
              <p:nvPr>
                <p:extLst>
                  <p:ext uri="{D42A27DB-BD31-4B8C-83A1-F6EECF244321}">
                    <p14:modId xmlns:p14="http://schemas.microsoft.com/office/powerpoint/2010/main" val="488060199"/>
                  </p:ext>
                </p:extLst>
              </p:nvPr>
            </p:nvGraphicFramePr>
            <p:xfrm>
              <a:off x="6336347" y="2868455"/>
              <a:ext cx="4175760" cy="2895597"/>
            </p:xfrm>
            <a:graphic>
              <a:graphicData uri="http://schemas.openxmlformats.org/drawingml/2006/table">
                <a:tbl>
                  <a:tblPr firstRow="1" bandRow="1">
                    <a:tableStyleId>{7E9639D4-E3E2-4D34-9284-5A2195B3D0D7}</a:tableStyleId>
                  </a:tblPr>
                  <a:tblGrid>
                    <a:gridCol w="517431">
                      <a:extLst>
                        <a:ext uri="{9D8B030D-6E8A-4147-A177-3AD203B41FA5}">
                          <a16:colId xmlns:a16="http://schemas.microsoft.com/office/drawing/2014/main" val="1817906471"/>
                        </a:ext>
                      </a:extLst>
                    </a:gridCol>
                    <a:gridCol w="426654">
                      <a:extLst>
                        <a:ext uri="{9D8B030D-6E8A-4147-A177-3AD203B41FA5}">
                          <a16:colId xmlns:a16="http://schemas.microsoft.com/office/drawing/2014/main" val="3260625661"/>
                        </a:ext>
                      </a:extLst>
                    </a:gridCol>
                    <a:gridCol w="453887">
                      <a:extLst>
                        <a:ext uri="{9D8B030D-6E8A-4147-A177-3AD203B41FA5}">
                          <a16:colId xmlns:a16="http://schemas.microsoft.com/office/drawing/2014/main" val="3601989527"/>
                        </a:ext>
                      </a:extLst>
                    </a:gridCol>
                    <a:gridCol w="1243628">
                      <a:extLst>
                        <a:ext uri="{9D8B030D-6E8A-4147-A177-3AD203B41FA5}">
                          <a16:colId xmlns:a16="http://schemas.microsoft.com/office/drawing/2014/main" val="3117082201"/>
                        </a:ext>
                      </a:extLst>
                    </a:gridCol>
                    <a:gridCol w="1534160">
                      <a:extLst>
                        <a:ext uri="{9D8B030D-6E8A-4147-A177-3AD203B41FA5}">
                          <a16:colId xmlns:a16="http://schemas.microsoft.com/office/drawing/2014/main" val="2292869562"/>
                        </a:ext>
                      </a:extLst>
                    </a:gridCol>
                  </a:tblGrid>
                  <a:tr h="321733">
                    <a:tc>
                      <a:txBody>
                        <a:bodyPr/>
                        <a:lstStyle/>
                        <a:p>
                          <a:endParaRPr lang="en-US"/>
                        </a:p>
                      </a:txBody>
                      <a:tcPr>
                        <a:blipFill>
                          <a:blip r:embed="rId5"/>
                          <a:stretch>
                            <a:fillRect l="-1176" r="-708235" b="-811321"/>
                          </a:stretch>
                        </a:blipFill>
                      </a:tcPr>
                    </a:tc>
                    <a:tc>
                      <a:txBody>
                        <a:bodyPr/>
                        <a:lstStyle/>
                        <a:p>
                          <a:endParaRPr lang="en-US"/>
                        </a:p>
                      </a:txBody>
                      <a:tcPr>
                        <a:blipFill>
                          <a:blip r:embed="rId5"/>
                          <a:stretch>
                            <a:fillRect l="-122857" r="-760000" b="-811321"/>
                          </a:stretch>
                        </a:blipFill>
                      </a:tcPr>
                    </a:tc>
                    <a:tc>
                      <a:txBody>
                        <a:bodyPr/>
                        <a:lstStyle/>
                        <a:p>
                          <a:endParaRPr lang="en-US"/>
                        </a:p>
                      </a:txBody>
                      <a:tcPr>
                        <a:blipFill>
                          <a:blip r:embed="rId5"/>
                          <a:stretch>
                            <a:fillRect l="-208000" r="-609333" b="-811321"/>
                          </a:stretch>
                        </a:blipFill>
                      </a:tcPr>
                    </a:tc>
                    <a:tc>
                      <a:txBody>
                        <a:bodyPr/>
                        <a:lstStyle/>
                        <a:p>
                          <a:endParaRPr lang="en-US"/>
                        </a:p>
                      </a:txBody>
                      <a:tcPr>
                        <a:blipFill>
                          <a:blip r:embed="rId5"/>
                          <a:stretch>
                            <a:fillRect l="-113235" r="-124020" b="-811321"/>
                          </a:stretch>
                        </a:blipFill>
                      </a:tcPr>
                    </a:tc>
                    <a:tc>
                      <a:txBody>
                        <a:bodyPr/>
                        <a:lstStyle/>
                        <a:p>
                          <a:endParaRPr lang="en-US"/>
                        </a:p>
                      </a:txBody>
                      <a:tcPr>
                        <a:blipFill>
                          <a:blip r:embed="rId5"/>
                          <a:stretch>
                            <a:fillRect l="-172619" r="-397" b="-811321"/>
                          </a:stretch>
                        </a:blipFill>
                      </a:tcPr>
                    </a:tc>
                    <a:extLst>
                      <a:ext uri="{0D108BD9-81ED-4DB2-BD59-A6C34878D82A}">
                        <a16:rowId xmlns:a16="http://schemas.microsoft.com/office/drawing/2014/main" val="1853461169"/>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77361323"/>
                      </a:ext>
                    </a:extLst>
                  </a:tr>
                  <a:tr h="321733">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650895356"/>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192555137"/>
                      </a:ext>
                    </a:extLst>
                  </a:tr>
                  <a:tr h="321733">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2958175588"/>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tc>
                      <a:txBody>
                        <a:bodyPr/>
                        <a:lstStyle/>
                        <a:p>
                          <a:pPr algn="ctr"/>
                          <a:r>
                            <a:rPr lang="en-GB" sz="1400" dirty="0"/>
                            <a:t>0</a:t>
                          </a:r>
                        </a:p>
                      </a:txBody>
                      <a:tcPr/>
                    </a:tc>
                    <a:extLst>
                      <a:ext uri="{0D108BD9-81ED-4DB2-BD59-A6C34878D82A}">
                        <a16:rowId xmlns:a16="http://schemas.microsoft.com/office/drawing/2014/main" val="3132527256"/>
                      </a:ext>
                    </a:extLst>
                  </a:tr>
                  <a:tr h="321733">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1121378934"/>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0</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4128266435"/>
                      </a:ext>
                    </a:extLst>
                  </a:tr>
                  <a:tr h="321733">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tc>
                      <a:txBody>
                        <a:bodyPr/>
                        <a:lstStyle/>
                        <a:p>
                          <a:pPr algn="ctr"/>
                          <a:r>
                            <a:rPr lang="en-GB" sz="1400" dirty="0"/>
                            <a:t>1</a:t>
                          </a:r>
                        </a:p>
                      </a:txBody>
                      <a:tcPr/>
                    </a:tc>
                    <a:extLst>
                      <a:ext uri="{0D108BD9-81ED-4DB2-BD59-A6C34878D82A}">
                        <a16:rowId xmlns:a16="http://schemas.microsoft.com/office/drawing/2014/main" val="2298674074"/>
                      </a:ext>
                    </a:extLst>
                  </a:tr>
                </a:tbl>
              </a:graphicData>
            </a:graphic>
          </p:graphicFrame>
        </mc:Fallback>
      </mc:AlternateContent>
    </p:spTree>
    <p:extLst>
      <p:ext uri="{BB962C8B-B14F-4D97-AF65-F5344CB8AC3E}">
        <p14:creationId xmlns:p14="http://schemas.microsoft.com/office/powerpoint/2010/main" val="126883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Absorption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58" y="3119120"/>
              <a:ext cx="3154682" cy="1849120"/>
            </p:xfrm>
            <a:graphic>
              <a:graphicData uri="http://schemas.openxmlformats.org/drawingml/2006/table">
                <a:tbl>
                  <a:tblPr firstRow="1" bandRow="1">
                    <a:tableStyleId>{7E9639D4-E3E2-4D34-9284-5A2195B3D0D7}</a:tableStyleId>
                  </a:tblPr>
                  <a:tblGrid>
                    <a:gridCol w="919482">
                      <a:extLst>
                        <a:ext uri="{9D8B030D-6E8A-4147-A177-3AD203B41FA5}">
                          <a16:colId xmlns:a16="http://schemas.microsoft.com/office/drawing/2014/main" val="1817906471"/>
                        </a:ext>
                      </a:extLst>
                    </a:gridCol>
                    <a:gridCol w="701040">
                      <a:extLst>
                        <a:ext uri="{9D8B030D-6E8A-4147-A177-3AD203B41FA5}">
                          <a16:colId xmlns:a16="http://schemas.microsoft.com/office/drawing/2014/main" val="3260625661"/>
                        </a:ext>
                      </a:extLst>
                    </a:gridCol>
                    <a:gridCol w="1534160">
                      <a:extLst>
                        <a:ext uri="{9D8B030D-6E8A-4147-A177-3AD203B41FA5}">
                          <a16:colId xmlns:a16="http://schemas.microsoft.com/office/drawing/2014/main" val="3117082201"/>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1656731353"/>
                  </p:ext>
                </p:extLst>
              </p:nvPr>
            </p:nvGraphicFramePr>
            <p:xfrm>
              <a:off x="1356358" y="3119120"/>
              <a:ext cx="3154682" cy="1849120"/>
            </p:xfrm>
            <a:graphic>
              <a:graphicData uri="http://schemas.openxmlformats.org/drawingml/2006/table">
                <a:tbl>
                  <a:tblPr firstRow="1" bandRow="1">
                    <a:tableStyleId>{7E9639D4-E3E2-4D34-9284-5A2195B3D0D7}</a:tableStyleId>
                  </a:tblPr>
                  <a:tblGrid>
                    <a:gridCol w="919482">
                      <a:extLst>
                        <a:ext uri="{9D8B030D-6E8A-4147-A177-3AD203B41FA5}">
                          <a16:colId xmlns:a16="http://schemas.microsoft.com/office/drawing/2014/main" val="1817906471"/>
                        </a:ext>
                      </a:extLst>
                    </a:gridCol>
                    <a:gridCol w="701040">
                      <a:extLst>
                        <a:ext uri="{9D8B030D-6E8A-4147-A177-3AD203B41FA5}">
                          <a16:colId xmlns:a16="http://schemas.microsoft.com/office/drawing/2014/main" val="3260625661"/>
                        </a:ext>
                      </a:extLst>
                    </a:gridCol>
                    <a:gridCol w="1534160">
                      <a:extLst>
                        <a:ext uri="{9D8B030D-6E8A-4147-A177-3AD203B41FA5}">
                          <a16:colId xmlns:a16="http://schemas.microsoft.com/office/drawing/2014/main" val="3117082201"/>
                        </a:ext>
                      </a:extLst>
                    </a:gridCol>
                  </a:tblGrid>
                  <a:tr h="365760">
                    <a:tc>
                      <a:txBody>
                        <a:bodyPr/>
                        <a:lstStyle/>
                        <a:p>
                          <a:endParaRPr lang="en-US"/>
                        </a:p>
                      </a:txBody>
                      <a:tcPr>
                        <a:blipFill>
                          <a:blip r:embed="rId4"/>
                          <a:stretch>
                            <a:fillRect l="-662" r="-244371" b="-431667"/>
                          </a:stretch>
                        </a:blipFill>
                      </a:tcPr>
                    </a:tc>
                    <a:tc>
                      <a:txBody>
                        <a:bodyPr/>
                        <a:lstStyle/>
                        <a:p>
                          <a:endParaRPr lang="en-US"/>
                        </a:p>
                      </a:txBody>
                      <a:tcPr>
                        <a:blipFill>
                          <a:blip r:embed="rId4"/>
                          <a:stretch>
                            <a:fillRect l="-132174" r="-220870" b="-431667"/>
                          </a:stretch>
                        </a:blipFill>
                      </a:tcPr>
                    </a:tc>
                    <a:tc>
                      <a:txBody>
                        <a:bodyPr/>
                        <a:lstStyle/>
                        <a:p>
                          <a:endParaRPr lang="en-US"/>
                        </a:p>
                      </a:txBody>
                      <a:tcPr>
                        <a:blipFill>
                          <a:blip r:embed="rId4"/>
                          <a:stretch>
                            <a:fillRect l="-105952" r="-794"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540EA46F-C352-65D6-1366-A63FD1F12A97}"/>
                  </a:ext>
                </a:extLst>
              </p:cNvPr>
              <p:cNvGraphicFramePr>
                <a:graphicFrameLocks/>
              </p:cNvGraphicFramePr>
              <p:nvPr/>
            </p:nvGraphicFramePr>
            <p:xfrm>
              <a:off x="6355078" y="3119120"/>
              <a:ext cx="3124202" cy="1849120"/>
            </p:xfrm>
            <a:graphic>
              <a:graphicData uri="http://schemas.openxmlformats.org/drawingml/2006/table">
                <a:tbl>
                  <a:tblPr firstRow="1" bandRow="1">
                    <a:tableStyleId>{7E9639D4-E3E2-4D34-9284-5A2195B3D0D7}</a:tableStyleId>
                  </a:tblPr>
                  <a:tblGrid>
                    <a:gridCol w="919482">
                      <a:extLst>
                        <a:ext uri="{9D8B030D-6E8A-4147-A177-3AD203B41FA5}">
                          <a16:colId xmlns:a16="http://schemas.microsoft.com/office/drawing/2014/main" val="1817906471"/>
                        </a:ext>
                      </a:extLst>
                    </a:gridCol>
                    <a:gridCol w="701040">
                      <a:extLst>
                        <a:ext uri="{9D8B030D-6E8A-4147-A177-3AD203B41FA5}">
                          <a16:colId xmlns:a16="http://schemas.microsoft.com/office/drawing/2014/main" val="3260625661"/>
                        </a:ext>
                      </a:extLst>
                    </a:gridCol>
                    <a:gridCol w="1503680">
                      <a:extLst>
                        <a:ext uri="{9D8B030D-6E8A-4147-A177-3AD203B41FA5}">
                          <a16:colId xmlns:a16="http://schemas.microsoft.com/office/drawing/2014/main" val="3117082201"/>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Choice>
        <mc:Fallback xmlns="">
          <p:graphicFrame>
            <p:nvGraphicFramePr>
              <p:cNvPr id="9" name="Content Placeholder 3">
                <a:extLst>
                  <a:ext uri="{FF2B5EF4-FFF2-40B4-BE49-F238E27FC236}">
                    <a16:creationId xmlns:a16="http://schemas.microsoft.com/office/drawing/2014/main" id="{540EA46F-C352-65D6-1366-A63FD1F12A97}"/>
                  </a:ext>
                </a:extLst>
              </p:cNvPr>
              <p:cNvGraphicFramePr>
                <a:graphicFrameLocks/>
              </p:cNvGraphicFramePr>
              <p:nvPr>
                <p:extLst>
                  <p:ext uri="{D42A27DB-BD31-4B8C-83A1-F6EECF244321}">
                    <p14:modId xmlns:p14="http://schemas.microsoft.com/office/powerpoint/2010/main" val="3822114531"/>
                  </p:ext>
                </p:extLst>
              </p:nvPr>
            </p:nvGraphicFramePr>
            <p:xfrm>
              <a:off x="6355078" y="3119120"/>
              <a:ext cx="3124202" cy="1849120"/>
            </p:xfrm>
            <a:graphic>
              <a:graphicData uri="http://schemas.openxmlformats.org/drawingml/2006/table">
                <a:tbl>
                  <a:tblPr firstRow="1" bandRow="1">
                    <a:tableStyleId>{7E9639D4-E3E2-4D34-9284-5A2195B3D0D7}</a:tableStyleId>
                  </a:tblPr>
                  <a:tblGrid>
                    <a:gridCol w="919482">
                      <a:extLst>
                        <a:ext uri="{9D8B030D-6E8A-4147-A177-3AD203B41FA5}">
                          <a16:colId xmlns:a16="http://schemas.microsoft.com/office/drawing/2014/main" val="1817906471"/>
                        </a:ext>
                      </a:extLst>
                    </a:gridCol>
                    <a:gridCol w="701040">
                      <a:extLst>
                        <a:ext uri="{9D8B030D-6E8A-4147-A177-3AD203B41FA5}">
                          <a16:colId xmlns:a16="http://schemas.microsoft.com/office/drawing/2014/main" val="3260625661"/>
                        </a:ext>
                      </a:extLst>
                    </a:gridCol>
                    <a:gridCol w="1503680">
                      <a:extLst>
                        <a:ext uri="{9D8B030D-6E8A-4147-A177-3AD203B41FA5}">
                          <a16:colId xmlns:a16="http://schemas.microsoft.com/office/drawing/2014/main" val="3117082201"/>
                        </a:ext>
                      </a:extLst>
                    </a:gridCol>
                  </a:tblGrid>
                  <a:tr h="365760">
                    <a:tc>
                      <a:txBody>
                        <a:bodyPr/>
                        <a:lstStyle/>
                        <a:p>
                          <a:endParaRPr lang="en-US"/>
                        </a:p>
                      </a:txBody>
                      <a:tcPr>
                        <a:blipFill>
                          <a:blip r:embed="rId5"/>
                          <a:stretch>
                            <a:fillRect l="-662" r="-241060" b="-431667"/>
                          </a:stretch>
                        </a:blipFill>
                      </a:tcPr>
                    </a:tc>
                    <a:tc>
                      <a:txBody>
                        <a:bodyPr/>
                        <a:lstStyle/>
                        <a:p>
                          <a:endParaRPr lang="en-US"/>
                        </a:p>
                      </a:txBody>
                      <a:tcPr>
                        <a:blipFill>
                          <a:blip r:embed="rId5"/>
                          <a:stretch>
                            <a:fillRect l="-132174" r="-216522" b="-431667"/>
                          </a:stretch>
                        </a:blipFill>
                      </a:tcPr>
                    </a:tc>
                    <a:tc>
                      <a:txBody>
                        <a:bodyPr/>
                        <a:lstStyle/>
                        <a:p>
                          <a:endParaRPr lang="en-US"/>
                        </a:p>
                      </a:txBody>
                      <a:tcPr>
                        <a:blipFill>
                          <a:blip r:embed="rId5"/>
                          <a:stretch>
                            <a:fillRect l="-108097" r="-810"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58175588"/>
                      </a:ext>
                    </a:extLst>
                  </a:tr>
                </a:tbl>
              </a:graphicData>
            </a:graphic>
          </p:graphicFrame>
        </mc:Fallback>
      </mc:AlternateContent>
    </p:spTree>
    <p:extLst>
      <p:ext uri="{BB962C8B-B14F-4D97-AF65-F5344CB8AC3E}">
        <p14:creationId xmlns:p14="http://schemas.microsoft.com/office/powerpoint/2010/main" val="1918331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545A6-71F0-68D2-6E89-3B019CBA2B8C}"/>
              </a:ext>
            </a:extLst>
          </p:cNvPr>
          <p:cNvSpPr>
            <a:spLocks noGrp="1"/>
          </p:cNvSpPr>
          <p:nvPr>
            <p:ph type="title"/>
          </p:nvPr>
        </p:nvSpPr>
        <p:spPr/>
        <p:txBody>
          <a:bodyPr/>
          <a:lstStyle/>
          <a:p>
            <a:r>
              <a:rPr lang="en-GB" dirty="0"/>
              <a:t>De Morgan’s Law</a:t>
            </a:r>
          </a:p>
        </p:txBody>
      </p:sp>
      <p:sp>
        <p:nvSpPr>
          <p:cNvPr id="4" name="Text Placeholder 3">
            <a:extLst>
              <a:ext uri="{FF2B5EF4-FFF2-40B4-BE49-F238E27FC236}">
                <a16:creationId xmlns:a16="http://schemas.microsoft.com/office/drawing/2014/main" id="{A5CDBCC2-6496-2C2B-42F0-259C8B6A2A19}"/>
              </a:ext>
            </a:extLst>
          </p:cNvPr>
          <p:cNvSpPr>
            <a:spLocks noGrp="1"/>
          </p:cNvSpPr>
          <p:nvPr>
            <p:ph type="body" idx="1"/>
          </p:nvPr>
        </p:nvSpPr>
        <p:spPr/>
        <p:txBody>
          <a:bodyPr/>
          <a:lstStyle/>
          <a:p>
            <a:r>
              <a:rPr lang="en-GB" dirty="0"/>
              <a:t>AND Form</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FDC1373-8A57-5A0F-65DE-0ED3FB058A0C}"/>
                  </a:ext>
                </a:extLst>
              </p:cNvPr>
              <p:cNvSpPr>
                <a:spLocks noGrp="1"/>
              </p:cNvSpPr>
              <p:nvPr>
                <p:ph sz="half" idx="2"/>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oMath>
                </a14:m>
                <a:endParaRPr lang="en-GB" dirty="0"/>
              </a:p>
            </p:txBody>
          </p:sp>
        </mc:Choice>
        <mc:Fallback xmlns="">
          <p:sp>
            <p:nvSpPr>
              <p:cNvPr id="5" name="Content Placeholder 4">
                <a:extLst>
                  <a:ext uri="{FF2B5EF4-FFF2-40B4-BE49-F238E27FC236}">
                    <a16:creationId xmlns:a16="http://schemas.microsoft.com/office/drawing/2014/main" id="{4FDC1373-8A57-5A0F-65DE-0ED3FB058A0C}"/>
                  </a:ext>
                </a:extLst>
              </p:cNvPr>
              <p:cNvSpPr>
                <a:spLocks noGrp="1" noRot="1" noChangeAspect="1" noMove="1" noResize="1" noEditPoints="1" noAdjustHandles="1" noChangeArrowheads="1" noChangeShapeType="1" noTextEdit="1"/>
              </p:cNvSpPr>
              <p:nvPr>
                <p:ph sz="half" idx="2"/>
              </p:nvPr>
            </p:nvSpPr>
            <p:spPr>
              <a:blipFill>
                <a:blip r:embed="rId2"/>
                <a:stretch>
                  <a:fillRect l="-2128" t="-2815"/>
                </a:stretch>
              </a:blipFill>
            </p:spPr>
            <p:txBody>
              <a:bodyPr/>
              <a:lstStyle/>
              <a:p>
                <a:r>
                  <a:rPr lang="en-GB">
                    <a:noFill/>
                  </a:rPr>
                  <a:t> </a:t>
                </a:r>
              </a:p>
            </p:txBody>
          </p:sp>
        </mc:Fallback>
      </mc:AlternateContent>
      <p:sp>
        <p:nvSpPr>
          <p:cNvPr id="6" name="Text Placeholder 5">
            <a:extLst>
              <a:ext uri="{FF2B5EF4-FFF2-40B4-BE49-F238E27FC236}">
                <a16:creationId xmlns:a16="http://schemas.microsoft.com/office/drawing/2014/main" id="{E7AFD660-2AD2-5DF9-1FCB-8CCCFA7E60B1}"/>
              </a:ext>
            </a:extLst>
          </p:cNvPr>
          <p:cNvSpPr>
            <a:spLocks noGrp="1"/>
          </p:cNvSpPr>
          <p:nvPr>
            <p:ph type="body" sz="quarter" idx="3"/>
          </p:nvPr>
        </p:nvSpPr>
        <p:spPr/>
        <p:txBody>
          <a:bodyPr/>
          <a:lstStyle/>
          <a:p>
            <a:r>
              <a:rPr lang="en-GB" dirty="0"/>
              <a:t>OR Form</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1B758299-EA97-0470-FB66-FC2E31F9F614}"/>
                  </a:ext>
                </a:extLst>
              </p:cNvPr>
              <p:cNvSpPr>
                <a:spLocks noGrp="1"/>
              </p:cNvSpPr>
              <p:nvPr>
                <p:ph sz="quarter" idx="4"/>
              </p:nvPr>
            </p:nvSpPr>
            <p:spPr/>
            <p:txBody>
              <a:bodyPr/>
              <a:lstStyle/>
              <a:p>
                <a:r>
                  <a:rPr lang="en-GB" dirty="0"/>
                  <a:t>Truth table:</a:t>
                </a:r>
              </a:p>
              <a:p>
                <a:endParaRPr lang="en-GB" dirty="0"/>
              </a:p>
              <a:p>
                <a:endParaRPr lang="en-GB" dirty="0"/>
              </a:p>
              <a:p>
                <a:endParaRPr lang="en-GB" dirty="0"/>
              </a:p>
              <a:p>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oMath>
                </a14:m>
                <a:endParaRPr lang="en-GB" dirty="0"/>
              </a:p>
            </p:txBody>
          </p:sp>
        </mc:Choice>
        <mc:Fallback xmlns="">
          <p:sp>
            <p:nvSpPr>
              <p:cNvPr id="7" name="Content Placeholder 6">
                <a:extLst>
                  <a:ext uri="{FF2B5EF4-FFF2-40B4-BE49-F238E27FC236}">
                    <a16:creationId xmlns:a16="http://schemas.microsoft.com/office/drawing/2014/main" id="{1B758299-EA97-0470-FB66-FC2E31F9F614}"/>
                  </a:ext>
                </a:extLst>
              </p:cNvPr>
              <p:cNvSpPr>
                <a:spLocks noGrp="1" noRot="1" noChangeAspect="1" noMove="1" noResize="1" noEditPoints="1" noAdjustHandles="1" noChangeArrowheads="1" noChangeShapeType="1" noTextEdit="1"/>
              </p:cNvSpPr>
              <p:nvPr>
                <p:ph sz="quarter" idx="4"/>
              </p:nvPr>
            </p:nvSpPr>
            <p:spPr>
              <a:blipFill>
                <a:blip r:embed="rId3"/>
                <a:stretch>
                  <a:fillRect l="-2118" t="-281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nvGraphicFramePr>
            <p:xfrm>
              <a:off x="1356358" y="3119120"/>
              <a:ext cx="3693162" cy="1849120"/>
            </p:xfrm>
            <a:graphic>
              <a:graphicData uri="http://schemas.openxmlformats.org/drawingml/2006/table">
                <a:tbl>
                  <a:tblPr firstRow="1" bandRow="1">
                    <a:tableStyleId>{7E9639D4-E3E2-4D34-9284-5A2195B3D0D7}</a:tableStyleId>
                  </a:tblPr>
                  <a:tblGrid>
                    <a:gridCol w="612556">
                      <a:extLst>
                        <a:ext uri="{9D8B030D-6E8A-4147-A177-3AD203B41FA5}">
                          <a16:colId xmlns:a16="http://schemas.microsoft.com/office/drawing/2014/main" val="1817906471"/>
                        </a:ext>
                      </a:extLst>
                    </a:gridCol>
                    <a:gridCol w="630395">
                      <a:extLst>
                        <a:ext uri="{9D8B030D-6E8A-4147-A177-3AD203B41FA5}">
                          <a16:colId xmlns:a16="http://schemas.microsoft.com/office/drawing/2014/main" val="3260625661"/>
                        </a:ext>
                      </a:extLst>
                    </a:gridCol>
                    <a:gridCol w="1367837">
                      <a:extLst>
                        <a:ext uri="{9D8B030D-6E8A-4147-A177-3AD203B41FA5}">
                          <a16:colId xmlns:a16="http://schemas.microsoft.com/office/drawing/2014/main" val="3117082201"/>
                        </a:ext>
                      </a:extLst>
                    </a:gridCol>
                    <a:gridCol w="1082374">
                      <a:extLst>
                        <a:ext uri="{9D8B030D-6E8A-4147-A177-3AD203B41FA5}">
                          <a16:colId xmlns:a16="http://schemas.microsoft.com/office/drawing/2014/main" val="1966142344"/>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r>
                                  <a:rPr lang="en-GB" b="1" i="1" smtClean="0">
                                    <a:latin typeface="Cambria Math" panose="02040503050406030204" pitchFamily="18" charset="0"/>
                                  </a:rPr>
                                  <m:t>)</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Choice>
        <mc:Fallback xmlns="">
          <p:graphicFrame>
            <p:nvGraphicFramePr>
              <p:cNvPr id="8" name="Content Placeholder 3">
                <a:extLst>
                  <a:ext uri="{FF2B5EF4-FFF2-40B4-BE49-F238E27FC236}">
                    <a16:creationId xmlns:a16="http://schemas.microsoft.com/office/drawing/2014/main" id="{E864DEA9-18C1-1CF7-0AEC-A3A260C0B524}"/>
                  </a:ext>
                </a:extLst>
              </p:cNvPr>
              <p:cNvGraphicFramePr>
                <a:graphicFrameLocks/>
              </p:cNvGraphicFramePr>
              <p:nvPr>
                <p:extLst>
                  <p:ext uri="{D42A27DB-BD31-4B8C-83A1-F6EECF244321}">
                    <p14:modId xmlns:p14="http://schemas.microsoft.com/office/powerpoint/2010/main" val="3531058755"/>
                  </p:ext>
                </p:extLst>
              </p:nvPr>
            </p:nvGraphicFramePr>
            <p:xfrm>
              <a:off x="1356358" y="3119120"/>
              <a:ext cx="3693162" cy="1849120"/>
            </p:xfrm>
            <a:graphic>
              <a:graphicData uri="http://schemas.openxmlformats.org/drawingml/2006/table">
                <a:tbl>
                  <a:tblPr firstRow="1" bandRow="1">
                    <a:tableStyleId>{7E9639D4-E3E2-4D34-9284-5A2195B3D0D7}</a:tableStyleId>
                  </a:tblPr>
                  <a:tblGrid>
                    <a:gridCol w="612556">
                      <a:extLst>
                        <a:ext uri="{9D8B030D-6E8A-4147-A177-3AD203B41FA5}">
                          <a16:colId xmlns:a16="http://schemas.microsoft.com/office/drawing/2014/main" val="1817906471"/>
                        </a:ext>
                      </a:extLst>
                    </a:gridCol>
                    <a:gridCol w="630395">
                      <a:extLst>
                        <a:ext uri="{9D8B030D-6E8A-4147-A177-3AD203B41FA5}">
                          <a16:colId xmlns:a16="http://schemas.microsoft.com/office/drawing/2014/main" val="3260625661"/>
                        </a:ext>
                      </a:extLst>
                    </a:gridCol>
                    <a:gridCol w="1367837">
                      <a:extLst>
                        <a:ext uri="{9D8B030D-6E8A-4147-A177-3AD203B41FA5}">
                          <a16:colId xmlns:a16="http://schemas.microsoft.com/office/drawing/2014/main" val="3117082201"/>
                        </a:ext>
                      </a:extLst>
                    </a:gridCol>
                    <a:gridCol w="1082374">
                      <a:extLst>
                        <a:ext uri="{9D8B030D-6E8A-4147-A177-3AD203B41FA5}">
                          <a16:colId xmlns:a16="http://schemas.microsoft.com/office/drawing/2014/main" val="1966142344"/>
                        </a:ext>
                      </a:extLst>
                    </a:gridCol>
                  </a:tblGrid>
                  <a:tr h="365760">
                    <a:tc>
                      <a:txBody>
                        <a:bodyPr/>
                        <a:lstStyle/>
                        <a:p>
                          <a:endParaRPr lang="en-US"/>
                        </a:p>
                      </a:txBody>
                      <a:tcPr>
                        <a:blipFill>
                          <a:blip r:embed="rId4"/>
                          <a:stretch>
                            <a:fillRect l="-990" r="-501980" b="-431667"/>
                          </a:stretch>
                        </a:blipFill>
                      </a:tcPr>
                    </a:tc>
                    <a:tc>
                      <a:txBody>
                        <a:bodyPr/>
                        <a:lstStyle/>
                        <a:p>
                          <a:endParaRPr lang="en-US"/>
                        </a:p>
                      </a:txBody>
                      <a:tcPr>
                        <a:blipFill>
                          <a:blip r:embed="rId4"/>
                          <a:stretch>
                            <a:fillRect l="-99029" r="-392233" b="-431667"/>
                          </a:stretch>
                        </a:blipFill>
                      </a:tcPr>
                    </a:tc>
                    <a:tc>
                      <a:txBody>
                        <a:bodyPr/>
                        <a:lstStyle/>
                        <a:p>
                          <a:endParaRPr lang="en-US"/>
                        </a:p>
                      </a:txBody>
                      <a:tcPr>
                        <a:blipFill>
                          <a:blip r:embed="rId4"/>
                          <a:stretch>
                            <a:fillRect l="-91111" r="-79556" b="-431667"/>
                          </a:stretch>
                        </a:blipFill>
                      </a:tcPr>
                    </a:tc>
                    <a:tc>
                      <a:txBody>
                        <a:bodyPr/>
                        <a:lstStyle/>
                        <a:p>
                          <a:endParaRPr lang="en-US"/>
                        </a:p>
                      </a:txBody>
                      <a:tcPr>
                        <a:blipFill>
                          <a:blip r:embed="rId4"/>
                          <a:stretch>
                            <a:fillRect l="-241573" r="-562"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Content Placeholder 3">
                <a:extLst>
                  <a:ext uri="{FF2B5EF4-FFF2-40B4-BE49-F238E27FC236}">
                    <a16:creationId xmlns:a16="http://schemas.microsoft.com/office/drawing/2014/main" id="{1725B17F-44DE-7186-B00C-9AC062F0126C}"/>
                  </a:ext>
                </a:extLst>
              </p:cNvPr>
              <p:cNvGraphicFramePr>
                <a:graphicFrameLocks/>
              </p:cNvGraphicFramePr>
              <p:nvPr/>
            </p:nvGraphicFramePr>
            <p:xfrm>
              <a:off x="6659878" y="3119120"/>
              <a:ext cx="3693162" cy="1849120"/>
            </p:xfrm>
            <a:graphic>
              <a:graphicData uri="http://schemas.openxmlformats.org/drawingml/2006/table">
                <a:tbl>
                  <a:tblPr firstRow="1" bandRow="1">
                    <a:tableStyleId>{7E9639D4-E3E2-4D34-9284-5A2195B3D0D7}</a:tableStyleId>
                  </a:tblPr>
                  <a:tblGrid>
                    <a:gridCol w="612556">
                      <a:extLst>
                        <a:ext uri="{9D8B030D-6E8A-4147-A177-3AD203B41FA5}">
                          <a16:colId xmlns:a16="http://schemas.microsoft.com/office/drawing/2014/main" val="1817906471"/>
                        </a:ext>
                      </a:extLst>
                    </a:gridCol>
                    <a:gridCol w="630395">
                      <a:extLst>
                        <a:ext uri="{9D8B030D-6E8A-4147-A177-3AD203B41FA5}">
                          <a16:colId xmlns:a16="http://schemas.microsoft.com/office/drawing/2014/main" val="3260625661"/>
                        </a:ext>
                      </a:extLst>
                    </a:gridCol>
                    <a:gridCol w="1367837">
                      <a:extLst>
                        <a:ext uri="{9D8B030D-6E8A-4147-A177-3AD203B41FA5}">
                          <a16:colId xmlns:a16="http://schemas.microsoft.com/office/drawing/2014/main" val="3117082201"/>
                        </a:ext>
                      </a:extLst>
                    </a:gridCol>
                    <a:gridCol w="1082374">
                      <a:extLst>
                        <a:ext uri="{9D8B030D-6E8A-4147-A177-3AD203B41FA5}">
                          <a16:colId xmlns:a16="http://schemas.microsoft.com/office/drawing/2014/main" val="1966142344"/>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r>
                                  <a:rPr lang="en-GB" b="1" i="1" smtClean="0">
                                    <a:latin typeface="Cambria Math" panose="02040503050406030204" pitchFamily="18" charset="0"/>
                                  </a:rPr>
                                  <m:t>)</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Choice>
        <mc:Fallback xmlns="">
          <p:graphicFrame>
            <p:nvGraphicFramePr>
              <p:cNvPr id="3" name="Content Placeholder 3">
                <a:extLst>
                  <a:ext uri="{FF2B5EF4-FFF2-40B4-BE49-F238E27FC236}">
                    <a16:creationId xmlns:a16="http://schemas.microsoft.com/office/drawing/2014/main" id="{1725B17F-44DE-7186-B00C-9AC062F0126C}"/>
                  </a:ext>
                </a:extLst>
              </p:cNvPr>
              <p:cNvGraphicFramePr>
                <a:graphicFrameLocks/>
              </p:cNvGraphicFramePr>
              <p:nvPr>
                <p:extLst>
                  <p:ext uri="{D42A27DB-BD31-4B8C-83A1-F6EECF244321}">
                    <p14:modId xmlns:p14="http://schemas.microsoft.com/office/powerpoint/2010/main" val="731330589"/>
                  </p:ext>
                </p:extLst>
              </p:nvPr>
            </p:nvGraphicFramePr>
            <p:xfrm>
              <a:off x="6659878" y="3119120"/>
              <a:ext cx="3693162" cy="1849120"/>
            </p:xfrm>
            <a:graphic>
              <a:graphicData uri="http://schemas.openxmlformats.org/drawingml/2006/table">
                <a:tbl>
                  <a:tblPr firstRow="1" bandRow="1">
                    <a:tableStyleId>{7E9639D4-E3E2-4D34-9284-5A2195B3D0D7}</a:tableStyleId>
                  </a:tblPr>
                  <a:tblGrid>
                    <a:gridCol w="612556">
                      <a:extLst>
                        <a:ext uri="{9D8B030D-6E8A-4147-A177-3AD203B41FA5}">
                          <a16:colId xmlns:a16="http://schemas.microsoft.com/office/drawing/2014/main" val="1817906471"/>
                        </a:ext>
                      </a:extLst>
                    </a:gridCol>
                    <a:gridCol w="630395">
                      <a:extLst>
                        <a:ext uri="{9D8B030D-6E8A-4147-A177-3AD203B41FA5}">
                          <a16:colId xmlns:a16="http://schemas.microsoft.com/office/drawing/2014/main" val="3260625661"/>
                        </a:ext>
                      </a:extLst>
                    </a:gridCol>
                    <a:gridCol w="1367837">
                      <a:extLst>
                        <a:ext uri="{9D8B030D-6E8A-4147-A177-3AD203B41FA5}">
                          <a16:colId xmlns:a16="http://schemas.microsoft.com/office/drawing/2014/main" val="3117082201"/>
                        </a:ext>
                      </a:extLst>
                    </a:gridCol>
                    <a:gridCol w="1082374">
                      <a:extLst>
                        <a:ext uri="{9D8B030D-6E8A-4147-A177-3AD203B41FA5}">
                          <a16:colId xmlns:a16="http://schemas.microsoft.com/office/drawing/2014/main" val="1966142344"/>
                        </a:ext>
                      </a:extLst>
                    </a:gridCol>
                  </a:tblGrid>
                  <a:tr h="365760">
                    <a:tc>
                      <a:txBody>
                        <a:bodyPr/>
                        <a:lstStyle/>
                        <a:p>
                          <a:endParaRPr lang="en-US"/>
                        </a:p>
                      </a:txBody>
                      <a:tcPr>
                        <a:blipFill>
                          <a:blip r:embed="rId5"/>
                          <a:stretch>
                            <a:fillRect l="-990" r="-501980" b="-431667"/>
                          </a:stretch>
                        </a:blipFill>
                      </a:tcPr>
                    </a:tc>
                    <a:tc>
                      <a:txBody>
                        <a:bodyPr/>
                        <a:lstStyle/>
                        <a:p>
                          <a:endParaRPr lang="en-US"/>
                        </a:p>
                      </a:txBody>
                      <a:tcPr>
                        <a:blipFill>
                          <a:blip r:embed="rId5"/>
                          <a:stretch>
                            <a:fillRect l="-99029" r="-392233" b="-431667"/>
                          </a:stretch>
                        </a:blipFill>
                      </a:tcPr>
                    </a:tc>
                    <a:tc>
                      <a:txBody>
                        <a:bodyPr/>
                        <a:lstStyle/>
                        <a:p>
                          <a:endParaRPr lang="en-US"/>
                        </a:p>
                      </a:txBody>
                      <a:tcPr>
                        <a:blipFill>
                          <a:blip r:embed="rId5"/>
                          <a:stretch>
                            <a:fillRect l="-91111" r="-79556" b="-431667"/>
                          </a:stretch>
                        </a:blipFill>
                      </a:tcPr>
                    </a:tc>
                    <a:tc>
                      <a:txBody>
                        <a:bodyPr/>
                        <a:lstStyle/>
                        <a:p>
                          <a:endParaRPr lang="en-US"/>
                        </a:p>
                      </a:txBody>
                      <a:tcPr>
                        <a:blipFill>
                          <a:blip r:embed="rId5"/>
                          <a:stretch>
                            <a:fillRect l="-241573" r="-562"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Fallback>
      </mc:AlternateContent>
    </p:spTree>
    <p:extLst>
      <p:ext uri="{BB962C8B-B14F-4D97-AF65-F5344CB8AC3E}">
        <p14:creationId xmlns:p14="http://schemas.microsoft.com/office/powerpoint/2010/main" val="3713491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C76E07-CE54-4578-E80B-1C569A9EE148}"/>
              </a:ext>
            </a:extLst>
          </p:cNvPr>
          <p:cNvSpPr>
            <a:spLocks noGrp="1"/>
          </p:cNvSpPr>
          <p:nvPr>
            <p:ph type="title"/>
          </p:nvPr>
        </p:nvSpPr>
        <p:spPr/>
        <p:txBody>
          <a:bodyPr/>
          <a:lstStyle/>
          <a:p>
            <a:r>
              <a:rPr lang="en-GB" dirty="0"/>
              <a:t>Example: simplifying Boolean expressions</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31B09BE-24E6-1C1E-F69A-0C7F1068ABE3}"/>
                  </a:ext>
                </a:extLst>
              </p:cNvPr>
              <p:cNvSpPr>
                <a:spLocks noGrp="1"/>
              </p:cNvSpPr>
              <p:nvPr>
                <p:ph idx="1"/>
              </p:nvPr>
            </p:nvSpPr>
            <p:spPr/>
            <p:txBody>
              <a:bodyPr/>
              <a:lstStyle/>
              <a:p>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oMath>
                </a14:m>
                <a:endParaRPr lang="en-GB" b="0" dirty="0"/>
              </a:p>
              <a:p>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oMath>
                </a14:m>
                <a:r>
                  <a:rPr lang="en-GB" dirty="0"/>
                  <a:t> (De Morgan’s Law)</a:t>
                </a:r>
              </a:p>
              <a:p>
                <a14:m>
                  <m:oMath xmlns:m="http://schemas.openxmlformats.org/officeDocument/2006/math">
                    <m:r>
                      <a:rPr lang="en-GB"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𝐴</m:t>
                        </m:r>
                      </m:e>
                    </m:d>
                    <m:r>
                      <a:rPr lang="en-GB" b="0" i="1" dirty="0" smtClean="0">
                        <a:latin typeface="Cambria Math" panose="02040503050406030204" pitchFamily="18" charset="0"/>
                      </a:rPr>
                      <m:t>∧¬</m:t>
                    </m:r>
                    <m:r>
                      <a:rPr lang="en-GB" b="0" i="1" dirty="0" smtClean="0">
                        <a:latin typeface="Cambria Math" panose="02040503050406030204" pitchFamily="18" charset="0"/>
                      </a:rPr>
                      <m:t>𝐵</m:t>
                    </m:r>
                  </m:oMath>
                </a14:m>
                <a:r>
                  <a:rPr lang="en-GB" b="0" dirty="0"/>
                  <a:t> (Associative Law)</a:t>
                </a:r>
              </a:p>
              <a:p>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rPr>
                      <m:t>𝐵</m:t>
                    </m:r>
                  </m:oMath>
                </a14:m>
                <a:r>
                  <a:rPr lang="en-GB" b="0" dirty="0"/>
                  <a:t> (Inverse Law)</a:t>
                </a:r>
              </a:p>
              <a:p>
                <a14:m>
                  <m:oMath xmlns:m="http://schemas.openxmlformats.org/officeDocument/2006/math">
                    <m:r>
                      <a:rPr lang="en-GB" b="0" i="1" smtClean="0">
                        <a:latin typeface="Cambria Math" panose="02040503050406030204" pitchFamily="18" charset="0"/>
                      </a:rPr>
                      <m:t>≡0</m:t>
                    </m:r>
                  </m:oMath>
                </a14:m>
                <a:r>
                  <a:rPr lang="en-GB" dirty="0"/>
                  <a:t> (Null Law)</a:t>
                </a:r>
              </a:p>
            </p:txBody>
          </p:sp>
        </mc:Choice>
        <mc:Fallback xmlns="">
          <p:sp>
            <p:nvSpPr>
              <p:cNvPr id="8" name="Content Placeholder 7">
                <a:extLst>
                  <a:ext uri="{FF2B5EF4-FFF2-40B4-BE49-F238E27FC236}">
                    <a16:creationId xmlns:a16="http://schemas.microsoft.com/office/drawing/2014/main" id="{531B09BE-24E6-1C1E-F69A-0C7F1068ABE3}"/>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736822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C76E07-CE54-4578-E80B-1C569A9EE148}"/>
              </a:ext>
            </a:extLst>
          </p:cNvPr>
          <p:cNvSpPr>
            <a:spLocks noGrp="1"/>
          </p:cNvSpPr>
          <p:nvPr>
            <p:ph type="title"/>
          </p:nvPr>
        </p:nvSpPr>
        <p:spPr/>
        <p:txBody>
          <a:bodyPr/>
          <a:lstStyle/>
          <a:p>
            <a:r>
              <a:rPr lang="en-GB" dirty="0"/>
              <a:t>Example: simplifying Boolean expressions</a:t>
            </a:r>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31B09BE-24E6-1C1E-F69A-0C7F1068ABE3}"/>
                  </a:ext>
                </a:extLst>
              </p:cNvPr>
              <p:cNvSpPr>
                <a:spLocks noGrp="1"/>
              </p:cNvSpPr>
              <p:nvPr>
                <p:ph idx="1"/>
              </p:nvPr>
            </p:nvSpPr>
            <p:spPr/>
            <p:txBody>
              <a:bodyPr/>
              <a:lstStyle/>
              <a:p>
                <a14:m>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e>
                    </m:d>
                  </m:oMath>
                </a14:m>
                <a:endParaRPr lang="en-GB" b="0" dirty="0"/>
              </a:p>
              <a:p>
                <a14:m>
                  <m:oMath xmlns:m="http://schemas.openxmlformats.org/officeDocument/2006/math">
                    <m:r>
                      <a:rPr lang="en-GB" b="0" i="1"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𝐵</m:t>
                        </m:r>
                      </m:e>
                    </m:d>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r>
                          <a:rPr lang="en-GB" b="0" i="1" dirty="0" smtClean="0">
                            <a:latin typeface="Cambria Math" panose="02040503050406030204" pitchFamily="18" charset="0"/>
                          </a:rPr>
                          <m:t>∨</m:t>
                        </m:r>
                        <m:r>
                          <a:rPr lang="en-GB" b="0" i="1" dirty="0" smtClean="0">
                            <a:latin typeface="Cambria Math" panose="02040503050406030204" pitchFamily="18" charset="0"/>
                          </a:rPr>
                          <m:t>𝐶</m:t>
                        </m:r>
                      </m:e>
                    </m:d>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𝐵</m:t>
                        </m:r>
                        <m:r>
                          <a:rPr lang="en-GB" b="0" i="1" dirty="0" smtClean="0">
                            <a:latin typeface="Cambria Math" panose="02040503050406030204" pitchFamily="18" charset="0"/>
                          </a:rPr>
                          <m:t>∨</m:t>
                        </m:r>
                        <m:r>
                          <a:rPr lang="en-GB" b="0" i="1" dirty="0" smtClean="0">
                            <a:latin typeface="Cambria Math" panose="02040503050406030204" pitchFamily="18" charset="0"/>
                          </a:rPr>
                          <m:t>𝐵</m:t>
                        </m:r>
                      </m:e>
                    </m:d>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𝐵</m:t>
                        </m:r>
                        <m:r>
                          <a:rPr lang="en-GB" b="0" i="1" dirty="0" smtClean="0">
                            <a:latin typeface="Cambria Math" panose="02040503050406030204" pitchFamily="18" charset="0"/>
                          </a:rPr>
                          <m:t>∨</m:t>
                        </m:r>
                        <m:r>
                          <a:rPr lang="en-GB" b="0" i="1" dirty="0" smtClean="0">
                            <a:latin typeface="Cambria Math" panose="02040503050406030204" pitchFamily="18" charset="0"/>
                          </a:rPr>
                          <m:t>𝐶</m:t>
                        </m:r>
                      </m:e>
                    </m:d>
                  </m:oMath>
                </a14:m>
                <a:r>
                  <a:rPr lang="en-GB" b="0" dirty="0"/>
                  <a:t> (Distributive Law)</a:t>
                </a:r>
              </a:p>
              <a:p>
                <a14:m>
                  <m:oMath xmlns:m="http://schemas.openxmlformats.org/officeDocument/2006/math">
                    <m:r>
                      <a:rPr lang="en-GB" b="0" i="1" smtClean="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𝐵</m:t>
                        </m:r>
                      </m:e>
                    </m:d>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𝐶</m:t>
                        </m:r>
                      </m:e>
                    </m:d>
                    <m:r>
                      <a:rPr lang="en-GB" i="1" dirty="0">
                        <a:latin typeface="Cambria Math" panose="02040503050406030204" pitchFamily="18" charset="0"/>
                      </a:rPr>
                      <m:t>∧</m:t>
                    </m:r>
                    <m:r>
                      <a:rPr lang="en-GB" b="0" i="1" dirty="0" smtClean="0">
                        <a:latin typeface="Cambria Math" panose="02040503050406030204" pitchFamily="18" charset="0"/>
                      </a:rPr>
                      <m:t>𝐵</m:t>
                    </m:r>
                    <m:r>
                      <a:rPr lang="en-GB" i="1" dirty="0">
                        <a:latin typeface="Cambria Math" panose="02040503050406030204" pitchFamily="18" charset="0"/>
                      </a:rPr>
                      <m:t>∧</m:t>
                    </m:r>
                    <m:d>
                      <m:dPr>
                        <m:ctrlPr>
                          <a:rPr lang="en-GB" b="0" i="1" dirty="0" smtClean="0">
                            <a:latin typeface="Cambria Math" panose="02040503050406030204" pitchFamily="18" charset="0"/>
                          </a:rPr>
                        </m:ctrlPr>
                      </m:dPr>
                      <m:e>
                        <m:r>
                          <a:rPr lang="en-GB" i="1" dirty="0">
                            <a:latin typeface="Cambria Math" panose="02040503050406030204" pitchFamily="18" charset="0"/>
                          </a:rPr>
                          <m:t>𝐵</m:t>
                        </m:r>
                        <m:r>
                          <a:rPr lang="en-GB" i="1" dirty="0">
                            <a:latin typeface="Cambria Math" panose="02040503050406030204" pitchFamily="18" charset="0"/>
                          </a:rPr>
                          <m:t>∨</m:t>
                        </m:r>
                        <m:r>
                          <a:rPr lang="en-GB" i="1" dirty="0">
                            <a:latin typeface="Cambria Math" panose="02040503050406030204" pitchFamily="18" charset="0"/>
                          </a:rPr>
                          <m:t>𝐶</m:t>
                        </m:r>
                      </m:e>
                    </m:d>
                  </m:oMath>
                </a14:m>
                <a:r>
                  <a:rPr lang="en-GB" b="0" dirty="0"/>
                  <a:t> (Idempotent Law)</a:t>
                </a:r>
              </a:p>
              <a:p>
                <a14:m>
                  <m:oMath xmlns:m="http://schemas.openxmlformats.org/officeDocument/2006/math">
                    <m:r>
                      <a:rPr lang="en-GB" b="0" i="1" smtClean="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𝐵</m:t>
                        </m:r>
                      </m:e>
                    </m:d>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𝐶</m:t>
                        </m:r>
                      </m:e>
                    </m:d>
                    <m:r>
                      <a:rPr lang="en-GB" i="1" dirty="0">
                        <a:latin typeface="Cambria Math" panose="02040503050406030204" pitchFamily="18" charset="0"/>
                      </a:rPr>
                      <m:t>∧</m:t>
                    </m:r>
                    <m:r>
                      <a:rPr lang="en-GB" i="1" dirty="0">
                        <a:latin typeface="Cambria Math" panose="02040503050406030204" pitchFamily="18" charset="0"/>
                      </a:rPr>
                      <m:t>𝐵</m:t>
                    </m:r>
                  </m:oMath>
                </a14:m>
                <a:r>
                  <a:rPr lang="en-GB" dirty="0"/>
                  <a:t> (Absorption Law)</a:t>
                </a:r>
              </a:p>
              <a:p>
                <a14:m>
                  <m:oMath xmlns:m="http://schemas.openxmlformats.org/officeDocument/2006/math">
                    <m:r>
                      <a:rPr lang="en-GB" b="0" i="1" smtClean="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𝐶</m:t>
                        </m:r>
                      </m:e>
                    </m:d>
                    <m:r>
                      <a:rPr lang="en-GB" i="1" dirty="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d>
                      <m:dPr>
                        <m:ctrlPr>
                          <a:rPr lang="en-GB" i="1" dirty="0">
                            <a:latin typeface="Cambria Math" panose="02040503050406030204" pitchFamily="18" charset="0"/>
                          </a:rPr>
                        </m:ctrlPr>
                      </m:dPr>
                      <m:e>
                        <m:r>
                          <a:rPr lang="en-GB" b="0" i="1" dirty="0" smtClean="0">
                            <a:latin typeface="Cambria Math" panose="02040503050406030204" pitchFamily="18" charset="0"/>
                          </a:rPr>
                          <m:t>𝐴</m:t>
                        </m:r>
                        <m:r>
                          <a:rPr lang="en-GB" i="1" dirty="0">
                            <a:latin typeface="Cambria Math" panose="02040503050406030204" pitchFamily="18" charset="0"/>
                          </a:rPr>
                          <m:t>∨</m:t>
                        </m:r>
                        <m:r>
                          <a:rPr lang="en-GB" b="0" i="1" dirty="0" smtClean="0">
                            <a:latin typeface="Cambria Math" panose="02040503050406030204" pitchFamily="18" charset="0"/>
                          </a:rPr>
                          <m:t>𝐵</m:t>
                        </m:r>
                      </m:e>
                    </m:d>
                  </m:oMath>
                </a14:m>
                <a:r>
                  <a:rPr lang="en-GB" dirty="0"/>
                  <a:t> </a:t>
                </a:r>
                <a:r>
                  <a:rPr lang="en-GB"/>
                  <a:t>(Commutative Law</a:t>
                </a:r>
                <a:r>
                  <a:rPr lang="en-GB" dirty="0"/>
                  <a:t>)</a:t>
                </a:r>
              </a:p>
              <a:p>
                <a14:m>
                  <m:oMath xmlns:m="http://schemas.openxmlformats.org/officeDocument/2006/math">
                    <m:r>
                      <a:rPr lang="en-GB" i="1">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𝐶</m:t>
                        </m:r>
                      </m:e>
                    </m:d>
                    <m:r>
                      <a:rPr lang="en-GB" i="1" dirty="0">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𝐵</m:t>
                        </m:r>
                        <m:r>
                          <a:rPr lang="en-GB" b="0" i="1" dirty="0" smtClean="0">
                            <a:latin typeface="Cambria Math" panose="02040503050406030204" pitchFamily="18" charset="0"/>
                          </a:rPr>
                          <m:t>∨</m:t>
                        </m:r>
                        <m:r>
                          <a:rPr lang="en-GB" b="0" i="1" dirty="0" smtClean="0">
                            <a:latin typeface="Cambria Math" panose="02040503050406030204" pitchFamily="18" charset="0"/>
                          </a:rPr>
                          <m:t>𝐴</m:t>
                        </m:r>
                      </m:e>
                    </m:d>
                  </m:oMath>
                </a14:m>
                <a:r>
                  <a:rPr lang="en-GB" dirty="0"/>
                  <a:t> (Commutative Law)</a:t>
                </a:r>
              </a:p>
              <a:p>
                <a14:m>
                  <m:oMath xmlns:m="http://schemas.openxmlformats.org/officeDocument/2006/math">
                    <m:r>
                      <a:rPr lang="en-GB" b="0" i="1" smtClean="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𝐶</m:t>
                        </m:r>
                      </m:e>
                    </m:d>
                    <m:r>
                      <a:rPr lang="en-GB" i="1" dirty="0">
                        <a:latin typeface="Cambria Math" panose="02040503050406030204" pitchFamily="18" charset="0"/>
                      </a:rPr>
                      <m:t>∧</m:t>
                    </m:r>
                    <m:r>
                      <a:rPr lang="en-GB" i="1">
                        <a:latin typeface="Cambria Math" panose="02040503050406030204" pitchFamily="18" charset="0"/>
                      </a:rPr>
                      <m:t>𝐵</m:t>
                    </m:r>
                  </m:oMath>
                </a14:m>
                <a:r>
                  <a:rPr lang="en-GB" dirty="0"/>
                  <a:t> (Absorption Law)</a:t>
                </a:r>
              </a:p>
              <a:p>
                <a:endParaRPr lang="en-GB" dirty="0"/>
              </a:p>
            </p:txBody>
          </p:sp>
        </mc:Choice>
        <mc:Fallback xmlns="">
          <p:sp>
            <p:nvSpPr>
              <p:cNvPr id="8" name="Content Placeholder 7">
                <a:extLst>
                  <a:ext uri="{FF2B5EF4-FFF2-40B4-BE49-F238E27FC236}">
                    <a16:creationId xmlns:a16="http://schemas.microsoft.com/office/drawing/2014/main" id="{531B09BE-24E6-1C1E-F69A-0C7F1068ABE3}"/>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35614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B78AE-77B4-62D3-2D7A-65D66B357A26}"/>
              </a:ext>
            </a:extLst>
          </p:cNvPr>
          <p:cNvSpPr>
            <a:spLocks noGrp="1"/>
          </p:cNvSpPr>
          <p:nvPr>
            <p:ph type="title"/>
          </p:nvPr>
        </p:nvSpPr>
        <p:spPr/>
        <p:txBody>
          <a:bodyPr/>
          <a:lstStyle/>
          <a:p>
            <a:r>
              <a:rPr lang="en-GB" dirty="0"/>
              <a:t>Examples: Simplifying Boolean Expressions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53DBAF-A693-02E1-F3B9-96AAFF6836E7}"/>
                  </a:ext>
                </a:extLst>
              </p:cNvPr>
              <p:cNvSpPr>
                <a:spLocks noGrp="1"/>
              </p:cNvSpPr>
              <p:nvPr>
                <p:ph idx="1"/>
              </p:nvPr>
            </p:nvSpPr>
            <p:spPr/>
            <p:txBody>
              <a:bodyPr>
                <a:normAutofit fontScale="85000" lnSpcReduction="20000"/>
              </a:bodyPr>
              <a:lstStyle/>
              <a:p>
                <a14:m>
                  <m:oMath xmlns:m="http://schemas.openxmlformats.org/officeDocument/2006/math">
                    <m:r>
                      <m:rPr>
                        <m:sty m:val="p"/>
                      </m:rPr>
                      <a:rPr lang="en-GB" b="0" i="0" smtClean="0">
                        <a:latin typeface="Cambria Math" panose="02040503050406030204" pitchFamily="18" charset="0"/>
                      </a:rPr>
                      <m:t>F</m:t>
                    </m:r>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𝐶</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a14:m>
                <a:endParaRPr lang="en-GB" dirty="0"/>
              </a:p>
              <a:p>
                <a:r>
                  <a:rPr lang="en-GB" dirty="0"/>
                  <a:t>2</a:t>
                </a:r>
                <a:r>
                  <a:rPr lang="en-GB" baseline="30000" dirty="0"/>
                  <a:t>nd</a:t>
                </a:r>
                <a:r>
                  <a:rPr lang="en-GB" dirty="0"/>
                  <a:t> term:</a:t>
                </a:r>
                <a14:m>
                  <m:oMath xmlns:m="http://schemas.openxmlformats.org/officeDocument/2006/math">
                    <m:r>
                      <a:rPr lang="en-GB" i="1">
                        <a:latin typeface="Cambria Math" panose="02040503050406030204" pitchFamily="18" charset="0"/>
                      </a:rPr>
                      <m:t>¬</m:t>
                    </m:r>
                    <m:d>
                      <m:dPr>
                        <m:ctrlPr>
                          <a:rPr lang="en-GB" i="1">
                            <a:latin typeface="Cambria Math" panose="02040503050406030204" pitchFamily="18" charset="0"/>
                          </a:rPr>
                        </m:ctrlPr>
                      </m:dPr>
                      <m:e>
                        <m:d>
                          <m:dPr>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𝐶</m:t>
                            </m:r>
                          </m:e>
                        </m:d>
                      </m:e>
                    </m:d>
                    <m:r>
                      <a:rPr lang="en-GB" i="1">
                        <a:latin typeface="Cambria Math" panose="02040503050406030204" pitchFamily="18" charset="0"/>
                      </a:rPr>
                      <m:t>=</m:t>
                    </m:r>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e>
                    </m:d>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m:t>
                    </m:r>
                  </m:oMath>
                </a14:m>
                <a:r>
                  <a:rPr lang="en-GB" dirty="0"/>
                  <a:t>(De Morgan’s Law)</a:t>
                </a:r>
              </a:p>
              <a:p>
                <a14:m>
                  <m:oMath xmlns:m="http://schemas.openxmlformats.org/officeDocument/2006/math">
                    <m:r>
                      <a:rPr lang="en-GB" b="0" i="1" smtClean="0">
                        <a:latin typeface="Cambria Math" panose="02040503050406030204" pitchFamily="18" charset="0"/>
                      </a:rPr>
                      <m:t>=</m:t>
                    </m:r>
                    <m:d>
                      <m:dPr>
                        <m:ctrlPr>
                          <a:rPr lang="en-GB" i="1">
                            <a:latin typeface="Cambria Math" panose="02040503050406030204" pitchFamily="18" charset="0"/>
                          </a:rPr>
                        </m:ctrlPr>
                      </m:dPr>
                      <m:e>
                        <m:r>
                          <a:rPr lang="en-GB" b="0" i="1" smtClean="0">
                            <a:latin typeface="Cambria Math" panose="02040503050406030204" pitchFamily="18" charset="0"/>
                          </a:rPr>
                          <m:t>¬</m:t>
                        </m:r>
                        <m:r>
                          <a:rPr lang="en-GB" i="1">
                            <a:latin typeface="Cambria Math" panose="02040503050406030204" pitchFamily="18" charset="0"/>
                          </a:rPr>
                          <m:t>𝐴</m:t>
                        </m:r>
                        <m:r>
                          <a:rPr lang="en-GB" b="0" i="1" smtClean="0">
                            <a:latin typeface="Cambria Math" panose="02040503050406030204" pitchFamily="18" charset="0"/>
                          </a:rPr>
                          <m:t>∨¬</m:t>
                        </m:r>
                        <m:r>
                          <a:rPr lang="en-GB" i="1">
                            <a:latin typeface="Cambria Math" panose="02040503050406030204" pitchFamily="18" charset="0"/>
                          </a:rPr>
                          <m:t>𝐵</m:t>
                        </m:r>
                      </m:e>
                    </m:d>
                    <m:r>
                      <a:rPr lang="en-GB" i="1">
                        <a:latin typeface="Cambria Math" panose="02040503050406030204" pitchFamily="18" charset="0"/>
                      </a:rPr>
                      <m:t>∧(</m:t>
                    </m:r>
                    <m:r>
                      <a:rPr lang="en-GB" b="0" i="1" smtClean="0">
                        <a:latin typeface="Cambria Math" panose="02040503050406030204" pitchFamily="18" charset="0"/>
                      </a:rPr>
                      <m:t>¬</m:t>
                    </m:r>
                    <m:r>
                      <a:rPr lang="en-GB" i="1">
                        <a:latin typeface="Cambria Math" panose="02040503050406030204" pitchFamily="18" charset="0"/>
                      </a:rPr>
                      <m:t>𝐴</m:t>
                    </m:r>
                    <m:r>
                      <a:rPr lang="en-GB" b="0" i="1" smtClean="0">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 </m:t>
                    </m:r>
                  </m:oMath>
                </a14:m>
                <a:r>
                  <a:rPr lang="en-GB" dirty="0"/>
                  <a:t>(De Morgan’s Law)</a:t>
                </a: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𝐶</m:t>
                            </m:r>
                          </m:e>
                        </m:d>
                      </m:e>
                    </m:d>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b="0" i="1" smtClean="0">
                            <a:latin typeface="Cambria Math" panose="02040503050406030204" pitchFamily="18" charset="0"/>
                          </a:rPr>
                          <m:t>𝐵</m:t>
                        </m:r>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𝐶</m:t>
                            </m:r>
                          </m:e>
                        </m:d>
                      </m:e>
                    </m:d>
                  </m:oMath>
                </a14:m>
                <a:r>
                  <a:rPr lang="en-GB" dirty="0"/>
                  <a:t> (Distributive Law)</a:t>
                </a: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e>
                    </m:d>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b="0" i="1" smtClean="0">
                            <a:latin typeface="Cambria Math" panose="02040503050406030204" pitchFamily="18" charset="0"/>
                          </a:rPr>
                          <m:t>𝐶</m:t>
                        </m:r>
                      </m:e>
                    </m:d>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b="0" i="1" smtClean="0">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e>
                    </m:d>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b="0" i="1" smtClean="0">
                            <a:latin typeface="Cambria Math" panose="02040503050406030204" pitchFamily="18" charset="0"/>
                          </a:rPr>
                          <m:t>𝐵</m:t>
                        </m:r>
                        <m:r>
                          <a:rPr lang="en-GB" i="1">
                            <a:latin typeface="Cambria Math" panose="02040503050406030204" pitchFamily="18" charset="0"/>
                          </a:rPr>
                          <m:t>∧¬</m:t>
                        </m:r>
                        <m:r>
                          <a:rPr lang="en-GB" b="0" i="1" smtClean="0">
                            <a:latin typeface="Cambria Math" panose="02040503050406030204" pitchFamily="18" charset="0"/>
                          </a:rPr>
                          <m:t>𝐶</m:t>
                        </m:r>
                      </m:e>
                    </m:d>
                    <m:r>
                      <a:rPr lang="en-GB" b="0" i="1" smtClean="0">
                        <a:latin typeface="Cambria Math" panose="02040503050406030204" pitchFamily="18" charset="0"/>
                      </a:rPr>
                      <m:t> </m:t>
                    </m:r>
                  </m:oMath>
                </a14:m>
                <a:r>
                  <a:rPr lang="en-GB" dirty="0"/>
                  <a:t>(Distributive Law)</a:t>
                </a:r>
              </a:p>
              <a:p>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𝐴</m:t>
                    </m:r>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𝐶</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𝐶</m:t>
                        </m:r>
                      </m:e>
                    </m:d>
                  </m:oMath>
                </a14:m>
                <a:r>
                  <a:rPr lang="en-GB" dirty="0"/>
                  <a:t> (Idempotent Law)</a:t>
                </a:r>
              </a:p>
              <a:p>
                <a14:m>
                  <m:oMath xmlns:m="http://schemas.openxmlformats.org/officeDocument/2006/math">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b="0" i="1" smtClean="0">
                            <a:latin typeface="Cambria Math" panose="02040503050406030204" pitchFamily="18" charset="0"/>
                          </a:rPr>
                          <m:t>𝐴</m:t>
                        </m:r>
                        <m:r>
                          <a:rPr lang="en-GB" i="1">
                            <a:latin typeface="Cambria Math" panose="02040503050406030204" pitchFamily="18" charset="0"/>
                          </a:rPr>
                          <m:t>∧¬</m:t>
                        </m:r>
                        <m:r>
                          <a:rPr lang="en-GB" b="0" i="1" smtClean="0">
                            <a:latin typeface="Cambria Math" panose="02040503050406030204" pitchFamily="18" charset="0"/>
                          </a:rPr>
                          <m:t>𝐵</m:t>
                        </m:r>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𝐶</m:t>
                        </m:r>
                      </m:e>
                    </m:d>
                  </m:oMath>
                </a14:m>
                <a:r>
                  <a:rPr lang="en-GB" dirty="0"/>
                  <a:t> (Absorption &amp; Commutative Laws)</a:t>
                </a:r>
              </a:p>
              <a:p>
                <a14:m>
                  <m:oMath xmlns:m="http://schemas.openxmlformats.org/officeDocument/2006/math">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m:t>
                    </m:r>
                  </m:oMath>
                </a14:m>
                <a:r>
                  <a:rPr lang="en-GB" dirty="0"/>
                  <a:t> (Absorption Law)</a:t>
                </a:r>
              </a:p>
              <a:p>
                <a:r>
                  <a:rPr lang="en-GB" b="0" dirty="0"/>
                  <a:t>Therefore, </a:t>
                </a:r>
                <a14:m>
                  <m:oMath xmlns:m="http://schemas.openxmlformats.org/officeDocument/2006/math">
                    <m:r>
                      <m:rPr>
                        <m:sty m:val="p"/>
                      </m:rPr>
                      <a:rPr lang="en-GB" b="0" i="0" smtClean="0">
                        <a:latin typeface="Cambria Math" panose="02040503050406030204" pitchFamily="18" charset="0"/>
                      </a:rPr>
                      <m:t>F</m:t>
                    </m:r>
                    <m:r>
                      <a:rPr lang="en-GB" b="0" i="1" smtClean="0">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e>
                    </m:d>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𝐶</m:t>
                    </m:r>
                    <m:r>
                      <a:rPr lang="en-GB" i="1">
                        <a:latin typeface="Cambria Math" panose="02040503050406030204" pitchFamily="18" charset="0"/>
                      </a:rPr>
                      <m:t>)</m:t>
                    </m:r>
                  </m:oMath>
                </a14:m>
                <a:endParaRPr lang="en-GB" dirty="0"/>
              </a:p>
              <a:p>
                <a14:m>
                  <m:oMath xmlns:m="http://schemas.openxmlformats.org/officeDocument/2006/math">
                    <m:r>
                      <m:rPr>
                        <m:sty m:val="p"/>
                      </m:rPr>
                      <a:rPr lang="en-GB">
                        <a:latin typeface="Cambria Math" panose="02040503050406030204" pitchFamily="18" charset="0"/>
                      </a:rPr>
                      <m:t>F</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e>
                        </m:d>
                      </m:e>
                    </m:d>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oMath>
                </a14:m>
                <a:r>
                  <a:rPr lang="en-GB" dirty="0"/>
                  <a:t> (Commutative and Associative Laws)</a:t>
                </a:r>
              </a:p>
              <a:p>
                <a14:m>
                  <m:oMath xmlns:m="http://schemas.openxmlformats.org/officeDocument/2006/math">
                    <m:r>
                      <m:rPr>
                        <m:sty m:val="p"/>
                      </m:rPr>
                      <a:rPr lang="en-GB" b="0" i="0" smtClean="0">
                        <a:latin typeface="Cambria Math" panose="02040503050406030204" pitchFamily="18" charset="0"/>
                      </a:rPr>
                      <m:t>F</m:t>
                    </m:r>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m:rPr>
                        <m:sty m:val="p"/>
                      </m:rPr>
                      <a:rPr lang="en-GB" i="1">
                        <a:latin typeface="Cambria Math" panose="02040503050406030204" pitchFamily="18" charset="0"/>
                      </a:rPr>
                      <m:t>C</m:t>
                    </m:r>
                    <m:r>
                      <a:rPr lang="en-GB" i="1">
                        <a:latin typeface="Cambria Math" panose="02040503050406030204" pitchFamily="18" charset="0"/>
                      </a:rPr>
                      <m:t>)</m:t>
                    </m:r>
                  </m:oMath>
                </a14:m>
                <a:r>
                  <a:rPr lang="en-GB" dirty="0"/>
                  <a:t> (Absorption Law)</a:t>
                </a:r>
              </a:p>
              <a:p>
                <a:endParaRPr lang="en-GB" dirty="0"/>
              </a:p>
              <a:p>
                <a:endParaRPr lang="en-GB" dirty="0"/>
              </a:p>
            </p:txBody>
          </p:sp>
        </mc:Choice>
        <mc:Fallback xmlns="">
          <p:sp>
            <p:nvSpPr>
              <p:cNvPr id="3" name="Content Placeholder 2">
                <a:extLst>
                  <a:ext uri="{FF2B5EF4-FFF2-40B4-BE49-F238E27FC236}">
                    <a16:creationId xmlns:a16="http://schemas.microsoft.com/office/drawing/2014/main" id="{9B53DBAF-A693-02E1-F3B9-96AAFF6836E7}"/>
                  </a:ext>
                </a:extLst>
              </p:cNvPr>
              <p:cNvSpPr>
                <a:spLocks noGrp="1" noRot="1" noChangeAspect="1" noMove="1" noResize="1" noEditPoints="1" noAdjustHandles="1" noChangeArrowheads="1" noChangeShapeType="1" noTextEdit="1"/>
              </p:cNvSpPr>
              <p:nvPr>
                <p:ph idx="1"/>
              </p:nvPr>
            </p:nvSpPr>
            <p:spPr>
              <a:blipFill>
                <a:blip r:embed="rId2"/>
                <a:stretch>
                  <a:fillRect l="-812" t="-1541" b="-3501"/>
                </a:stretch>
              </a:blipFill>
            </p:spPr>
            <p:txBody>
              <a:bodyPr/>
              <a:lstStyle/>
              <a:p>
                <a:r>
                  <a:rPr lang="en-GB">
                    <a:noFill/>
                  </a:rPr>
                  <a:t> </a:t>
                </a:r>
              </a:p>
            </p:txBody>
          </p:sp>
        </mc:Fallback>
      </mc:AlternateContent>
    </p:spTree>
    <p:extLst>
      <p:ext uri="{BB962C8B-B14F-4D97-AF65-F5344CB8AC3E}">
        <p14:creationId xmlns:p14="http://schemas.microsoft.com/office/powerpoint/2010/main" val="38602129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97912-1750-2D8C-DC0D-6F77E112C8E2}"/>
              </a:ext>
            </a:extLst>
          </p:cNvPr>
          <p:cNvSpPr>
            <a:spLocks noGrp="1"/>
          </p:cNvSpPr>
          <p:nvPr>
            <p:ph type="title"/>
          </p:nvPr>
        </p:nvSpPr>
        <p:spPr/>
        <p:txBody>
          <a:bodyPr/>
          <a:lstStyle/>
          <a:p>
            <a:r>
              <a:rPr lang="en-GB" dirty="0"/>
              <a:t>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62A4EC-71CD-AB63-B2CB-7F9D3B6F8F0C}"/>
                  </a:ext>
                </a:extLst>
              </p:cNvPr>
              <p:cNvSpPr>
                <a:spLocks noGrp="1"/>
              </p:cNvSpPr>
              <p:nvPr>
                <p:ph idx="1"/>
              </p:nvPr>
            </p:nvSpPr>
            <p:spPr/>
            <p:txBody>
              <a:bodyPr/>
              <a:lstStyle/>
              <a:p>
                <a:r>
                  <a:rPr lang="en-GB" dirty="0"/>
                  <a:t>Simplify the following expressions using Boolean algebraic laws:</a:t>
                </a:r>
              </a:p>
              <a:p>
                <a:pPr marL="514350" indent="-514350">
                  <a:buFont typeface="+mj-lt"/>
                  <a:buAutoNum type="arabicPeriod"/>
                </a:pPr>
                <a:r>
                  <a:rPr lang="en-GB" b="0" dirty="0"/>
                  <a:t> </a:t>
                </a:r>
                <a14:m>
                  <m:oMath xmlns:m="http://schemas.openxmlformats.org/officeDocument/2006/math">
                    <m:r>
                      <m:rPr>
                        <m:sty m:val="p"/>
                      </m:rPr>
                      <a:rPr lang="en-GB" b="0" i="0" smtClean="0">
                        <a:latin typeface="Cambria Math" panose="02040503050406030204" pitchFamily="18" charset="0"/>
                      </a:rPr>
                      <m:t>F</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e>
                    </m:d>
                  </m:oMath>
                </a14:m>
                <a:endParaRPr lang="en-GB" b="0" dirty="0"/>
              </a:p>
              <a:p>
                <a:pPr marL="514350" indent="-514350">
                  <a:buFont typeface="+mj-lt"/>
                  <a:buAutoNum type="arabicPeriod"/>
                </a:pPr>
                <a:r>
                  <a:rPr lang="en-GB" b="0" dirty="0"/>
                  <a:t> </a:t>
                </a:r>
                <a14:m>
                  <m:oMath xmlns:m="http://schemas.openxmlformats.org/officeDocument/2006/math">
                    <m:r>
                      <m:rPr>
                        <m:sty m:val="p"/>
                      </m:rPr>
                      <a:rPr lang="en-GB" b="0" i="0" smtClean="0">
                        <a:latin typeface="Cambria Math" panose="02040503050406030204" pitchFamily="18" charset="0"/>
                      </a:rPr>
                      <m:t>F</m:t>
                    </m:r>
                    <m:r>
                      <a:rPr lang="en-GB" b="0" i="0"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𝐶</m:t>
                        </m:r>
                      </m:e>
                    </m:d>
                  </m:oMath>
                </a14:m>
                <a:endParaRPr lang="en-GB" b="0"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DD62A4EC-71CD-AB63-B2CB-7F9D3B6F8F0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700872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71A405-254D-47A9-9F3A-CF85960A930B}"/>
              </a:ext>
            </a:extLst>
          </p:cNvPr>
          <p:cNvSpPr>
            <a:spLocks noGrp="1"/>
          </p:cNvSpPr>
          <p:nvPr>
            <p:ph type="title"/>
          </p:nvPr>
        </p:nvSpPr>
        <p:spPr/>
        <p:txBody>
          <a:bodyPr/>
          <a:lstStyle/>
          <a:p>
            <a:r>
              <a:rPr lang="en-GB" dirty="0"/>
              <a:t>The Expressive Power of NAND</a:t>
            </a:r>
          </a:p>
        </p:txBody>
      </p:sp>
      <p:sp>
        <p:nvSpPr>
          <p:cNvPr id="5" name="Text Placeholder 4">
            <a:extLst>
              <a:ext uri="{FF2B5EF4-FFF2-40B4-BE49-F238E27FC236}">
                <a16:creationId xmlns:a16="http://schemas.microsoft.com/office/drawing/2014/main" id="{B5F0EFD7-A5E2-0554-690D-BB7E07816793}"/>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949994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E7AC-0ADD-C424-295F-4068D4707C2C}"/>
              </a:ext>
            </a:extLst>
          </p:cNvPr>
          <p:cNvSpPr>
            <a:spLocks noGrp="1"/>
          </p:cNvSpPr>
          <p:nvPr>
            <p:ph type="title"/>
          </p:nvPr>
        </p:nvSpPr>
        <p:spPr/>
        <p:txBody>
          <a:bodyPr/>
          <a:lstStyle/>
          <a:p>
            <a:r>
              <a:rPr lang="en-GB" dirty="0"/>
              <a:t>The Expressive Power of NAND</a:t>
            </a:r>
          </a:p>
        </p:txBody>
      </p:sp>
      <p:sp>
        <p:nvSpPr>
          <p:cNvPr id="5" name="Content Placeholder 4">
            <a:extLst>
              <a:ext uri="{FF2B5EF4-FFF2-40B4-BE49-F238E27FC236}">
                <a16:creationId xmlns:a16="http://schemas.microsoft.com/office/drawing/2014/main" id="{8F0FA66A-5E86-7DA0-3887-8161C95CD9B7}"/>
              </a:ext>
            </a:extLst>
          </p:cNvPr>
          <p:cNvSpPr>
            <a:spLocks noGrp="1"/>
          </p:cNvSpPr>
          <p:nvPr>
            <p:ph idx="1"/>
          </p:nvPr>
        </p:nvSpPr>
        <p:spPr>
          <a:xfrm>
            <a:off x="838200" y="4032189"/>
            <a:ext cx="10515600" cy="2144774"/>
          </a:xfrm>
        </p:spPr>
        <p:txBody>
          <a:bodyPr/>
          <a:lstStyle/>
          <a:p>
            <a:r>
              <a:rPr lang="en-GB" dirty="0"/>
              <a:t>Any logical operator can be expressed using NANDs only</a:t>
            </a:r>
          </a:p>
          <a:p>
            <a:pPr marL="0" indent="0">
              <a:buNone/>
            </a:pPr>
            <a:endParaRPr lang="en-GB" b="0" dirty="0"/>
          </a:p>
          <a:p>
            <a:pPr lvl="1"/>
            <a:endParaRPr lang="en-GB"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FB5C45F1-DEAE-7814-BEEF-FE6D336EF74D}"/>
                  </a:ext>
                </a:extLst>
              </p:cNvPr>
              <p:cNvGraphicFramePr>
                <a:graphicFrameLocks noGrp="1"/>
              </p:cNvGraphicFramePr>
              <p:nvPr/>
            </p:nvGraphicFramePr>
            <p:xfrm>
              <a:off x="3860800" y="1939808"/>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Choice>
        <mc:Fallback xmlns="">
          <p:graphicFrame>
            <p:nvGraphicFramePr>
              <p:cNvPr id="6" name="Table 5">
                <a:extLst>
                  <a:ext uri="{FF2B5EF4-FFF2-40B4-BE49-F238E27FC236}">
                    <a16:creationId xmlns:a16="http://schemas.microsoft.com/office/drawing/2014/main" id="{FB5C45F1-DEAE-7814-BEEF-FE6D336EF74D}"/>
                  </a:ext>
                </a:extLst>
              </p:cNvPr>
              <p:cNvGraphicFramePr>
                <a:graphicFrameLocks noGrp="1"/>
              </p:cNvGraphicFramePr>
              <p:nvPr>
                <p:extLst>
                  <p:ext uri="{D42A27DB-BD31-4B8C-83A1-F6EECF244321}">
                    <p14:modId xmlns:p14="http://schemas.microsoft.com/office/powerpoint/2010/main" val="3164842546"/>
                  </p:ext>
                </p:extLst>
              </p:nvPr>
            </p:nvGraphicFramePr>
            <p:xfrm>
              <a:off x="3860800" y="1939808"/>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endParaRPr lang="en-US"/>
                        </a:p>
                      </a:txBody>
                      <a:tcPr>
                        <a:blipFill>
                          <a:blip r:embed="rId2"/>
                          <a:stretch>
                            <a:fillRect l="-201439" t="-8197" r="-719" b="-42131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2E6D723-9187-2F7B-6814-9E3981FB19FF}"/>
                  </a:ext>
                </a:extLst>
              </p:cNvPr>
              <p:cNvGraphicFramePr>
                <a:graphicFrameLocks noGrp="1"/>
              </p:cNvGraphicFramePr>
              <p:nvPr/>
            </p:nvGraphicFramePr>
            <p:xfrm>
              <a:off x="6757276" y="1939806"/>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Choice>
        <mc:Fallback xmlns="">
          <p:graphicFrame>
            <p:nvGraphicFramePr>
              <p:cNvPr id="7" name="Table 6">
                <a:extLst>
                  <a:ext uri="{FF2B5EF4-FFF2-40B4-BE49-F238E27FC236}">
                    <a16:creationId xmlns:a16="http://schemas.microsoft.com/office/drawing/2014/main" id="{D2E6D723-9187-2F7B-6814-9E3981FB19FF}"/>
                  </a:ext>
                </a:extLst>
              </p:cNvPr>
              <p:cNvGraphicFramePr>
                <a:graphicFrameLocks noGrp="1"/>
              </p:cNvGraphicFramePr>
              <p:nvPr>
                <p:extLst>
                  <p:ext uri="{D42A27DB-BD31-4B8C-83A1-F6EECF244321}">
                    <p14:modId xmlns:p14="http://schemas.microsoft.com/office/powerpoint/2010/main" val="2013784408"/>
                  </p:ext>
                </p:extLst>
              </p:nvPr>
            </p:nvGraphicFramePr>
            <p:xfrm>
              <a:off x="6757276" y="1939806"/>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endParaRPr lang="en-US"/>
                        </a:p>
                      </a:txBody>
                      <a:tcPr>
                        <a:blipFill>
                          <a:blip r:embed="rId3"/>
                          <a:stretch>
                            <a:fillRect l="-201439" t="-8197" r="-719" b="-42131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5898638B-3F80-28E4-65C3-620AAB98774A}"/>
                  </a:ext>
                </a:extLst>
              </p:cNvPr>
              <p:cNvGraphicFramePr>
                <a:graphicFrameLocks noGrp="1"/>
              </p:cNvGraphicFramePr>
              <p:nvPr/>
            </p:nvGraphicFramePr>
            <p:xfrm>
              <a:off x="1079499" y="1939806"/>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acc>
                                  <m:accPr>
                                    <m:chr m:val="̅"/>
                                    <m:ctrlPr>
                                      <a:rPr lang="en-GB" i="1" smtClean="0">
                                        <a:latin typeface="Cambria Math" panose="02040503050406030204" pitchFamily="18" charset="0"/>
                                      </a:rPr>
                                    </m:ctrlPr>
                                  </m:accPr>
                                  <m:e>
                                    <m:r>
                                      <a:rPr lang="en-GB" b="1" i="1" smtClean="0">
                                        <a:latin typeface="Cambria Math" panose="02040503050406030204" pitchFamily="18" charset="0"/>
                                      </a:rPr>
                                      <m:t>∧</m:t>
                                    </m:r>
                                  </m:e>
                                </m:acc>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Choice>
        <mc:Fallback xmlns="">
          <p:graphicFrame>
            <p:nvGraphicFramePr>
              <p:cNvPr id="8" name="Table 7">
                <a:extLst>
                  <a:ext uri="{FF2B5EF4-FFF2-40B4-BE49-F238E27FC236}">
                    <a16:creationId xmlns:a16="http://schemas.microsoft.com/office/drawing/2014/main" id="{5898638B-3F80-28E4-65C3-620AAB98774A}"/>
                  </a:ext>
                </a:extLst>
              </p:cNvPr>
              <p:cNvGraphicFramePr>
                <a:graphicFrameLocks noGrp="1"/>
              </p:cNvGraphicFramePr>
              <p:nvPr>
                <p:extLst>
                  <p:ext uri="{D42A27DB-BD31-4B8C-83A1-F6EECF244321}">
                    <p14:modId xmlns:p14="http://schemas.microsoft.com/office/powerpoint/2010/main" val="3471825624"/>
                  </p:ext>
                </p:extLst>
              </p:nvPr>
            </p:nvGraphicFramePr>
            <p:xfrm>
              <a:off x="1079499" y="1939806"/>
              <a:ext cx="2540001" cy="1843265"/>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B</a:t>
                          </a:r>
                        </a:p>
                      </a:txBody>
                      <a:tcPr/>
                    </a:tc>
                    <a:tc>
                      <a:txBody>
                        <a:bodyPr/>
                        <a:lstStyle/>
                        <a:p>
                          <a:endParaRPr lang="en-US"/>
                        </a:p>
                      </a:txBody>
                      <a:tcPr>
                        <a:blipFill>
                          <a:blip r:embed="rId4"/>
                          <a:stretch>
                            <a:fillRect l="-200719" t="-8197" r="-719" b="-42131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0</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r h="368653">
                    <a:tc>
                      <a:txBody>
                        <a:bodyPr/>
                        <a:lstStyle/>
                        <a:p>
                          <a:pPr algn="ctr"/>
                          <a:r>
                            <a:rPr lang="en-GB" dirty="0"/>
                            <a:t>1</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89872659"/>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FB49382D-F83E-C3BC-21ED-C4B402BFF1E2}"/>
                  </a:ext>
                </a:extLst>
              </p:cNvPr>
              <p:cNvGraphicFramePr>
                <a:graphicFrameLocks noGrp="1"/>
              </p:cNvGraphicFramePr>
              <p:nvPr/>
            </p:nvGraphicFramePr>
            <p:xfrm>
              <a:off x="9538577" y="1939804"/>
              <a:ext cx="1815224" cy="1105959"/>
            </p:xfrm>
            <a:graphic>
              <a:graphicData uri="http://schemas.openxmlformats.org/drawingml/2006/table">
                <a:tbl>
                  <a:tblPr firstRow="1" bandRow="1">
                    <a:tableStyleId>{7E9639D4-E3E2-4D34-9284-5A2195B3D0D7}</a:tableStyleId>
                  </a:tblPr>
                  <a:tblGrid>
                    <a:gridCol w="907612">
                      <a:extLst>
                        <a:ext uri="{9D8B030D-6E8A-4147-A177-3AD203B41FA5}">
                          <a16:colId xmlns:a16="http://schemas.microsoft.com/office/drawing/2014/main" val="3097694796"/>
                        </a:ext>
                      </a:extLst>
                    </a:gridCol>
                    <a:gridCol w="907612">
                      <a:extLst>
                        <a:ext uri="{9D8B030D-6E8A-4147-A177-3AD203B41FA5}">
                          <a16:colId xmlns:a16="http://schemas.microsoft.com/office/drawing/2014/main" val="479170585"/>
                        </a:ext>
                      </a:extLst>
                    </a:gridCol>
                  </a:tblGrid>
                  <a:tr h="368653">
                    <a:tc>
                      <a:txBody>
                        <a:bodyPr/>
                        <a:lstStyle/>
                        <a:p>
                          <a:pPr algn="ctr"/>
                          <a:r>
                            <a:rPr lang="en-GB" dirty="0"/>
                            <a:t>A</a:t>
                          </a:r>
                        </a:p>
                      </a:txBody>
                      <a:tcPr>
                        <a:lnR w="12700" cap="flat" cmpd="sng" algn="ctr">
                          <a:solidFill>
                            <a:schemeClr val="tx1"/>
                          </a:solidFill>
                          <a:prstDash val="solid"/>
                          <a:round/>
                          <a:headEnd type="none" w="med" len="med"/>
                          <a:tailEnd type="none" w="med" len="med"/>
                        </a:lnR>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𝑨</m:t>
                                </m:r>
                              </m:oMath>
                            </m:oMathPara>
                          </a14:m>
                          <a:endParaRPr lang="en-GB"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6302285"/>
                      </a:ext>
                    </a:extLst>
                  </a:tr>
                  <a:tr h="368653">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bl>
              </a:graphicData>
            </a:graphic>
          </p:graphicFrame>
        </mc:Choice>
        <mc:Fallback xmlns="">
          <p:graphicFrame>
            <p:nvGraphicFramePr>
              <p:cNvPr id="9" name="Table 8">
                <a:extLst>
                  <a:ext uri="{FF2B5EF4-FFF2-40B4-BE49-F238E27FC236}">
                    <a16:creationId xmlns:a16="http://schemas.microsoft.com/office/drawing/2014/main" id="{FB49382D-F83E-C3BC-21ED-C4B402BFF1E2}"/>
                  </a:ext>
                </a:extLst>
              </p:cNvPr>
              <p:cNvGraphicFramePr>
                <a:graphicFrameLocks noGrp="1"/>
              </p:cNvGraphicFramePr>
              <p:nvPr>
                <p:extLst>
                  <p:ext uri="{D42A27DB-BD31-4B8C-83A1-F6EECF244321}">
                    <p14:modId xmlns:p14="http://schemas.microsoft.com/office/powerpoint/2010/main" val="2622366439"/>
                  </p:ext>
                </p:extLst>
              </p:nvPr>
            </p:nvGraphicFramePr>
            <p:xfrm>
              <a:off x="9538577" y="1939804"/>
              <a:ext cx="1815224" cy="1105959"/>
            </p:xfrm>
            <a:graphic>
              <a:graphicData uri="http://schemas.openxmlformats.org/drawingml/2006/table">
                <a:tbl>
                  <a:tblPr firstRow="1" bandRow="1">
                    <a:tableStyleId>{7E9639D4-E3E2-4D34-9284-5A2195B3D0D7}</a:tableStyleId>
                  </a:tblPr>
                  <a:tblGrid>
                    <a:gridCol w="907612">
                      <a:extLst>
                        <a:ext uri="{9D8B030D-6E8A-4147-A177-3AD203B41FA5}">
                          <a16:colId xmlns:a16="http://schemas.microsoft.com/office/drawing/2014/main" val="3097694796"/>
                        </a:ext>
                      </a:extLst>
                    </a:gridCol>
                    <a:gridCol w="907612">
                      <a:extLst>
                        <a:ext uri="{9D8B030D-6E8A-4147-A177-3AD203B41FA5}">
                          <a16:colId xmlns:a16="http://schemas.microsoft.com/office/drawing/2014/main" val="479170585"/>
                        </a:ext>
                      </a:extLst>
                    </a:gridCol>
                  </a:tblGrid>
                  <a:tr h="368653">
                    <a:tc>
                      <a:txBody>
                        <a:bodyPr/>
                        <a:lstStyle/>
                        <a:p>
                          <a:pPr algn="ctr"/>
                          <a:r>
                            <a:rPr lang="en-GB" dirty="0"/>
                            <a:t>A</a:t>
                          </a:r>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blipFill>
                          <a:blip r:embed="rId5"/>
                          <a:stretch>
                            <a:fillRect l="-100671" t="-8197" r="-671" b="-22295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bl>
              </a:graphicData>
            </a:graphic>
          </p:graphicFrame>
        </mc:Fallback>
      </mc:AlternateContent>
    </p:spTree>
    <p:extLst>
      <p:ext uri="{BB962C8B-B14F-4D97-AF65-F5344CB8AC3E}">
        <p14:creationId xmlns:p14="http://schemas.microsoft.com/office/powerpoint/2010/main" val="3898991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FA3F-7EB6-6C25-6EDE-74233CB81914}"/>
              </a:ext>
            </a:extLst>
          </p:cNvPr>
          <p:cNvSpPr>
            <a:spLocks noGrp="1"/>
          </p:cNvSpPr>
          <p:nvPr>
            <p:ph type="title"/>
          </p:nvPr>
        </p:nvSpPr>
        <p:spPr/>
        <p:txBody>
          <a:bodyPr/>
          <a:lstStyle/>
          <a:p>
            <a:r>
              <a:rPr lang="en-GB" dirty="0"/>
              <a:t>Example: NOT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AF0D6B-82CD-C03D-585E-D8BFA22F0549}"/>
                  </a:ext>
                </a:extLst>
              </p:cNvPr>
              <p:cNvSpPr>
                <a:spLocks noGrp="1"/>
              </p:cNvSpPr>
              <p:nvPr>
                <p:ph idx="1"/>
              </p:nvPr>
            </p:nvSpPr>
            <p:spPr/>
            <p:txBody>
              <a:bodyPr/>
              <a:lstStyle/>
              <a:p>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r>
                      <a:rPr lang="en-GB" b="0" i="1" smtClean="0">
                        <a:latin typeface="Cambria Math" panose="02040503050406030204" pitchFamily="18" charset="0"/>
                      </a:rPr>
                      <m:t>𝐴</m:t>
                    </m:r>
                  </m:oMath>
                </a14:m>
                <a:endParaRPr lang="en-GB" dirty="0"/>
              </a:p>
            </p:txBody>
          </p:sp>
        </mc:Choice>
        <mc:Fallback xmlns="">
          <p:sp>
            <p:nvSpPr>
              <p:cNvPr id="3" name="Content Placeholder 2">
                <a:extLst>
                  <a:ext uri="{FF2B5EF4-FFF2-40B4-BE49-F238E27FC236}">
                    <a16:creationId xmlns:a16="http://schemas.microsoft.com/office/drawing/2014/main" id="{40AF0D6B-82CD-C03D-585E-D8BFA22F0549}"/>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DC50B49-5EB0-C31B-6E38-76B9DA2760AD}"/>
                  </a:ext>
                </a:extLst>
              </p:cNvPr>
              <p:cNvGraphicFramePr>
                <a:graphicFrameLocks noGrp="1"/>
              </p:cNvGraphicFramePr>
              <p:nvPr/>
            </p:nvGraphicFramePr>
            <p:xfrm>
              <a:off x="1163582" y="2507367"/>
              <a:ext cx="2540001" cy="1105959"/>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A</a:t>
                          </a:r>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r>
                                  <a:rPr lang="en-GB" b="0" i="1" smtClean="0">
                                    <a:latin typeface="Cambria Math" panose="02040503050406030204" pitchFamily="18" charset="0"/>
                                  </a:rPr>
                                  <m:t>𝐴</m:t>
                                </m:r>
                              </m:oMath>
                            </m:oMathPara>
                          </a14:m>
                          <a:endParaRPr lang="en-GB" dirty="0"/>
                        </a:p>
                      </a:txBody>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Choice>
        <mc:Fallback xmlns="">
          <p:graphicFrame>
            <p:nvGraphicFramePr>
              <p:cNvPr id="4" name="Table 3">
                <a:extLst>
                  <a:ext uri="{FF2B5EF4-FFF2-40B4-BE49-F238E27FC236}">
                    <a16:creationId xmlns:a16="http://schemas.microsoft.com/office/drawing/2014/main" id="{DDC50B49-5EB0-C31B-6E38-76B9DA2760AD}"/>
                  </a:ext>
                </a:extLst>
              </p:cNvPr>
              <p:cNvGraphicFramePr>
                <a:graphicFrameLocks noGrp="1"/>
              </p:cNvGraphicFramePr>
              <p:nvPr>
                <p:extLst>
                  <p:ext uri="{D42A27DB-BD31-4B8C-83A1-F6EECF244321}">
                    <p14:modId xmlns:p14="http://schemas.microsoft.com/office/powerpoint/2010/main" val="1156635549"/>
                  </p:ext>
                </p:extLst>
              </p:nvPr>
            </p:nvGraphicFramePr>
            <p:xfrm>
              <a:off x="1163582" y="2507367"/>
              <a:ext cx="2540001" cy="1105959"/>
            </p:xfrm>
            <a:graphic>
              <a:graphicData uri="http://schemas.openxmlformats.org/drawingml/2006/table">
                <a:tbl>
                  <a:tblPr firstRow="1" bandRow="1">
                    <a:tableStyleId>{7E9639D4-E3E2-4D34-9284-5A2195B3D0D7}</a:tableStyleId>
                  </a:tblPr>
                  <a:tblGrid>
                    <a:gridCol w="846667">
                      <a:extLst>
                        <a:ext uri="{9D8B030D-6E8A-4147-A177-3AD203B41FA5}">
                          <a16:colId xmlns:a16="http://schemas.microsoft.com/office/drawing/2014/main" val="3097694796"/>
                        </a:ext>
                      </a:extLst>
                    </a:gridCol>
                    <a:gridCol w="846667">
                      <a:extLst>
                        <a:ext uri="{9D8B030D-6E8A-4147-A177-3AD203B41FA5}">
                          <a16:colId xmlns:a16="http://schemas.microsoft.com/office/drawing/2014/main" val="291488264"/>
                        </a:ext>
                      </a:extLst>
                    </a:gridCol>
                    <a:gridCol w="846667">
                      <a:extLst>
                        <a:ext uri="{9D8B030D-6E8A-4147-A177-3AD203B41FA5}">
                          <a16:colId xmlns:a16="http://schemas.microsoft.com/office/drawing/2014/main" val="479170585"/>
                        </a:ext>
                      </a:extLst>
                    </a:gridCol>
                  </a:tblGrid>
                  <a:tr h="368653">
                    <a:tc>
                      <a:txBody>
                        <a:bodyPr/>
                        <a:lstStyle/>
                        <a:p>
                          <a:pPr algn="ctr"/>
                          <a:r>
                            <a:rPr lang="en-GB" dirty="0"/>
                            <a:t>A</a:t>
                          </a:r>
                        </a:p>
                      </a:txBody>
                      <a:tcPr/>
                    </a:tc>
                    <a:tc>
                      <a:txBody>
                        <a:bodyPr/>
                        <a:lstStyle/>
                        <a:p>
                          <a:pPr algn="ctr"/>
                          <a:r>
                            <a:rPr lang="en-GB" dirty="0"/>
                            <a:t>A</a:t>
                          </a:r>
                        </a:p>
                      </a:txBody>
                      <a:tcPr/>
                    </a:tc>
                    <a:tc>
                      <a:txBody>
                        <a:bodyPr/>
                        <a:lstStyle/>
                        <a:p>
                          <a:endParaRPr lang="en-US"/>
                        </a:p>
                      </a:txBody>
                      <a:tcPr>
                        <a:blipFill>
                          <a:blip r:embed="rId3"/>
                          <a:stretch>
                            <a:fillRect l="-200719" t="-8197" r="-719" b="-22295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tc>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tc>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7574136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1BB3A40-E811-3F76-9639-B5B0A293CC9B}"/>
                  </a:ext>
                </a:extLst>
              </p:cNvPr>
              <p:cNvGraphicFramePr>
                <a:graphicFrameLocks noGrp="1"/>
              </p:cNvGraphicFramePr>
              <p:nvPr/>
            </p:nvGraphicFramePr>
            <p:xfrm>
              <a:off x="4280776" y="2507367"/>
              <a:ext cx="1815224" cy="1105959"/>
            </p:xfrm>
            <a:graphic>
              <a:graphicData uri="http://schemas.openxmlformats.org/drawingml/2006/table">
                <a:tbl>
                  <a:tblPr firstRow="1" bandRow="1">
                    <a:tableStyleId>{7E9639D4-E3E2-4D34-9284-5A2195B3D0D7}</a:tableStyleId>
                  </a:tblPr>
                  <a:tblGrid>
                    <a:gridCol w="907612">
                      <a:extLst>
                        <a:ext uri="{9D8B030D-6E8A-4147-A177-3AD203B41FA5}">
                          <a16:colId xmlns:a16="http://schemas.microsoft.com/office/drawing/2014/main" val="3097694796"/>
                        </a:ext>
                      </a:extLst>
                    </a:gridCol>
                    <a:gridCol w="907612">
                      <a:extLst>
                        <a:ext uri="{9D8B030D-6E8A-4147-A177-3AD203B41FA5}">
                          <a16:colId xmlns:a16="http://schemas.microsoft.com/office/drawing/2014/main" val="479170585"/>
                        </a:ext>
                      </a:extLst>
                    </a:gridCol>
                  </a:tblGrid>
                  <a:tr h="368653">
                    <a:tc>
                      <a:txBody>
                        <a:bodyPr/>
                        <a:lstStyle/>
                        <a:p>
                          <a:pPr algn="ctr"/>
                          <a:r>
                            <a:rPr lang="en-GB" dirty="0"/>
                            <a:t>A</a:t>
                          </a:r>
                        </a:p>
                      </a:txBody>
                      <a:tcPr>
                        <a:lnR w="12700" cap="flat" cmpd="sng" algn="ctr">
                          <a:solidFill>
                            <a:schemeClr val="tx1"/>
                          </a:solidFill>
                          <a:prstDash val="solid"/>
                          <a:round/>
                          <a:headEnd type="none" w="med" len="med"/>
                          <a:tailEnd type="none" w="med" len="med"/>
                        </a:lnR>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𝐴</m:t>
                                </m:r>
                              </m:oMath>
                            </m:oMathPara>
                          </a14:m>
                          <a:endParaRPr lang="en-GB"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6302285"/>
                      </a:ext>
                    </a:extLst>
                  </a:tr>
                  <a:tr h="368653">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bl>
              </a:graphicData>
            </a:graphic>
          </p:graphicFrame>
        </mc:Choice>
        <mc:Fallback xmlns="">
          <p:graphicFrame>
            <p:nvGraphicFramePr>
              <p:cNvPr id="5" name="Table 4">
                <a:extLst>
                  <a:ext uri="{FF2B5EF4-FFF2-40B4-BE49-F238E27FC236}">
                    <a16:creationId xmlns:a16="http://schemas.microsoft.com/office/drawing/2014/main" id="{E1BB3A40-E811-3F76-9639-B5B0A293CC9B}"/>
                  </a:ext>
                </a:extLst>
              </p:cNvPr>
              <p:cNvGraphicFramePr>
                <a:graphicFrameLocks noGrp="1"/>
              </p:cNvGraphicFramePr>
              <p:nvPr>
                <p:extLst>
                  <p:ext uri="{D42A27DB-BD31-4B8C-83A1-F6EECF244321}">
                    <p14:modId xmlns:p14="http://schemas.microsoft.com/office/powerpoint/2010/main" val="3296153282"/>
                  </p:ext>
                </p:extLst>
              </p:nvPr>
            </p:nvGraphicFramePr>
            <p:xfrm>
              <a:off x="4280776" y="2507367"/>
              <a:ext cx="1815224" cy="1105959"/>
            </p:xfrm>
            <a:graphic>
              <a:graphicData uri="http://schemas.openxmlformats.org/drawingml/2006/table">
                <a:tbl>
                  <a:tblPr firstRow="1" bandRow="1">
                    <a:tableStyleId>{7E9639D4-E3E2-4D34-9284-5A2195B3D0D7}</a:tableStyleId>
                  </a:tblPr>
                  <a:tblGrid>
                    <a:gridCol w="907612">
                      <a:extLst>
                        <a:ext uri="{9D8B030D-6E8A-4147-A177-3AD203B41FA5}">
                          <a16:colId xmlns:a16="http://schemas.microsoft.com/office/drawing/2014/main" val="3097694796"/>
                        </a:ext>
                      </a:extLst>
                    </a:gridCol>
                    <a:gridCol w="907612">
                      <a:extLst>
                        <a:ext uri="{9D8B030D-6E8A-4147-A177-3AD203B41FA5}">
                          <a16:colId xmlns:a16="http://schemas.microsoft.com/office/drawing/2014/main" val="479170585"/>
                        </a:ext>
                      </a:extLst>
                    </a:gridCol>
                  </a:tblGrid>
                  <a:tr h="368653">
                    <a:tc>
                      <a:txBody>
                        <a:bodyPr/>
                        <a:lstStyle/>
                        <a:p>
                          <a:pPr algn="ctr"/>
                          <a:r>
                            <a:rPr lang="en-GB" dirty="0"/>
                            <a:t>A</a:t>
                          </a:r>
                        </a:p>
                      </a:txBody>
                      <a:tcPr>
                        <a:lnR w="12700" cap="flat" cmpd="sng" algn="ctr">
                          <a:solidFill>
                            <a:schemeClr val="tx1"/>
                          </a:solidFill>
                          <a:prstDash val="solid"/>
                          <a:round/>
                          <a:headEnd type="none" w="med" len="med"/>
                          <a:tailEnd type="none" w="med" len="med"/>
                        </a:lnR>
                      </a:tcPr>
                    </a:tc>
                    <a:tc>
                      <a:txBody>
                        <a:bodyPr/>
                        <a:lstStyle/>
                        <a:p>
                          <a:endParaRPr lang="en-US"/>
                        </a:p>
                      </a:txBody>
                      <a:tcPr>
                        <a:lnL w="12700" cap="flat" cmpd="sng" algn="ctr">
                          <a:solidFill>
                            <a:schemeClr val="tx1"/>
                          </a:solidFill>
                          <a:prstDash val="solid"/>
                          <a:round/>
                          <a:headEnd type="none" w="med" len="med"/>
                          <a:tailEnd type="none" w="med" len="med"/>
                        </a:lnL>
                        <a:blipFill>
                          <a:blip r:embed="rId4"/>
                          <a:stretch>
                            <a:fillRect l="-100671" t="-8197" r="-1342" b="-222951"/>
                          </a:stretch>
                        </a:blipFill>
                      </a:tcPr>
                    </a:tc>
                    <a:extLst>
                      <a:ext uri="{0D108BD9-81ED-4DB2-BD59-A6C34878D82A}">
                        <a16:rowId xmlns:a16="http://schemas.microsoft.com/office/drawing/2014/main" val="146302285"/>
                      </a:ext>
                    </a:extLst>
                  </a:tr>
                  <a:tr h="368653">
                    <a:tc>
                      <a:txBody>
                        <a:bodyPr/>
                        <a:lstStyle/>
                        <a:p>
                          <a:pPr algn="ctr"/>
                          <a:r>
                            <a:rPr lang="en-GB" dirty="0"/>
                            <a:t>0</a:t>
                          </a:r>
                        </a:p>
                      </a:txBody>
                      <a:tcPr>
                        <a:lnR w="12700" cap="flat" cmpd="sng" algn="ctr">
                          <a:solidFill>
                            <a:schemeClr val="tx1"/>
                          </a:solidFill>
                          <a:prstDash val="solid"/>
                          <a:round/>
                          <a:headEnd type="none" w="med" len="med"/>
                          <a:tailEnd type="none" w="med" len="med"/>
                        </a:lnR>
                      </a:tcPr>
                    </a:tc>
                    <a:tc>
                      <a:txBody>
                        <a:bodyPr/>
                        <a:lstStyle/>
                        <a:p>
                          <a:pPr algn="ctr"/>
                          <a:r>
                            <a:rPr lang="en-GB" dirty="0"/>
                            <a:t>1</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46839751"/>
                      </a:ext>
                    </a:extLst>
                  </a:tr>
                  <a:tr h="368653">
                    <a:tc>
                      <a:txBody>
                        <a:bodyPr/>
                        <a:lstStyle/>
                        <a:p>
                          <a:pPr algn="ctr"/>
                          <a:r>
                            <a:rPr lang="en-GB" dirty="0"/>
                            <a:t>1</a:t>
                          </a:r>
                        </a:p>
                      </a:txBody>
                      <a:tcPr>
                        <a:lnR w="12700" cap="flat" cmpd="sng" algn="ctr">
                          <a:solidFill>
                            <a:schemeClr val="tx1"/>
                          </a:solidFill>
                          <a:prstDash val="solid"/>
                          <a:round/>
                          <a:headEnd type="none" w="med" len="med"/>
                          <a:tailEnd type="none" w="med" len="med"/>
                        </a:lnR>
                      </a:tcPr>
                    </a:tc>
                    <a:tc>
                      <a:txBody>
                        <a:bodyPr/>
                        <a:lstStyle/>
                        <a:p>
                          <a:pPr algn="ctr"/>
                          <a:r>
                            <a:rPr lang="en-GB" dirty="0"/>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9155474"/>
                      </a:ext>
                    </a:extLst>
                  </a:tr>
                </a:tbl>
              </a:graphicData>
            </a:graphic>
          </p:graphicFrame>
        </mc:Fallback>
      </mc:AlternateContent>
      <p:pic>
        <p:nvPicPr>
          <p:cNvPr id="7" name="Picture 6">
            <a:extLst>
              <a:ext uri="{FF2B5EF4-FFF2-40B4-BE49-F238E27FC236}">
                <a16:creationId xmlns:a16="http://schemas.microsoft.com/office/drawing/2014/main" id="{363DCF30-701F-CF17-3BF8-B9F326BB3205}"/>
              </a:ext>
            </a:extLst>
          </p:cNvPr>
          <p:cNvPicPr>
            <a:picLocks noChangeAspect="1"/>
          </p:cNvPicPr>
          <p:nvPr/>
        </p:nvPicPr>
        <p:blipFill>
          <a:blip r:embed="rId5"/>
          <a:stretch>
            <a:fillRect/>
          </a:stretch>
        </p:blipFill>
        <p:spPr>
          <a:xfrm>
            <a:off x="1163582" y="3886601"/>
            <a:ext cx="5300280" cy="2394377"/>
          </a:xfrm>
          <a:prstGeom prst="rect">
            <a:avLst/>
          </a:prstGeom>
        </p:spPr>
      </p:pic>
    </p:spTree>
    <p:extLst>
      <p:ext uri="{BB962C8B-B14F-4D97-AF65-F5344CB8AC3E}">
        <p14:creationId xmlns:p14="http://schemas.microsoft.com/office/powerpoint/2010/main" val="1379905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7E008-930A-0B3B-DEB4-0D90BC92CC00}"/>
              </a:ext>
            </a:extLst>
          </p:cNvPr>
          <p:cNvSpPr>
            <a:spLocks noGrp="1"/>
          </p:cNvSpPr>
          <p:nvPr>
            <p:ph type="title"/>
          </p:nvPr>
        </p:nvSpPr>
        <p:spPr/>
        <p:txBody>
          <a:bodyPr/>
          <a:lstStyle/>
          <a:p>
            <a:r>
              <a:rPr lang="en-GB" dirty="0"/>
              <a:t>Example: AND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447EA5-D042-1255-C76A-83C26FE912AD}"/>
                  </a:ext>
                </a:extLst>
              </p:cNvPr>
              <p:cNvSpPr>
                <a:spLocks noGrp="1"/>
              </p:cNvSpPr>
              <p:nvPr>
                <p:ph idx="1"/>
              </p:nvPr>
            </p:nvSpPr>
            <p:spPr>
              <a:xfrm>
                <a:off x="838200" y="1825625"/>
                <a:ext cx="6775712" cy="4351338"/>
              </a:xfrm>
            </p:spPr>
            <p:txBody>
              <a:bodyPr>
                <a:normAutofit/>
              </a:bodyPr>
              <a:lstStyle/>
              <a:p>
                <a14:m>
                  <m:oMath xmlns:m="http://schemas.openxmlformats.org/officeDocument/2006/math">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b="0" i="1" smtClean="0">
                        <a:latin typeface="Cambria Math" panose="02040503050406030204" pitchFamily="18" charset="0"/>
                      </a:rPr>
                      <m:t>)</m:t>
                    </m:r>
                  </m:oMath>
                </a14:m>
                <a:r>
                  <a:rPr lang="en-GB" dirty="0"/>
                  <a:t> </a:t>
                </a:r>
              </a:p>
              <a:p>
                <a:r>
                  <a:rPr lang="en-GB" dirty="0"/>
                  <a:t>Therefore,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b="0" i="1" smtClean="0">
                        <a:latin typeface="Cambria Math" panose="02040503050406030204" pitchFamily="18" charset="0"/>
                      </a:rPr>
                      <m:t>)</m:t>
                    </m:r>
                  </m:oMath>
                </a14:m>
                <a:endParaRPr lang="en-GB" dirty="0"/>
              </a:p>
              <a:p>
                <a:r>
                  <a:rPr lang="en-GB" dirty="0"/>
                  <a:t>But NOT is not a NAND??!!</a:t>
                </a:r>
              </a:p>
              <a:p>
                <a:r>
                  <a:rPr lang="en-GB" dirty="0"/>
                  <a:t>Remember from previous slide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b="0" i="1" smtClean="0">
                        <a:latin typeface="Cambria Math" panose="02040503050406030204" pitchFamily="18" charset="0"/>
                      </a:rPr>
                      <m:t>𝐴</m:t>
                    </m:r>
                  </m:oMath>
                </a14:m>
                <a:endParaRPr lang="en-GB" dirty="0"/>
              </a:p>
              <a:p>
                <a:r>
                  <a:rPr lang="en-GB" dirty="0"/>
                  <a:t>Hence,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b="0" i="1" smtClean="0">
                        <a:latin typeface="Cambria Math" panose="02040503050406030204" pitchFamily="18" charset="0"/>
                      </a:rPr>
                      <m:t>≡</m:t>
                    </m:r>
                    <m:r>
                      <a:rPr lang="en-GB" i="1">
                        <a:latin typeface="Cambria Math" panose="02040503050406030204" pitchFamily="18" charset="0"/>
                      </a:rPr>
                      <m:t>¬</m:t>
                    </m:r>
                    <m:d>
                      <m:dPr>
                        <m:ctrlPr>
                          <a:rPr lang="en-GB" b="0" i="1" smtClean="0">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i="1">
                        <a:latin typeface="Cambria Math" panose="02040503050406030204" pitchFamily="18" charset="0"/>
                      </a:rPr>
                      <m:t>)</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i="1">
                        <a:latin typeface="Cambria Math" panose="02040503050406030204" pitchFamily="18" charset="0"/>
                      </a:rPr>
                      <m:t>)</m:t>
                    </m:r>
                  </m:oMath>
                </a14:m>
                <a:endParaRPr lang="en-GB" dirty="0"/>
              </a:p>
            </p:txBody>
          </p:sp>
        </mc:Choice>
        <mc:Fallback xmlns="">
          <p:sp>
            <p:nvSpPr>
              <p:cNvPr id="3" name="Content Placeholder 2">
                <a:extLst>
                  <a:ext uri="{FF2B5EF4-FFF2-40B4-BE49-F238E27FC236}">
                    <a16:creationId xmlns:a16="http://schemas.microsoft.com/office/drawing/2014/main" id="{4C447EA5-D042-1255-C76A-83C26FE912AD}"/>
                  </a:ext>
                </a:extLst>
              </p:cNvPr>
              <p:cNvSpPr>
                <a:spLocks noGrp="1" noRot="1" noChangeAspect="1" noMove="1" noResize="1" noEditPoints="1" noAdjustHandles="1" noChangeArrowheads="1" noChangeShapeType="1" noTextEdit="1"/>
              </p:cNvSpPr>
              <p:nvPr>
                <p:ph idx="1"/>
              </p:nvPr>
            </p:nvSpPr>
            <p:spPr>
              <a:xfrm>
                <a:off x="838200" y="1825625"/>
                <a:ext cx="6775712" cy="4351338"/>
              </a:xfrm>
              <a:blipFill>
                <a:blip r:embed="rId2"/>
                <a:stretch>
                  <a:fillRect l="-1620"/>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C29347C1-37E8-8F4D-757F-223549D9625D}"/>
              </a:ext>
            </a:extLst>
          </p:cNvPr>
          <p:cNvPicPr>
            <a:picLocks noChangeAspect="1"/>
          </p:cNvPicPr>
          <p:nvPr/>
        </p:nvPicPr>
        <p:blipFill>
          <a:blip r:embed="rId3"/>
          <a:stretch>
            <a:fillRect/>
          </a:stretch>
        </p:blipFill>
        <p:spPr>
          <a:xfrm>
            <a:off x="7613912" y="2126492"/>
            <a:ext cx="4066379" cy="2239890"/>
          </a:xfrm>
          <a:prstGeom prst="rect">
            <a:avLst/>
          </a:prstGeom>
        </p:spPr>
      </p:pic>
    </p:spTree>
    <p:extLst>
      <p:ext uri="{BB962C8B-B14F-4D97-AF65-F5344CB8AC3E}">
        <p14:creationId xmlns:p14="http://schemas.microsoft.com/office/powerpoint/2010/main" val="2101192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E5F3B-2B15-31C4-8BEC-9AC82D9A9EBB}"/>
              </a:ext>
            </a:extLst>
          </p:cNvPr>
          <p:cNvSpPr>
            <a:spLocks noGrp="1"/>
          </p:cNvSpPr>
          <p:nvPr>
            <p:ph type="title"/>
          </p:nvPr>
        </p:nvSpPr>
        <p:spPr/>
        <p:txBody>
          <a:bodyPr/>
          <a:lstStyle/>
          <a:p>
            <a:r>
              <a:rPr lang="en-GB" dirty="0"/>
              <a:t>Example: 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9D18F0-9D18-9280-8CAE-0866ADE61DF2}"/>
                  </a:ext>
                </a:extLst>
              </p:cNvPr>
              <p:cNvSpPr>
                <a:spLocks noGrp="1"/>
              </p:cNvSpPr>
              <p:nvPr>
                <p:ph sz="half" idx="1"/>
              </p:nvPr>
            </p:nvSpPr>
            <p:spPr/>
            <p:txBody>
              <a:bodyPr/>
              <a:lstStyle/>
              <a:p>
                <a:r>
                  <a:rPr lang="en-GB" dirty="0"/>
                  <a:t> </a:t>
                </a:r>
                <a14:m>
                  <m:oMath xmlns:m="http://schemas.openxmlformats.org/officeDocument/2006/math">
                    <m:r>
                      <a:rPr lang="en-GB" b="0" i="1" smtClean="0">
                        <a:latin typeface="Cambria Math" panose="02040503050406030204" pitchFamily="18" charset="0"/>
                      </a:rPr>
                      <m:t>¬</m:t>
                    </m:r>
                    <m:r>
                      <a:rPr lang="en-GB" b="0" i="0"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oMath>
                </a14:m>
                <a:r>
                  <a:rPr lang="en-GB" dirty="0"/>
                  <a:t> (</a:t>
                </a:r>
                <a:r>
                  <a:rPr lang="en-GB" dirty="0" err="1"/>
                  <a:t>DeMorgan’s</a:t>
                </a:r>
                <a:r>
                  <a:rPr lang="en-GB" dirty="0"/>
                  <a:t> Law)</a:t>
                </a:r>
              </a:p>
              <a:p>
                <a:r>
                  <a:rPr lang="en-GB" dirty="0"/>
                  <a:t>Therefore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oMath>
                </a14:m>
                <a:endParaRPr lang="en-GB" dirty="0"/>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m:t>
                            </m:r>
                            <m:r>
                              <a:rPr lang="en-GB" b="0" i="1" smtClean="0">
                                <a:latin typeface="Cambria Math" panose="02040503050406030204" pitchFamily="18" charset="0"/>
                              </a:rPr>
                              <m:t>𝐴</m:t>
                            </m:r>
                            <m:acc>
                              <m:accPr>
                                <m:chr m:val="̅"/>
                                <m:ctrlPr>
                                  <a:rPr lang="en-GB" i="1">
                                    <a:latin typeface="Cambria Math" panose="02040503050406030204" pitchFamily="18" charset="0"/>
                                  </a:rPr>
                                </m:ctrlPr>
                              </m:accPr>
                              <m:e>
                                <m:r>
                                  <a:rPr lang="en-GB" b="0" i="1" smtClean="0">
                                    <a:latin typeface="Cambria Math" panose="02040503050406030204" pitchFamily="18" charset="0"/>
                                  </a:rPr>
                                  <m:t>∧</m:t>
                                </m:r>
                              </m:e>
                            </m:acc>
                            <m:r>
                              <a:rPr lang="en-GB" b="0" i="1" smtClean="0">
                                <a:latin typeface="Cambria Math" panose="02040503050406030204" pitchFamily="18" charset="0"/>
                              </a:rPr>
                              <m:t>¬</m:t>
                            </m:r>
                            <m:r>
                              <a:rPr lang="en-GB" b="0" i="1" smtClean="0">
                                <a:latin typeface="Cambria Math" panose="02040503050406030204" pitchFamily="18" charset="0"/>
                              </a:rPr>
                              <m:t>𝐵</m:t>
                            </m:r>
                          </m:e>
                        </m:d>
                      </m:e>
                    </m:d>
                  </m:oMath>
                </a14:m>
                <a:r>
                  <a:rPr lang="en-GB" dirty="0"/>
                  <a:t> (Remember, </a:t>
                </a:r>
                <a14:m>
                  <m:oMath xmlns:m="http://schemas.openxmlformats.org/officeDocument/2006/math">
                    <m:r>
                      <a:rPr lang="en-GB" b="0" i="1" smtClean="0">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oMath>
                </a14:m>
                <a:endParaRPr lang="en-GB" dirty="0"/>
              </a:p>
              <a:p>
                <a14:m>
                  <m:oMath xmlns:m="http://schemas.openxmlformats.org/officeDocument/2006/math">
                    <m:r>
                      <a:rPr lang="en-GB" b="0" i="1" smtClean="0">
                        <a:latin typeface="Cambria Math" panose="02040503050406030204" pitchFamily="18" charset="0"/>
                      </a:rPr>
                      <m:t>≡</m:t>
                    </m:r>
                    <m:r>
                      <a:rPr lang="en-GB" i="1">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smtClean="0">
                            <a:latin typeface="Cambria Math" panose="02040503050406030204" pitchFamily="18" charset="0"/>
                          </a:rPr>
                          <m:t>∧</m:t>
                        </m:r>
                      </m:e>
                    </m:acc>
                    <m:r>
                      <a:rPr lang="en-GB" i="1">
                        <a:latin typeface="Cambria Math" panose="02040503050406030204" pitchFamily="18" charset="0"/>
                      </a:rPr>
                      <m:t>¬</m:t>
                    </m:r>
                    <m:r>
                      <a:rPr lang="en-GB" i="1">
                        <a:latin typeface="Cambria Math" panose="02040503050406030204" pitchFamily="18" charset="0"/>
                      </a:rPr>
                      <m:t>𝐵</m:t>
                    </m:r>
                  </m:oMath>
                </a14:m>
                <a:endParaRPr lang="en-GB" dirty="0"/>
              </a:p>
              <a:p>
                <a14:m>
                  <m:oMath xmlns:m="http://schemas.openxmlformats.org/officeDocument/2006/math">
                    <m:r>
                      <a:rPr lang="en-GB" b="0" i="1" smtClean="0">
                        <a:latin typeface="Cambria Math" panose="02040503050406030204" pitchFamily="18" charset="0"/>
                      </a:rPr>
                      <m:t>≡(</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b="0" i="1" smtClean="0">
                        <a:latin typeface="Cambria Math" panose="02040503050406030204" pitchFamily="18" charset="0"/>
                      </a:rPr>
                      <m:t>𝐴</m:t>
                    </m:r>
                    <m:r>
                      <a:rPr lang="en-GB" b="0" i="1" smtClean="0">
                        <a:latin typeface="Cambria Math" panose="02040503050406030204" pitchFamily="18" charset="0"/>
                      </a:rPr>
                      <m:t>)</m:t>
                    </m:r>
                    <m:acc>
                      <m:accPr>
                        <m:chr m:val="̅"/>
                        <m:ctrlPr>
                          <a:rPr lang="en-GB" b="0" i="1" dirty="0" smtClean="0">
                            <a:latin typeface="Cambria Math" panose="02040503050406030204" pitchFamily="18" charset="0"/>
                          </a:rPr>
                        </m:ctrlPr>
                      </m:accPr>
                      <m:e>
                        <m:r>
                          <a:rPr lang="en-GB" b="0" i="1" dirty="0" smtClean="0">
                            <a:latin typeface="Cambria Math" panose="02040503050406030204" pitchFamily="18" charset="0"/>
                          </a:rPr>
                          <m:t>∧</m:t>
                        </m:r>
                      </m:e>
                    </m:acc>
                    <m:r>
                      <a:rPr lang="en-GB" i="1">
                        <a:latin typeface="Cambria Math" panose="02040503050406030204" pitchFamily="18" charset="0"/>
                      </a:rPr>
                      <m:t>(</m:t>
                    </m:r>
                    <m:r>
                      <a:rPr lang="en-GB" b="0" i="1" smtClean="0">
                        <a:latin typeface="Cambria Math" panose="02040503050406030204" pitchFamily="18" charset="0"/>
                      </a:rPr>
                      <m:t>𝐵</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b="0" i="1" smtClean="0">
                        <a:latin typeface="Cambria Math" panose="02040503050406030204" pitchFamily="18" charset="0"/>
                      </a:rPr>
                      <m:t>𝐵</m:t>
                    </m:r>
                    <m:r>
                      <a:rPr lang="en-GB" i="1">
                        <a:latin typeface="Cambria Math" panose="02040503050406030204" pitchFamily="18" charset="0"/>
                      </a:rPr>
                      <m:t>)</m:t>
                    </m:r>
                  </m:oMath>
                </a14:m>
                <a:r>
                  <a:rPr lang="en-GB" dirty="0"/>
                  <a:t> (Remember, </a:t>
                </a:r>
                <a14:m>
                  <m:oMath xmlns:m="http://schemas.openxmlformats.org/officeDocument/2006/math">
                    <m:r>
                      <a:rPr lang="en-GB" i="1" dirty="0">
                        <a:latin typeface="Cambria Math" panose="02040503050406030204" pitchFamily="18" charset="0"/>
                      </a:rPr>
                      <m:t>¬ </m:t>
                    </m:r>
                    <m:r>
                      <a:rPr lang="en-GB" i="1" dirty="0">
                        <a:latin typeface="Cambria Math" panose="02040503050406030204" pitchFamily="18" charset="0"/>
                      </a:rPr>
                      <m:t>𝐴</m:t>
                    </m:r>
                    <m:r>
                      <a:rPr lang="en-GB" i="1" dirty="0">
                        <a:latin typeface="Cambria Math" panose="02040503050406030204" pitchFamily="18" charset="0"/>
                      </a:rPr>
                      <m:t>≡ </m:t>
                    </m:r>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𝐴</m:t>
                    </m:r>
                  </m:oMath>
                </a14:m>
                <a:r>
                  <a:rPr lang="en-GB" dirty="0"/>
                  <a:t>)</a:t>
                </a:r>
              </a:p>
              <a:p>
                <a:endParaRPr lang="en-GB" dirty="0"/>
              </a:p>
              <a:p>
                <a:endParaRPr lang="en-GB" dirty="0"/>
              </a:p>
              <a:p>
                <a:endParaRPr lang="en-GB" dirty="0"/>
              </a:p>
            </p:txBody>
          </p:sp>
        </mc:Choice>
        <mc:Fallback xmlns="">
          <p:sp>
            <p:nvSpPr>
              <p:cNvPr id="3" name="Content Placeholder 2">
                <a:extLst>
                  <a:ext uri="{FF2B5EF4-FFF2-40B4-BE49-F238E27FC236}">
                    <a16:creationId xmlns:a16="http://schemas.microsoft.com/office/drawing/2014/main" id="{D79D18F0-9D18-9280-8CAE-0866ADE61DF2}"/>
                  </a:ext>
                </a:extLst>
              </p:cNvPr>
              <p:cNvSpPr>
                <a:spLocks noGrp="1" noRot="1" noChangeAspect="1" noMove="1" noResize="1" noEditPoints="1" noAdjustHandles="1" noChangeArrowheads="1" noChangeShapeType="1" noTextEdit="1"/>
              </p:cNvSpPr>
              <p:nvPr>
                <p:ph sz="half" idx="1"/>
              </p:nvPr>
            </p:nvSpPr>
            <p:spPr>
              <a:blipFill>
                <a:blip r:embed="rId2"/>
                <a:stretch>
                  <a:fillRect l="-2118" t="-1961" r="-3059"/>
                </a:stretch>
              </a:blipFill>
            </p:spPr>
            <p:txBody>
              <a:bodyPr/>
              <a:lstStyle/>
              <a:p>
                <a:r>
                  <a:rPr lang="en-GB">
                    <a:noFill/>
                  </a:rPr>
                  <a:t> </a:t>
                </a:r>
              </a:p>
            </p:txBody>
          </p:sp>
        </mc:Fallback>
      </mc:AlternateContent>
      <p:pic>
        <p:nvPicPr>
          <p:cNvPr id="8" name="Content Placeholder 7">
            <a:extLst>
              <a:ext uri="{FF2B5EF4-FFF2-40B4-BE49-F238E27FC236}">
                <a16:creationId xmlns:a16="http://schemas.microsoft.com/office/drawing/2014/main" id="{25FB3789-C18B-7811-E504-6522D603F341}"/>
              </a:ext>
            </a:extLst>
          </p:cNvPr>
          <p:cNvPicPr>
            <a:picLocks noGrp="1" noChangeAspect="1"/>
          </p:cNvPicPr>
          <p:nvPr>
            <p:ph sz="half" idx="2"/>
          </p:nvPr>
        </p:nvPicPr>
        <p:blipFill>
          <a:blip r:embed="rId3"/>
          <a:stretch>
            <a:fillRect/>
          </a:stretch>
        </p:blipFill>
        <p:spPr>
          <a:xfrm>
            <a:off x="6360856" y="1825625"/>
            <a:ext cx="5181600" cy="2683803"/>
          </a:xfrm>
        </p:spPr>
      </p:pic>
    </p:spTree>
    <p:extLst>
      <p:ext uri="{BB962C8B-B14F-4D97-AF65-F5344CB8AC3E}">
        <p14:creationId xmlns:p14="http://schemas.microsoft.com/office/powerpoint/2010/main" val="3048179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5E8C-6CF9-7928-606D-D8C8F5286E23}"/>
              </a:ext>
            </a:extLst>
          </p:cNvPr>
          <p:cNvSpPr>
            <a:spLocks noGrp="1"/>
          </p:cNvSpPr>
          <p:nvPr>
            <p:ph type="title"/>
          </p:nvPr>
        </p:nvSpPr>
        <p:spPr/>
        <p:txBody>
          <a:bodyPr/>
          <a:lstStyle/>
          <a:p>
            <a:r>
              <a:rPr lang="en-GB" dirty="0"/>
              <a:t>Example: XOR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77846C-7108-63E4-23CF-27990ABC7B16}"/>
                  </a:ext>
                </a:extLst>
              </p:cNvPr>
              <p:cNvSpPr>
                <a:spLocks noGrp="1"/>
              </p:cNvSpPr>
              <p:nvPr>
                <p:ph sz="half" idx="1"/>
              </p:nvPr>
            </p:nvSpPr>
            <p:spPr>
              <a:xfrm>
                <a:off x="838199" y="1825625"/>
                <a:ext cx="7043057" cy="4351338"/>
              </a:xfrm>
            </p:spPr>
            <p:txBody>
              <a:bodyPr>
                <a:normAutofit/>
              </a:bodyPr>
              <a:lstStyle/>
              <a:p>
                <a:r>
                  <a:rPr lang="en-GB" dirty="0"/>
                  <a:t>Observe that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𝐴</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r>
                      <a:rPr lang="en-GB" b="0" i="1" smtClean="0">
                        <a:latin typeface="Cambria Math" panose="02040503050406030204" pitchFamily="18" charset="0"/>
                      </a:rPr>
                      <m:t>𝐵</m:t>
                    </m:r>
                    <m:r>
                      <a:rPr lang="en-GB" b="0" i="1" smtClean="0">
                        <a:latin typeface="Cambria Math" panose="02040503050406030204" pitchFamily="18" charset="0"/>
                      </a:rPr>
                      <m:t>)</m:t>
                    </m:r>
                  </m:oMath>
                </a14:m>
                <a:endParaRPr lang="en-GB" dirty="0"/>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i="1">
                            <a:latin typeface="Cambria Math" panose="02040503050406030204" pitchFamily="18" charset="0"/>
                          </a:rPr>
                          <m:t>∧</m:t>
                        </m:r>
                        <m:d>
                          <m:dPr>
                            <m:ctrlPr>
                              <a:rPr lang="en-GB" b="0" i="1" smtClean="0">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r>
                      <a:rPr lang="en-GB" b="0" i="1" smtClean="0">
                        <a:latin typeface="Cambria Math" panose="02040503050406030204" pitchFamily="18" charset="0"/>
                      </a:rPr>
                      <m:t>∨(</m:t>
                    </m:r>
                    <m:r>
                      <a:rPr lang="en-GB" b="0" i="1" smtClean="0">
                        <a:latin typeface="Cambria Math" panose="02040503050406030204" pitchFamily="18" charset="0"/>
                      </a:rPr>
                      <m:t>𝐵</m:t>
                    </m:r>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r>
                      <a:rPr lang="en-GB" b="0" i="1" smtClean="0">
                        <a:latin typeface="Cambria Math" panose="02040503050406030204" pitchFamily="18" charset="0"/>
                      </a:rPr>
                      <m:t>)</m:t>
                    </m:r>
                  </m:oMath>
                </a14:m>
                <a:r>
                  <a:rPr lang="en-GB" dirty="0"/>
                  <a:t> (Distributive Law)</a:t>
                </a: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b="0" i="1" smtClean="0">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oMath>
                </a14:m>
                <a:endParaRPr lang="en-GB" b="0" dirty="0"/>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𝐵</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e>
                    </m:d>
                  </m:oMath>
                </a14:m>
                <a:r>
                  <a:rPr lang="en-GB" dirty="0"/>
                  <a:t> (De Morgan’s Law)</a:t>
                </a:r>
              </a:p>
              <a:p>
                <a14:m>
                  <m:oMath xmlns:m="http://schemas.openxmlformats.org/officeDocument/2006/math">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b="0" i="1" smtClean="0">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d>
                      <m:dPr>
                        <m:ctrlPr>
                          <a:rPr lang="en-GB" b="0" i="1" smtClean="0">
                            <a:latin typeface="Cambria Math" panose="02040503050406030204" pitchFamily="18" charset="0"/>
                          </a:rPr>
                        </m:ctrlPr>
                      </m:dPr>
                      <m:e>
                        <m:r>
                          <a:rPr lang="en-GB" b="0" i="1" smtClean="0">
                            <a:latin typeface="Cambria Math" panose="02040503050406030204" pitchFamily="18" charset="0"/>
                          </a:rPr>
                          <m:t>𝐵</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oMath>
                </a14:m>
                <a:endParaRPr lang="en-GB" dirty="0"/>
              </a:p>
            </p:txBody>
          </p:sp>
        </mc:Choice>
        <mc:Fallback xmlns="">
          <p:sp>
            <p:nvSpPr>
              <p:cNvPr id="3" name="Content Placeholder 2">
                <a:extLst>
                  <a:ext uri="{FF2B5EF4-FFF2-40B4-BE49-F238E27FC236}">
                    <a16:creationId xmlns:a16="http://schemas.microsoft.com/office/drawing/2014/main" id="{1F77846C-7108-63E4-23CF-27990ABC7B16}"/>
                  </a:ext>
                </a:extLst>
              </p:cNvPr>
              <p:cNvSpPr>
                <a:spLocks noGrp="1" noRot="1" noChangeAspect="1" noMove="1" noResize="1" noEditPoints="1" noAdjustHandles="1" noChangeArrowheads="1" noChangeShapeType="1" noTextEdit="1"/>
              </p:cNvSpPr>
              <p:nvPr>
                <p:ph sz="half" idx="1"/>
              </p:nvPr>
            </p:nvSpPr>
            <p:spPr>
              <a:xfrm>
                <a:off x="838199" y="1825625"/>
                <a:ext cx="7043057" cy="4351338"/>
              </a:xfrm>
              <a:blipFill>
                <a:blip r:embed="rId2"/>
                <a:stretch>
                  <a:fillRect l="-1471" t="-224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52025143-F955-7BE0-3C84-F32CDAF66D8D}"/>
                  </a:ext>
                </a:extLst>
              </p:cNvPr>
              <p:cNvGraphicFramePr>
                <a:graphicFrameLocks/>
              </p:cNvGraphicFramePr>
              <p:nvPr>
                <p:extLst>
                  <p:ext uri="{D42A27DB-BD31-4B8C-83A1-F6EECF244321}">
                    <p14:modId xmlns:p14="http://schemas.microsoft.com/office/powerpoint/2010/main" val="4667781"/>
                  </p:ext>
                </p:extLst>
              </p:nvPr>
            </p:nvGraphicFramePr>
            <p:xfrm>
              <a:off x="8175172" y="1825625"/>
              <a:ext cx="2318658" cy="1849120"/>
            </p:xfrm>
            <a:graphic>
              <a:graphicData uri="http://schemas.openxmlformats.org/drawingml/2006/table">
                <a:tbl>
                  <a:tblPr firstRow="1" bandRow="1">
                    <a:tableStyleId>{7E9639D4-E3E2-4D34-9284-5A2195B3D0D7}</a:tableStyleId>
                  </a:tblPr>
                  <a:tblGrid>
                    <a:gridCol w="544015">
                      <a:extLst>
                        <a:ext uri="{9D8B030D-6E8A-4147-A177-3AD203B41FA5}">
                          <a16:colId xmlns:a16="http://schemas.microsoft.com/office/drawing/2014/main" val="1817906471"/>
                        </a:ext>
                      </a:extLst>
                    </a:gridCol>
                    <a:gridCol w="559858">
                      <a:extLst>
                        <a:ext uri="{9D8B030D-6E8A-4147-A177-3AD203B41FA5}">
                          <a16:colId xmlns:a16="http://schemas.microsoft.com/office/drawing/2014/main" val="3260625661"/>
                        </a:ext>
                      </a:extLst>
                    </a:gridCol>
                    <a:gridCol w="1214785">
                      <a:extLst>
                        <a:ext uri="{9D8B030D-6E8A-4147-A177-3AD203B41FA5}">
                          <a16:colId xmlns:a16="http://schemas.microsoft.com/office/drawing/2014/main" val="3117082201"/>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highlight>
                                <a:srgbClr val="FFFF00"/>
                              </a:highlight>
                            </a:rPr>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highlight>
                                <a:srgbClr val="FFFF00"/>
                              </a:highlight>
                            </a:rPr>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highlight>
                                <a:srgbClr val="FFFF00"/>
                              </a:highlight>
                            </a:rPr>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0</a:t>
                          </a:r>
                        </a:p>
                      </a:txBody>
                      <a:tcPr/>
                    </a:tc>
                    <a:extLst>
                      <a:ext uri="{0D108BD9-81ED-4DB2-BD59-A6C34878D82A}">
                        <a16:rowId xmlns:a16="http://schemas.microsoft.com/office/drawing/2014/main" val="2958175588"/>
                      </a:ext>
                    </a:extLst>
                  </a:tr>
                </a:tbl>
              </a:graphicData>
            </a:graphic>
          </p:graphicFrame>
        </mc:Choice>
        <mc:Fallback xmlns="">
          <p:graphicFrame>
            <p:nvGraphicFramePr>
              <p:cNvPr id="5" name="Content Placeholder 3">
                <a:extLst>
                  <a:ext uri="{FF2B5EF4-FFF2-40B4-BE49-F238E27FC236}">
                    <a16:creationId xmlns:a16="http://schemas.microsoft.com/office/drawing/2014/main" id="{52025143-F955-7BE0-3C84-F32CDAF66D8D}"/>
                  </a:ext>
                </a:extLst>
              </p:cNvPr>
              <p:cNvGraphicFramePr>
                <a:graphicFrameLocks/>
              </p:cNvGraphicFramePr>
              <p:nvPr>
                <p:extLst>
                  <p:ext uri="{D42A27DB-BD31-4B8C-83A1-F6EECF244321}">
                    <p14:modId xmlns:p14="http://schemas.microsoft.com/office/powerpoint/2010/main" val="4667781"/>
                  </p:ext>
                </p:extLst>
              </p:nvPr>
            </p:nvGraphicFramePr>
            <p:xfrm>
              <a:off x="8175172" y="1825625"/>
              <a:ext cx="2318658" cy="1849120"/>
            </p:xfrm>
            <a:graphic>
              <a:graphicData uri="http://schemas.openxmlformats.org/drawingml/2006/table">
                <a:tbl>
                  <a:tblPr firstRow="1" bandRow="1">
                    <a:tableStyleId>{7E9639D4-E3E2-4D34-9284-5A2195B3D0D7}</a:tableStyleId>
                  </a:tblPr>
                  <a:tblGrid>
                    <a:gridCol w="544015">
                      <a:extLst>
                        <a:ext uri="{9D8B030D-6E8A-4147-A177-3AD203B41FA5}">
                          <a16:colId xmlns:a16="http://schemas.microsoft.com/office/drawing/2014/main" val="1817906471"/>
                        </a:ext>
                      </a:extLst>
                    </a:gridCol>
                    <a:gridCol w="559858">
                      <a:extLst>
                        <a:ext uri="{9D8B030D-6E8A-4147-A177-3AD203B41FA5}">
                          <a16:colId xmlns:a16="http://schemas.microsoft.com/office/drawing/2014/main" val="3260625661"/>
                        </a:ext>
                      </a:extLst>
                    </a:gridCol>
                    <a:gridCol w="1214785">
                      <a:extLst>
                        <a:ext uri="{9D8B030D-6E8A-4147-A177-3AD203B41FA5}">
                          <a16:colId xmlns:a16="http://schemas.microsoft.com/office/drawing/2014/main" val="3117082201"/>
                        </a:ext>
                      </a:extLst>
                    </a:gridCol>
                  </a:tblGrid>
                  <a:tr h="365760">
                    <a:tc>
                      <a:txBody>
                        <a:bodyPr/>
                        <a:lstStyle/>
                        <a:p>
                          <a:endParaRPr lang="en-US"/>
                        </a:p>
                      </a:txBody>
                      <a:tcPr>
                        <a:blipFill>
                          <a:blip r:embed="rId3"/>
                          <a:stretch>
                            <a:fillRect l="-1124" t="-1667" r="-329213" b="-431667"/>
                          </a:stretch>
                        </a:blipFill>
                      </a:tcPr>
                    </a:tc>
                    <a:tc>
                      <a:txBody>
                        <a:bodyPr/>
                        <a:lstStyle/>
                        <a:p>
                          <a:endParaRPr lang="en-US"/>
                        </a:p>
                      </a:txBody>
                      <a:tcPr>
                        <a:blipFill>
                          <a:blip r:embed="rId3"/>
                          <a:stretch>
                            <a:fillRect l="-97826" t="-1667" r="-218478" b="-431667"/>
                          </a:stretch>
                        </a:blipFill>
                      </a:tcPr>
                    </a:tc>
                    <a:tc>
                      <a:txBody>
                        <a:bodyPr/>
                        <a:lstStyle/>
                        <a:p>
                          <a:endParaRPr lang="en-US"/>
                        </a:p>
                      </a:txBody>
                      <a:tcPr>
                        <a:blipFill>
                          <a:blip r:embed="rId3"/>
                          <a:stretch>
                            <a:fillRect l="-91000" t="-1667" r="-500"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highlight>
                                <a:srgbClr val="FFFF00"/>
                              </a:highlight>
                            </a:rPr>
                            <a:t>0</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highlight>
                                <a:srgbClr val="FFFF00"/>
                              </a:highlight>
                            </a:rPr>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highlight>
                                <a:srgbClr val="FFFF00"/>
                              </a:highlight>
                            </a:rPr>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0</a:t>
                          </a:r>
                        </a:p>
                      </a:txBody>
                      <a:tcPr/>
                    </a:tc>
                    <a:extLst>
                      <a:ext uri="{0D108BD9-81ED-4DB2-BD59-A6C34878D82A}">
                        <a16:rowId xmlns:a16="http://schemas.microsoft.com/office/drawing/2014/main" val="295817558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Content Placeholder 3">
                <a:extLst>
                  <a:ext uri="{FF2B5EF4-FFF2-40B4-BE49-F238E27FC236}">
                    <a16:creationId xmlns:a16="http://schemas.microsoft.com/office/drawing/2014/main" id="{82591B97-0941-2A69-F2AB-A61469ABD012}"/>
                  </a:ext>
                </a:extLst>
              </p:cNvPr>
              <p:cNvGraphicFramePr>
                <a:graphicFrameLocks/>
              </p:cNvGraphicFramePr>
              <p:nvPr>
                <p:extLst>
                  <p:ext uri="{D42A27DB-BD31-4B8C-83A1-F6EECF244321}">
                    <p14:modId xmlns:p14="http://schemas.microsoft.com/office/powerpoint/2010/main" val="1329929397"/>
                  </p:ext>
                </p:extLst>
              </p:nvPr>
            </p:nvGraphicFramePr>
            <p:xfrm>
              <a:off x="8175172" y="3974443"/>
              <a:ext cx="3178628" cy="1849120"/>
            </p:xfrm>
            <a:graphic>
              <a:graphicData uri="http://schemas.openxmlformats.org/drawingml/2006/table">
                <a:tbl>
                  <a:tblPr firstRow="1" bandRow="1">
                    <a:tableStyleId>{7E9639D4-E3E2-4D34-9284-5A2195B3D0D7}</a:tableStyleId>
                  </a:tblPr>
                  <a:tblGrid>
                    <a:gridCol w="364183">
                      <a:extLst>
                        <a:ext uri="{9D8B030D-6E8A-4147-A177-3AD203B41FA5}">
                          <a16:colId xmlns:a16="http://schemas.microsoft.com/office/drawing/2014/main" val="1817906471"/>
                        </a:ext>
                      </a:extLst>
                    </a:gridCol>
                    <a:gridCol w="374788">
                      <a:extLst>
                        <a:ext uri="{9D8B030D-6E8A-4147-A177-3AD203B41FA5}">
                          <a16:colId xmlns:a16="http://schemas.microsoft.com/office/drawing/2014/main" val="3260625661"/>
                        </a:ext>
                      </a:extLst>
                    </a:gridCol>
                    <a:gridCol w="813219">
                      <a:extLst>
                        <a:ext uri="{9D8B030D-6E8A-4147-A177-3AD203B41FA5}">
                          <a16:colId xmlns:a16="http://schemas.microsoft.com/office/drawing/2014/main" val="3117082201"/>
                        </a:ext>
                      </a:extLst>
                    </a:gridCol>
                    <a:gridCol w="813219">
                      <a:extLst>
                        <a:ext uri="{9D8B030D-6E8A-4147-A177-3AD203B41FA5}">
                          <a16:colId xmlns:a16="http://schemas.microsoft.com/office/drawing/2014/main" val="3181335278"/>
                        </a:ext>
                      </a:extLst>
                    </a:gridCol>
                    <a:gridCol w="813219">
                      <a:extLst>
                        <a:ext uri="{9D8B030D-6E8A-4147-A177-3AD203B41FA5}">
                          <a16:colId xmlns:a16="http://schemas.microsoft.com/office/drawing/2014/main" val="2674797630"/>
                        </a:ext>
                      </a:extLst>
                    </a:gridCol>
                  </a:tblGrid>
                  <a:tr h="357505">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𝐴</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𝑨</m:t>
                                </m:r>
                                <m:r>
                                  <a:rPr lang="en-GB" b="1" i="1" smtClean="0">
                                    <a:latin typeface="Cambria Math" panose="02040503050406030204" pitchFamily="18" charset="0"/>
                                  </a:rPr>
                                  <m:t>∨</m:t>
                                </m:r>
                                <m:r>
                                  <a:rPr lang="en-GB" b="1" i="1" smtClean="0">
                                    <a:latin typeface="Cambria Math" panose="02040503050406030204" pitchFamily="18" charset="0"/>
                                  </a:rPr>
                                  <m:t>𝑩</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m:t>
                                </m:r>
                              </m:oMath>
                            </m:oMathPara>
                          </a14:m>
                          <a:endParaRPr lang="en-GB" dirty="0"/>
                        </a:p>
                      </a:txBody>
                      <a:tcPr/>
                    </a:tc>
                    <a:tc>
                      <a:txBody>
                        <a:bodyP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r>
                                  <a:rPr lang="en-GB" b="0" i="1" smtClean="0">
                                    <a:latin typeface="Cambria Math" panose="02040503050406030204" pitchFamily="18" charset="0"/>
                                  </a:rPr>
                                  <m:t>𝐵</m:t>
                                </m:r>
                              </m:oMath>
                            </m:oMathPara>
                          </a14:m>
                          <a:endParaRPr lang="en-GB" dirty="0"/>
                        </a:p>
                      </a:txBody>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highlight>
                                <a:srgbClr val="FFFF00"/>
                              </a:highlight>
                            </a:rPr>
                            <a:t>0</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highlight>
                                <a:srgbClr val="FFFF00"/>
                              </a:highlight>
                            </a:rPr>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Choice>
        <mc:Fallback xmlns="">
          <p:graphicFrame>
            <p:nvGraphicFramePr>
              <p:cNvPr id="7" name="Content Placeholder 3">
                <a:extLst>
                  <a:ext uri="{FF2B5EF4-FFF2-40B4-BE49-F238E27FC236}">
                    <a16:creationId xmlns:a16="http://schemas.microsoft.com/office/drawing/2014/main" id="{82591B97-0941-2A69-F2AB-A61469ABD012}"/>
                  </a:ext>
                </a:extLst>
              </p:cNvPr>
              <p:cNvGraphicFramePr>
                <a:graphicFrameLocks/>
              </p:cNvGraphicFramePr>
              <p:nvPr>
                <p:extLst>
                  <p:ext uri="{D42A27DB-BD31-4B8C-83A1-F6EECF244321}">
                    <p14:modId xmlns:p14="http://schemas.microsoft.com/office/powerpoint/2010/main" val="1329929397"/>
                  </p:ext>
                </p:extLst>
              </p:nvPr>
            </p:nvGraphicFramePr>
            <p:xfrm>
              <a:off x="8175172" y="3974443"/>
              <a:ext cx="3178628" cy="1849120"/>
            </p:xfrm>
            <a:graphic>
              <a:graphicData uri="http://schemas.openxmlformats.org/drawingml/2006/table">
                <a:tbl>
                  <a:tblPr firstRow="1" bandRow="1">
                    <a:tableStyleId>{7E9639D4-E3E2-4D34-9284-5A2195B3D0D7}</a:tableStyleId>
                  </a:tblPr>
                  <a:tblGrid>
                    <a:gridCol w="364183">
                      <a:extLst>
                        <a:ext uri="{9D8B030D-6E8A-4147-A177-3AD203B41FA5}">
                          <a16:colId xmlns:a16="http://schemas.microsoft.com/office/drawing/2014/main" val="1817906471"/>
                        </a:ext>
                      </a:extLst>
                    </a:gridCol>
                    <a:gridCol w="374788">
                      <a:extLst>
                        <a:ext uri="{9D8B030D-6E8A-4147-A177-3AD203B41FA5}">
                          <a16:colId xmlns:a16="http://schemas.microsoft.com/office/drawing/2014/main" val="3260625661"/>
                        </a:ext>
                      </a:extLst>
                    </a:gridCol>
                    <a:gridCol w="813219">
                      <a:extLst>
                        <a:ext uri="{9D8B030D-6E8A-4147-A177-3AD203B41FA5}">
                          <a16:colId xmlns:a16="http://schemas.microsoft.com/office/drawing/2014/main" val="3117082201"/>
                        </a:ext>
                      </a:extLst>
                    </a:gridCol>
                    <a:gridCol w="813219">
                      <a:extLst>
                        <a:ext uri="{9D8B030D-6E8A-4147-A177-3AD203B41FA5}">
                          <a16:colId xmlns:a16="http://schemas.microsoft.com/office/drawing/2014/main" val="3181335278"/>
                        </a:ext>
                      </a:extLst>
                    </a:gridCol>
                    <a:gridCol w="813219">
                      <a:extLst>
                        <a:ext uri="{9D8B030D-6E8A-4147-A177-3AD203B41FA5}">
                          <a16:colId xmlns:a16="http://schemas.microsoft.com/office/drawing/2014/main" val="2674797630"/>
                        </a:ext>
                      </a:extLst>
                    </a:gridCol>
                  </a:tblGrid>
                  <a:tr h="365760">
                    <a:tc>
                      <a:txBody>
                        <a:bodyPr/>
                        <a:lstStyle/>
                        <a:p>
                          <a:endParaRPr lang="en-US"/>
                        </a:p>
                      </a:txBody>
                      <a:tcPr>
                        <a:blipFill>
                          <a:blip r:embed="rId4"/>
                          <a:stretch>
                            <a:fillRect l="-1667" r="-771667" b="-431667"/>
                          </a:stretch>
                        </a:blipFill>
                      </a:tcPr>
                    </a:tc>
                    <a:tc>
                      <a:txBody>
                        <a:bodyPr/>
                        <a:lstStyle/>
                        <a:p>
                          <a:endParaRPr lang="en-US"/>
                        </a:p>
                      </a:txBody>
                      <a:tcPr>
                        <a:blipFill>
                          <a:blip r:embed="rId4"/>
                          <a:stretch>
                            <a:fillRect l="-100000" r="-659016" b="-431667"/>
                          </a:stretch>
                        </a:blipFill>
                      </a:tcPr>
                    </a:tc>
                    <a:tc>
                      <a:txBody>
                        <a:bodyPr/>
                        <a:lstStyle/>
                        <a:p>
                          <a:endParaRPr lang="en-US"/>
                        </a:p>
                      </a:txBody>
                      <a:tcPr>
                        <a:blipFill>
                          <a:blip r:embed="rId4"/>
                          <a:stretch>
                            <a:fillRect l="-91045" r="-200000" b="-431667"/>
                          </a:stretch>
                        </a:blipFill>
                      </a:tcPr>
                    </a:tc>
                    <a:tc>
                      <a:txBody>
                        <a:bodyPr/>
                        <a:lstStyle/>
                        <a:p>
                          <a:endParaRPr lang="en-US"/>
                        </a:p>
                      </a:txBody>
                      <a:tcPr>
                        <a:blipFill>
                          <a:blip r:embed="rId4"/>
                          <a:stretch>
                            <a:fillRect l="-192481" r="-101504" b="-431667"/>
                          </a:stretch>
                        </a:blipFill>
                      </a:tcPr>
                    </a:tc>
                    <a:tc>
                      <a:txBody>
                        <a:bodyPr/>
                        <a:lstStyle/>
                        <a:p>
                          <a:endParaRPr lang="en-US"/>
                        </a:p>
                      </a:txBody>
                      <a:tcPr>
                        <a:blipFill>
                          <a:blip r:embed="rId4"/>
                          <a:stretch>
                            <a:fillRect l="-290299" r="-746" b="-431667"/>
                          </a:stretch>
                        </a:blipFill>
                      </a:tcPr>
                    </a:tc>
                    <a:extLst>
                      <a:ext uri="{0D108BD9-81ED-4DB2-BD59-A6C34878D82A}">
                        <a16:rowId xmlns:a16="http://schemas.microsoft.com/office/drawing/2014/main" val="1853461169"/>
                      </a:ext>
                    </a:extLst>
                  </a:tr>
                  <a:tr h="370840">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highlight>
                                <a:srgbClr val="FFFF00"/>
                              </a:highlight>
                            </a:rPr>
                            <a:t>0</a:t>
                          </a:r>
                        </a:p>
                      </a:txBody>
                      <a:tcPr/>
                    </a:tc>
                    <a:tc>
                      <a:txBody>
                        <a:bodyPr/>
                        <a:lstStyle/>
                        <a:p>
                          <a:pPr algn="ctr"/>
                          <a:r>
                            <a:rPr lang="en-GB" dirty="0"/>
                            <a:t>1</a:t>
                          </a:r>
                        </a:p>
                      </a:txBody>
                      <a:tcPr/>
                    </a:tc>
                    <a:extLst>
                      <a:ext uri="{0D108BD9-81ED-4DB2-BD59-A6C34878D82A}">
                        <a16:rowId xmlns:a16="http://schemas.microsoft.com/office/drawing/2014/main" val="2977361323"/>
                      </a:ext>
                    </a:extLst>
                  </a:tr>
                  <a:tr h="370840">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1</a:t>
                          </a:r>
                        </a:p>
                      </a:txBody>
                      <a:tcPr/>
                    </a:tc>
                    <a:tc>
                      <a:txBody>
                        <a:bodyPr/>
                        <a:lstStyle/>
                        <a:p>
                          <a:pPr algn="ctr"/>
                          <a:r>
                            <a:rPr lang="en-GB" dirty="0"/>
                            <a:t>1</a:t>
                          </a:r>
                        </a:p>
                      </a:txBody>
                      <a:tcPr/>
                    </a:tc>
                    <a:extLst>
                      <a:ext uri="{0D108BD9-81ED-4DB2-BD59-A6C34878D82A}">
                        <a16:rowId xmlns:a16="http://schemas.microsoft.com/office/drawing/2014/main" val="650895356"/>
                      </a:ext>
                    </a:extLst>
                  </a:tr>
                  <a:tr h="370840">
                    <a:tc>
                      <a:txBody>
                        <a:bodyPr/>
                        <a:lstStyle/>
                        <a:p>
                          <a:pPr algn="ctr"/>
                          <a:r>
                            <a:rPr lang="en-GB" dirty="0"/>
                            <a:t>1</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highlight>
                                <a:srgbClr val="FFFF00"/>
                              </a:highlight>
                            </a:rPr>
                            <a:t>1</a:t>
                          </a:r>
                        </a:p>
                      </a:txBody>
                      <a:tcPr/>
                    </a:tc>
                    <a:tc>
                      <a:txBody>
                        <a:bodyPr/>
                        <a:lstStyle/>
                        <a:p>
                          <a:pPr algn="ctr"/>
                          <a:r>
                            <a:rPr lang="en-GB" dirty="0"/>
                            <a:t>1</a:t>
                          </a:r>
                        </a:p>
                      </a:txBody>
                      <a:tcPr/>
                    </a:tc>
                    <a:extLst>
                      <a:ext uri="{0D108BD9-81ED-4DB2-BD59-A6C34878D82A}">
                        <a16:rowId xmlns:a16="http://schemas.microsoft.com/office/drawing/2014/main" val="2192555137"/>
                      </a:ext>
                    </a:extLst>
                  </a:tr>
                  <a:tr h="370840">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highlight>
                                <a:srgbClr val="FFFF00"/>
                              </a:highlight>
                            </a:rPr>
                            <a:t>0</a:t>
                          </a:r>
                        </a:p>
                      </a:txBody>
                      <a:tcPr/>
                    </a:tc>
                    <a:tc>
                      <a:txBody>
                        <a:bodyPr/>
                        <a:lstStyle/>
                        <a:p>
                          <a:pPr algn="ctr"/>
                          <a:r>
                            <a:rPr lang="en-GB" dirty="0"/>
                            <a:t>0</a:t>
                          </a:r>
                        </a:p>
                      </a:txBody>
                      <a:tcPr/>
                    </a:tc>
                    <a:extLst>
                      <a:ext uri="{0D108BD9-81ED-4DB2-BD59-A6C34878D82A}">
                        <a16:rowId xmlns:a16="http://schemas.microsoft.com/office/drawing/2014/main" val="2958175588"/>
                      </a:ext>
                    </a:extLst>
                  </a:tr>
                </a:tbl>
              </a:graphicData>
            </a:graphic>
          </p:graphicFrame>
        </mc:Fallback>
      </mc:AlternateContent>
    </p:spTree>
    <p:extLst>
      <p:ext uri="{BB962C8B-B14F-4D97-AF65-F5344CB8AC3E}">
        <p14:creationId xmlns:p14="http://schemas.microsoft.com/office/powerpoint/2010/main" val="39547912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E74E5-69EB-24AF-8A32-B512308010A3}"/>
              </a:ext>
            </a:extLst>
          </p:cNvPr>
          <p:cNvSpPr>
            <a:spLocks noGrp="1"/>
          </p:cNvSpPr>
          <p:nvPr>
            <p:ph type="title"/>
          </p:nvPr>
        </p:nvSpPr>
        <p:spPr/>
        <p:txBody>
          <a:bodyPr/>
          <a:lstStyle/>
          <a:p>
            <a:r>
              <a:rPr lang="en-GB" dirty="0"/>
              <a:t>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9EED94-F045-FC21-2833-B3FC4AB7FEF8}"/>
                  </a:ext>
                </a:extLst>
              </p:cNvPr>
              <p:cNvSpPr>
                <a:spLocks noGrp="1"/>
              </p:cNvSpPr>
              <p:nvPr>
                <p:ph idx="1"/>
              </p:nvPr>
            </p:nvSpPr>
            <p:spPr/>
            <p:txBody>
              <a:bodyPr/>
              <a:lstStyle/>
              <a:p>
                <a:pPr marL="514350" indent="-514350">
                  <a:buFont typeface="+mj-lt"/>
                  <a:buAutoNum type="arabicPeriod"/>
                </a:pPr>
                <a:r>
                  <a:rPr lang="en-GB" dirty="0"/>
                  <a:t>Implement a circuit for XOR using only NAND gates by translating the expression from the previous slide:</a:t>
                </a:r>
              </a:p>
              <a:p>
                <a:pPr marL="0" indent="0">
                  <a:buNone/>
                </a:pPr>
                <a14:m>
                  <m:oMathPara xmlns:m="http://schemas.openxmlformats.org/officeDocument/2006/math">
                    <m:oMathParaPr>
                      <m:jc m:val="center"/>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𝐵</m:t>
                      </m:r>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b="0" i="1" smtClean="0">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m:t>
                          </m:r>
                        </m:e>
                      </m:acc>
                      <m:d>
                        <m:dPr>
                          <m:ctrlPr>
                            <a:rPr lang="en-GB" b="0" i="1" smtClean="0">
                              <a:latin typeface="Cambria Math" panose="02040503050406030204" pitchFamily="18" charset="0"/>
                            </a:rPr>
                          </m:ctrlPr>
                        </m:dPr>
                        <m:e>
                          <m:r>
                            <a:rPr lang="en-GB" b="0" i="1" smtClean="0">
                              <a:latin typeface="Cambria Math" panose="02040503050406030204" pitchFamily="18" charset="0"/>
                            </a:rPr>
                            <m:t>𝐵</m:t>
                          </m:r>
                          <m:acc>
                            <m:accPr>
                              <m:chr m:val="̅"/>
                              <m:ctrlPr>
                                <a:rPr lang="en-GB" i="1">
                                  <a:latin typeface="Cambria Math" panose="02040503050406030204" pitchFamily="18" charset="0"/>
                                </a:rPr>
                              </m:ctrlPr>
                            </m:accPr>
                            <m:e>
                              <m:r>
                                <a:rPr lang="en-GB" i="1">
                                  <a:latin typeface="Cambria Math" panose="02040503050406030204" pitchFamily="18" charset="0"/>
                                </a:rPr>
                                <m:t>∧</m:t>
                              </m:r>
                            </m:e>
                          </m:acc>
                          <m:d>
                            <m:dPr>
                              <m:ctrlPr>
                                <a:rPr lang="en-GB" i="1">
                                  <a:latin typeface="Cambria Math" panose="02040503050406030204" pitchFamily="18" charset="0"/>
                                </a:rPr>
                              </m:ctrlPr>
                            </m:dPr>
                            <m:e>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e>
                          </m:d>
                        </m:e>
                      </m:d>
                    </m:oMath>
                  </m:oMathPara>
                </a14:m>
                <a:endParaRPr lang="en-GB" dirty="0"/>
              </a:p>
              <a:p>
                <a:pPr marL="514350" indent="-514350">
                  <a:buFont typeface="+mj-lt"/>
                  <a:buAutoNum type="arabicPeriod" startAt="2"/>
                </a:pPr>
                <a:r>
                  <a:rPr lang="en-GB" dirty="0"/>
                  <a:t>Create logical circuits for the following using only NAND gates:</a:t>
                </a:r>
              </a:p>
              <a:p>
                <a:pPr marL="971550" lvl="1" indent="-514350">
                  <a:buFont typeface="+mj-lt"/>
                  <a:buAutoNum type="alphaLcParenR"/>
                </a:pPr>
                <a:r>
                  <a:rPr lang="en-GB" dirty="0"/>
                  <a:t>NOR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m:t>
                        </m:r>
                      </m:e>
                    </m:acc>
                  </m:oMath>
                </a14:m>
                <a:r>
                  <a:rPr lang="en-GB" dirty="0"/>
                  <a:t>) (</a:t>
                </a:r>
                <a14:m>
                  <m:oMath xmlns:m="http://schemas.openxmlformats.org/officeDocument/2006/math">
                    <m:r>
                      <a:rPr lang="en-GB" i="1">
                        <a:latin typeface="Cambria Math" panose="02040503050406030204" pitchFamily="18" charset="0"/>
                      </a:rPr>
                      <m:t>𝐴</m:t>
                    </m:r>
                    <m:acc>
                      <m:accPr>
                        <m:chr m:val="̅"/>
                        <m:ctrlPr>
                          <a:rPr lang="en-GB" i="1">
                            <a:latin typeface="Cambria Math" panose="02040503050406030204" pitchFamily="18" charset="0"/>
                          </a:rPr>
                        </m:ctrlPr>
                      </m:accPr>
                      <m:e>
                        <m:r>
                          <a:rPr lang="en-GB" i="1">
                            <a:latin typeface="Cambria Math" panose="02040503050406030204" pitchFamily="18" charset="0"/>
                          </a:rPr>
                          <m:t>∨</m:t>
                        </m:r>
                      </m:e>
                    </m:acc>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oMath>
                </a14:m>
                <a:r>
                  <a:rPr lang="en-GB" dirty="0"/>
                  <a:t>)</a:t>
                </a:r>
              </a:p>
              <a:p>
                <a:pPr marL="971550" lvl="1" indent="-514350">
                  <a:buFont typeface="+mj-lt"/>
                  <a:buAutoNum type="alphaLcParenR"/>
                </a:pPr>
                <a:r>
                  <a:rPr lang="en-GB" dirty="0"/>
                  <a:t>XNOR (</a:t>
                </a:r>
                <a14:m>
                  <m:oMath xmlns:m="http://schemas.openxmlformats.org/officeDocument/2006/math">
                    <m:r>
                      <a:rPr lang="en-GB" i="1" dirty="0" smtClean="0">
                        <a:latin typeface="Cambria Math" panose="02040503050406030204" pitchFamily="18" charset="0"/>
                      </a:rPr>
                      <m:t>⊙</m:t>
                    </m:r>
                  </m:oMath>
                </a14:m>
                <a:r>
                  <a:rPr lang="en-GB" dirty="0"/>
                  <a:t>)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𝐵</m:t>
                    </m:r>
                    <m:r>
                      <a:rPr lang="en-GB" i="1">
                        <a:latin typeface="Cambria Math" panose="02040503050406030204" pitchFamily="18" charset="0"/>
                      </a:rPr>
                      <m:t>)</m:t>
                    </m:r>
                  </m:oMath>
                </a14:m>
                <a:r>
                  <a:rPr lang="en-GB" dirty="0"/>
                  <a:t>)</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179EED94-F045-FC21-2833-B3FC4AB7FEF8}"/>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606056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298A-BEC5-5EFB-74DF-08854DF9C935}"/>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82534E09-9CCF-915D-E63F-62D0EC04F554}"/>
              </a:ext>
            </a:extLst>
          </p:cNvPr>
          <p:cNvSpPr>
            <a:spLocks noGrp="1"/>
          </p:cNvSpPr>
          <p:nvPr>
            <p:ph idx="1"/>
          </p:nvPr>
        </p:nvSpPr>
        <p:spPr/>
        <p:txBody>
          <a:bodyPr/>
          <a:lstStyle/>
          <a:p>
            <a:r>
              <a:rPr lang="en-GB" dirty="0"/>
              <a:t>Implementing Logic Gates in Electronics</a:t>
            </a:r>
          </a:p>
          <a:p>
            <a:r>
              <a:rPr lang="en-GB" dirty="0"/>
              <a:t>Combinational Circuits</a:t>
            </a:r>
          </a:p>
          <a:p>
            <a:pPr lvl="1"/>
            <a:r>
              <a:rPr lang="en-GB" dirty="0"/>
              <a:t>Multiplexer</a:t>
            </a:r>
          </a:p>
          <a:p>
            <a:pPr lvl="1"/>
            <a:r>
              <a:rPr lang="en-GB" dirty="0"/>
              <a:t>Decoder</a:t>
            </a:r>
          </a:p>
          <a:p>
            <a:pPr lvl="1"/>
            <a:r>
              <a:rPr lang="en-GB" dirty="0"/>
              <a:t>Adder</a:t>
            </a:r>
          </a:p>
          <a:p>
            <a:r>
              <a:rPr lang="en-GB" dirty="0"/>
              <a:t>Boolean Algebraic Laws</a:t>
            </a:r>
          </a:p>
          <a:p>
            <a:r>
              <a:rPr lang="en-GB" dirty="0"/>
              <a:t>Expressive Power of NAND</a:t>
            </a:r>
          </a:p>
          <a:p>
            <a:endParaRPr lang="en-GB" dirty="0"/>
          </a:p>
        </p:txBody>
      </p:sp>
    </p:spTree>
    <p:extLst>
      <p:ext uri="{BB962C8B-B14F-4D97-AF65-F5344CB8AC3E}">
        <p14:creationId xmlns:p14="http://schemas.microsoft.com/office/powerpoint/2010/main" val="1566722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4D8617D-0BE1-4A9A-82D7-0BEBBD955D49}">
  <we:reference id="4b785c87-866c-4bad-85d8-5d1ae467ac9a" version="3.14.3.0" store="EXCatalog" storeType="EXCatalog"/>
  <we:alternateReferences>
    <we:reference id="WA104381909" version="3.14.3.0"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751</TotalTime>
  <Words>2188</Words>
  <Application>Microsoft Office PowerPoint</Application>
  <PresentationFormat>Widescreen</PresentationFormat>
  <Paragraphs>926</Paragraphs>
  <Slides>45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45</vt:i4>
      </vt:variant>
    </vt:vector>
  </HeadingPairs>
  <TitlesOfParts>
    <vt:vector size="51" baseType="lpstr">
      <vt:lpstr>Arial</vt:lpstr>
      <vt:lpstr>Calibri</vt:lpstr>
      <vt:lpstr>Calibri Light</vt:lpstr>
      <vt:lpstr>Cambria Math</vt:lpstr>
      <vt:lpstr>Office Theme</vt:lpstr>
      <vt:lpstr>1_Office Theme</vt:lpstr>
      <vt:lpstr>COMP1860 Building our Digital World: Computer Systems &amp; Architecture</vt:lpstr>
      <vt:lpstr>PowerPoint Presentation</vt:lpstr>
      <vt:lpstr>Learning Outcomes</vt:lpstr>
      <vt:lpstr>Text Book</vt:lpstr>
      <vt:lpstr>Overview</vt:lpstr>
      <vt:lpstr>Implementing Logic Gates in Electronics</vt:lpstr>
      <vt:lpstr>Creating Logic Gates From Transistors</vt:lpstr>
      <vt:lpstr>Creating Logic Gates From Transistors</vt:lpstr>
      <vt:lpstr>Combinational Circuits</vt:lpstr>
      <vt:lpstr>Mutiplexer (MUX)</vt:lpstr>
      <vt:lpstr>Muliplexer Implementation</vt:lpstr>
      <vt:lpstr>Multiplexer uses</vt:lpstr>
      <vt:lpstr>Demultiplexer (DEMUX)</vt:lpstr>
      <vt:lpstr>Exercise: 2-to-1 multiplexer</vt:lpstr>
      <vt:lpstr>Decoder</vt:lpstr>
      <vt:lpstr>Decoder Use</vt:lpstr>
      <vt:lpstr>Exercise: 1-to-2 decoder</vt:lpstr>
      <vt:lpstr>Adder</vt:lpstr>
      <vt:lpstr>Exercise: 1-bit Half Adder</vt:lpstr>
      <vt:lpstr>Full 1-bit Adder</vt:lpstr>
      <vt:lpstr>Full Adder Circuit</vt:lpstr>
      <vt:lpstr>Multibit adders</vt:lpstr>
      <vt:lpstr>Boolean Algebraic Laws</vt:lpstr>
      <vt:lpstr>Boolean Algebraic Laws</vt:lpstr>
      <vt:lpstr>Identity Law</vt:lpstr>
      <vt:lpstr>Null Law</vt:lpstr>
      <vt:lpstr>Idempotent Law</vt:lpstr>
      <vt:lpstr>Inverse Law</vt:lpstr>
      <vt:lpstr>Commutative Law</vt:lpstr>
      <vt:lpstr>Associative Law</vt:lpstr>
      <vt:lpstr>Distributive Law</vt:lpstr>
      <vt:lpstr>Absorption Law</vt:lpstr>
      <vt:lpstr>De Morgan’s Law</vt:lpstr>
      <vt:lpstr>Example: simplifying Boolean expressions</vt:lpstr>
      <vt:lpstr>Example: simplifying Boolean expressions</vt:lpstr>
      <vt:lpstr>Examples: Simplifying Boolean Expressions</vt:lpstr>
      <vt:lpstr>Exercise</vt:lpstr>
      <vt:lpstr>The Expressive Power of NAND</vt:lpstr>
      <vt:lpstr>The Expressive Power of NAND</vt:lpstr>
      <vt:lpstr>Example: NOT</vt:lpstr>
      <vt:lpstr>Example: AND</vt:lpstr>
      <vt:lpstr>Example: OR</vt:lpstr>
      <vt:lpstr>Example: XOR</vt:lpstr>
      <vt:lpstr>Exercise</vt:lpstr>
      <vt:lpstr>Summary</vt:lpstr>
    </vt:vector>
  </TitlesOfParts>
  <Company>University of Leeds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COMP1860 Building our Digital World: Computer Systems &amp; Architecture</dc:title>
  <dc:creator>James Dyer</dc:creator>
  <cp:lastModifiedBy>James Dyer</cp:lastModifiedBy>
  <cp:revision>4</cp:revision>
  <dcterms:created xsi:type="dcterms:W3CDTF">2024-09-30T09:35:15Z</dcterms:created>
  <dcterms:modified xsi:type="dcterms:W3CDTF">2025-09-01T13:35:21Z</dcterms:modified>
</cp:coreProperties>
</file>