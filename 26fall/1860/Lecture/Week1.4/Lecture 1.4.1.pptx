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comment1.xml" ContentType="application/vnd.openxmlformats-officedocument.presentationml.comments+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49"/>
  </p:notesMasterIdLst>
  <p:sldIdLst>
    <p:sldId id="257" r:id="rId3"/>
    <p:sldId id="259" r:id="rId4"/>
    <p:sldId id="339" r:id="rId5"/>
    <p:sldId id="260" r:id="rId6"/>
    <p:sldId id="345" r:id="rId7"/>
    <p:sldId id="343" r:id="rId8"/>
    <p:sldId id="344" r:id="rId9"/>
    <p:sldId id="258" r:id="rId10"/>
    <p:sldId id="261" r:id="rId11"/>
    <p:sldId id="262" r:id="rId12"/>
    <p:sldId id="264" r:id="rId13"/>
    <p:sldId id="266" r:id="rId14"/>
    <p:sldId id="265" r:id="rId15"/>
    <p:sldId id="364" r:id="rId16"/>
    <p:sldId id="268" r:id="rId17"/>
    <p:sldId id="346" r:id="rId18"/>
    <p:sldId id="365" r:id="rId19"/>
    <p:sldId id="270" r:id="rId20"/>
    <p:sldId id="271" r:id="rId21"/>
    <p:sldId id="273" r:id="rId22"/>
    <p:sldId id="340" r:id="rId23"/>
    <p:sldId id="276" r:id="rId24"/>
    <p:sldId id="359" r:id="rId25"/>
    <p:sldId id="348" r:id="rId26"/>
    <p:sldId id="350" r:id="rId27"/>
    <p:sldId id="351" r:id="rId28"/>
    <p:sldId id="352" r:id="rId29"/>
    <p:sldId id="353" r:id="rId30"/>
    <p:sldId id="354" r:id="rId31"/>
    <p:sldId id="355" r:id="rId32"/>
    <p:sldId id="269" r:id="rId33"/>
    <p:sldId id="356" r:id="rId34"/>
    <p:sldId id="357" r:id="rId35"/>
    <p:sldId id="361" r:id="rId36"/>
    <p:sldId id="363" r:id="rId37"/>
    <p:sldId id="274" r:id="rId38"/>
    <p:sldId id="275" r:id="rId39"/>
    <p:sldId id="360" r:id="rId40"/>
    <p:sldId id="299" r:id="rId41"/>
    <p:sldId id="341" r:id="rId42"/>
    <p:sldId id="301" r:id="rId43"/>
    <p:sldId id="302" r:id="rId44"/>
    <p:sldId id="308" r:id="rId45"/>
    <p:sldId id="366" r:id="rId46"/>
    <p:sldId id="303" r:id="rId47"/>
    <p:sldId id="358"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李 尚鹏" initials="李尚" lastIdx="3" clrIdx="0">
    <p:extLst>
      <p:ext uri="{19B8F6BF-5375-455C-9EA6-DF929625EA0E}">
        <p15:presenceInfo xmlns:p15="http://schemas.microsoft.com/office/powerpoint/2012/main" userId="a58ab4c969cbaa6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76" autoAdjust="0"/>
    <p:restoredTop sz="94658"/>
  </p:normalViewPr>
  <p:slideViewPr>
    <p:cSldViewPr snapToGrid="0">
      <p:cViewPr varScale="1">
        <p:scale>
          <a:sx n="108" d="100"/>
          <a:sy n="108" d="100"/>
        </p:scale>
        <p:origin x="522"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commentAuthors" Target="commentAuthors.xml"/><Relationship Id="rId55" Type="http://schemas.microsoft.com/office/2016/11/relationships/changesInfo" Target="changesInfos/changesInfo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mes Dyer" userId="c78f284b-7e37-4191-b5a6-8e3806eb7037" providerId="ADAL" clId="{00A67DBF-3796-4E4F-8469-8CC2B2395739}"/>
    <pc:docChg chg="undo custSel addSld delSld modSld sldOrd modMainMaster">
      <pc:chgData name="James Dyer" userId="c78f284b-7e37-4191-b5a6-8e3806eb7037" providerId="ADAL" clId="{00A67DBF-3796-4E4F-8469-8CC2B2395739}" dt="2024-10-04T09:22:19.327" v="8121" actId="1076"/>
      <pc:docMkLst>
        <pc:docMk/>
      </pc:docMkLst>
      <pc:sldChg chg="new del">
        <pc:chgData name="James Dyer" userId="c78f284b-7e37-4191-b5a6-8e3806eb7037" providerId="ADAL" clId="{00A67DBF-3796-4E4F-8469-8CC2B2395739}" dt="2024-09-30T09:35:38.754" v="2" actId="47"/>
        <pc:sldMkLst>
          <pc:docMk/>
          <pc:sldMk cId="2547335473" sldId="256"/>
        </pc:sldMkLst>
      </pc:sldChg>
      <pc:sldChg chg="modSp add mod setBg">
        <pc:chgData name="James Dyer" userId="c78f284b-7e37-4191-b5a6-8e3806eb7037" providerId="ADAL" clId="{00A67DBF-3796-4E4F-8469-8CC2B2395739}" dt="2024-10-04T09:10:43.556" v="8085"/>
        <pc:sldMkLst>
          <pc:docMk/>
          <pc:sldMk cId="1916156025" sldId="257"/>
        </pc:sldMkLst>
      </pc:sldChg>
      <pc:sldChg chg="addSp delSp modSp add mod modClrScheme chgLayout">
        <pc:chgData name="James Dyer" userId="c78f284b-7e37-4191-b5a6-8e3806eb7037" providerId="ADAL" clId="{00A67DBF-3796-4E4F-8469-8CC2B2395739}" dt="2024-10-01T14:31:53.525" v="3455" actId="20577"/>
        <pc:sldMkLst>
          <pc:docMk/>
          <pc:sldMk cId="2788651401" sldId="258"/>
        </pc:sldMkLst>
      </pc:sldChg>
      <pc:sldChg chg="add">
        <pc:chgData name="James Dyer" userId="c78f284b-7e37-4191-b5a6-8e3806eb7037" providerId="ADAL" clId="{00A67DBF-3796-4E4F-8469-8CC2B2395739}" dt="2024-09-30T09:35:36.442" v="1"/>
        <pc:sldMkLst>
          <pc:docMk/>
          <pc:sldMk cId="3773420074" sldId="259"/>
        </pc:sldMkLst>
      </pc:sldChg>
      <pc:sldChg chg="modSp new mod ord">
        <pc:chgData name="James Dyer" userId="c78f284b-7e37-4191-b5a6-8e3806eb7037" providerId="ADAL" clId="{00A67DBF-3796-4E4F-8469-8CC2B2395739}" dt="2024-10-01T14:32:07.413" v="3486" actId="20577"/>
        <pc:sldMkLst>
          <pc:docMk/>
          <pc:sldMk cId="3145342080" sldId="260"/>
        </pc:sldMkLst>
      </pc:sldChg>
      <pc:sldChg chg="addSp delSp modSp new mod modClrScheme chgLayout">
        <pc:chgData name="James Dyer" userId="c78f284b-7e37-4191-b5a6-8e3806eb7037" providerId="ADAL" clId="{00A67DBF-3796-4E4F-8469-8CC2B2395739}" dt="2024-10-01T12:46:33.988" v="1308" actId="20577"/>
        <pc:sldMkLst>
          <pc:docMk/>
          <pc:sldMk cId="3952042285" sldId="261"/>
        </pc:sldMkLst>
      </pc:sldChg>
      <pc:sldChg chg="addSp delSp modSp new mod setBg modClrScheme chgLayout">
        <pc:chgData name="James Dyer" userId="c78f284b-7e37-4191-b5a6-8e3806eb7037" providerId="ADAL" clId="{00A67DBF-3796-4E4F-8469-8CC2B2395739}" dt="2024-10-04T09:11:06.560" v="8086" actId="26606"/>
        <pc:sldMkLst>
          <pc:docMk/>
          <pc:sldMk cId="2281029743" sldId="262"/>
        </pc:sldMkLst>
      </pc:sldChg>
      <pc:sldChg chg="addSp delSp modSp new mod setBg modClrScheme chgLayout">
        <pc:chgData name="James Dyer" userId="c78f284b-7e37-4191-b5a6-8e3806eb7037" providerId="ADAL" clId="{00A67DBF-3796-4E4F-8469-8CC2B2395739}" dt="2024-10-04T09:11:20.698" v="8087" actId="26606"/>
        <pc:sldMkLst>
          <pc:docMk/>
          <pc:sldMk cId="2419887333" sldId="263"/>
        </pc:sldMkLst>
      </pc:sldChg>
      <pc:sldChg chg="modSp new del mod">
        <pc:chgData name="James Dyer" userId="c78f284b-7e37-4191-b5a6-8e3806eb7037" providerId="ADAL" clId="{00A67DBF-3796-4E4F-8469-8CC2B2395739}" dt="2024-10-01T11:57:04.187" v="552" actId="2696"/>
        <pc:sldMkLst>
          <pc:docMk/>
          <pc:sldMk cId="4240299460" sldId="263"/>
        </pc:sldMkLst>
      </pc:sldChg>
      <pc:sldChg chg="addSp delSp modSp new mod ord">
        <pc:chgData name="James Dyer" userId="c78f284b-7e37-4191-b5a6-8e3806eb7037" providerId="ADAL" clId="{00A67DBF-3796-4E4F-8469-8CC2B2395739}" dt="2024-10-01T12:04:45.130" v="986"/>
        <pc:sldMkLst>
          <pc:docMk/>
          <pc:sldMk cId="1537583708" sldId="264"/>
        </pc:sldMkLst>
      </pc:sldChg>
      <pc:sldChg chg="addSp delSp modSp new mod modClrScheme chgLayout">
        <pc:chgData name="James Dyer" userId="c78f284b-7e37-4191-b5a6-8e3806eb7037" providerId="ADAL" clId="{00A67DBF-3796-4E4F-8469-8CC2B2395739}" dt="2024-10-01T14:07:28.307" v="3320" actId="20577"/>
        <pc:sldMkLst>
          <pc:docMk/>
          <pc:sldMk cId="1783598100" sldId="265"/>
        </pc:sldMkLst>
      </pc:sldChg>
      <pc:sldChg chg="addSp delSp modSp new mod">
        <pc:chgData name="James Dyer" userId="c78f284b-7e37-4191-b5a6-8e3806eb7037" providerId="ADAL" clId="{00A67DBF-3796-4E4F-8469-8CC2B2395739}" dt="2024-10-02T13:26:08.288" v="6776" actId="962"/>
        <pc:sldMkLst>
          <pc:docMk/>
          <pc:sldMk cId="3934174658" sldId="266"/>
        </pc:sldMkLst>
      </pc:sldChg>
      <pc:sldChg chg="addSp delSp modSp new mod">
        <pc:chgData name="James Dyer" userId="c78f284b-7e37-4191-b5a6-8e3806eb7037" providerId="ADAL" clId="{00A67DBF-3796-4E4F-8469-8CC2B2395739}" dt="2024-10-02T13:26:52.884" v="6888" actId="962"/>
        <pc:sldMkLst>
          <pc:docMk/>
          <pc:sldMk cId="240332655" sldId="267"/>
        </pc:sldMkLst>
      </pc:sldChg>
      <pc:sldChg chg="addSp delSp modSp new mod">
        <pc:chgData name="James Dyer" userId="c78f284b-7e37-4191-b5a6-8e3806eb7037" providerId="ADAL" clId="{00A67DBF-3796-4E4F-8469-8CC2B2395739}" dt="2024-10-01T13:08:46.365" v="1873" actId="1076"/>
        <pc:sldMkLst>
          <pc:docMk/>
          <pc:sldMk cId="274176739" sldId="268"/>
        </pc:sldMkLst>
      </pc:sldChg>
      <pc:sldChg chg="addSp delSp modSp new mod">
        <pc:chgData name="James Dyer" userId="c78f284b-7e37-4191-b5a6-8e3806eb7037" providerId="ADAL" clId="{00A67DBF-3796-4E4F-8469-8CC2B2395739}" dt="2024-10-01T13:13:04.125" v="2113" actId="20577"/>
        <pc:sldMkLst>
          <pc:docMk/>
          <pc:sldMk cId="1965018798" sldId="269"/>
        </pc:sldMkLst>
      </pc:sldChg>
      <pc:sldChg chg="addSp delSp modSp new mod modClrScheme chgLayout">
        <pc:chgData name="James Dyer" userId="c78f284b-7e37-4191-b5a6-8e3806eb7037" providerId="ADAL" clId="{00A67DBF-3796-4E4F-8469-8CC2B2395739}" dt="2024-10-01T13:24:58.530" v="2566" actId="5793"/>
        <pc:sldMkLst>
          <pc:docMk/>
          <pc:sldMk cId="635359243" sldId="270"/>
        </pc:sldMkLst>
      </pc:sldChg>
      <pc:sldChg chg="addSp delSp modSp new mod modClrScheme chgLayout">
        <pc:chgData name="James Dyer" userId="c78f284b-7e37-4191-b5a6-8e3806eb7037" providerId="ADAL" clId="{00A67DBF-3796-4E4F-8469-8CC2B2395739}" dt="2024-10-02T13:21:13.900" v="6507" actId="20577"/>
        <pc:sldMkLst>
          <pc:docMk/>
          <pc:sldMk cId="2886977814" sldId="271"/>
        </pc:sldMkLst>
      </pc:sldChg>
      <pc:sldChg chg="addSp delSp modSp new mod">
        <pc:chgData name="James Dyer" userId="c78f284b-7e37-4191-b5a6-8e3806eb7037" providerId="ADAL" clId="{00A67DBF-3796-4E4F-8469-8CC2B2395739}" dt="2024-10-02T13:27:18.255" v="6992" actId="962"/>
        <pc:sldMkLst>
          <pc:docMk/>
          <pc:sldMk cId="3646018138" sldId="272"/>
        </pc:sldMkLst>
      </pc:sldChg>
      <pc:sldChg chg="addSp delSp modSp new mod modClrScheme chgLayout">
        <pc:chgData name="James Dyer" userId="c78f284b-7e37-4191-b5a6-8e3806eb7037" providerId="ADAL" clId="{00A67DBF-3796-4E4F-8469-8CC2B2395739}" dt="2024-10-01T13:45:30.494" v="3152" actId="20577"/>
        <pc:sldMkLst>
          <pc:docMk/>
          <pc:sldMk cId="2705411358" sldId="273"/>
        </pc:sldMkLst>
      </pc:sldChg>
      <pc:sldChg chg="addSp delSp modSp new mod ord modClrScheme chgLayout">
        <pc:chgData name="James Dyer" userId="c78f284b-7e37-4191-b5a6-8e3806eb7037" providerId="ADAL" clId="{00A67DBF-3796-4E4F-8469-8CC2B2395739}" dt="2024-10-04T09:14:30.978" v="8110" actId="20577"/>
        <pc:sldMkLst>
          <pc:docMk/>
          <pc:sldMk cId="3277354732" sldId="274"/>
        </pc:sldMkLst>
      </pc:sldChg>
      <pc:sldChg chg="addSp delSp modSp new mod modClrScheme chgLayout">
        <pc:chgData name="James Dyer" userId="c78f284b-7e37-4191-b5a6-8e3806eb7037" providerId="ADAL" clId="{00A67DBF-3796-4E4F-8469-8CC2B2395739}" dt="2024-10-04T09:13:25.103" v="8095" actId="1076"/>
        <pc:sldMkLst>
          <pc:docMk/>
          <pc:sldMk cId="603382916" sldId="275"/>
        </pc:sldMkLst>
      </pc:sldChg>
      <pc:sldChg chg="addSp delSp modSp new mod">
        <pc:chgData name="James Dyer" userId="c78f284b-7e37-4191-b5a6-8e3806eb7037" providerId="ADAL" clId="{00A67DBF-3796-4E4F-8469-8CC2B2395739}" dt="2024-10-01T14:15:53.224" v="3395" actId="20577"/>
        <pc:sldMkLst>
          <pc:docMk/>
          <pc:sldMk cId="210193608" sldId="276"/>
        </pc:sldMkLst>
      </pc:sldChg>
      <pc:sldChg chg="addSp delSp modSp new mod modClrScheme chgLayout">
        <pc:chgData name="James Dyer" userId="c78f284b-7e37-4191-b5a6-8e3806eb7037" providerId="ADAL" clId="{00A67DBF-3796-4E4F-8469-8CC2B2395739}" dt="2024-10-01T14:31:19.615" v="3429" actId="20577"/>
        <pc:sldMkLst>
          <pc:docMk/>
          <pc:sldMk cId="3193214857" sldId="277"/>
        </pc:sldMkLst>
      </pc:sldChg>
      <pc:sldChg chg="modSp new mod">
        <pc:chgData name="James Dyer" userId="c78f284b-7e37-4191-b5a6-8e3806eb7037" providerId="ADAL" clId="{00A67DBF-3796-4E4F-8469-8CC2B2395739}" dt="2024-10-01T14:36:30.776" v="3494" actId="5793"/>
        <pc:sldMkLst>
          <pc:docMk/>
          <pc:sldMk cId="612214040" sldId="278"/>
        </pc:sldMkLst>
      </pc:sldChg>
      <pc:sldChg chg="addSp delSp modSp new mod modClrScheme chgLayout">
        <pc:chgData name="James Dyer" userId="c78f284b-7e37-4191-b5a6-8e3806eb7037" providerId="ADAL" clId="{00A67DBF-3796-4E4F-8469-8CC2B2395739}" dt="2024-10-01T14:55:16.446" v="3828" actId="20577"/>
        <pc:sldMkLst>
          <pc:docMk/>
          <pc:sldMk cId="1798317905" sldId="279"/>
        </pc:sldMkLst>
      </pc:sldChg>
      <pc:sldChg chg="addSp delSp modSp new mod chgLayout">
        <pc:chgData name="James Dyer" userId="c78f284b-7e37-4191-b5a6-8e3806eb7037" providerId="ADAL" clId="{00A67DBF-3796-4E4F-8469-8CC2B2395739}" dt="2024-10-02T12:07:32.935" v="5300" actId="20577"/>
        <pc:sldMkLst>
          <pc:docMk/>
          <pc:sldMk cId="2650625667" sldId="280"/>
        </pc:sldMkLst>
      </pc:sldChg>
      <pc:sldChg chg="addSp delSp modSp new mod">
        <pc:chgData name="James Dyer" userId="c78f284b-7e37-4191-b5a6-8e3806eb7037" providerId="ADAL" clId="{00A67DBF-3796-4E4F-8469-8CC2B2395739}" dt="2024-10-01T15:13:49.078" v="4186" actId="14100"/>
        <pc:sldMkLst>
          <pc:docMk/>
          <pc:sldMk cId="2085536663" sldId="281"/>
        </pc:sldMkLst>
      </pc:sldChg>
      <pc:sldChg chg="addSp delSp modSp new mod modClrScheme chgLayout">
        <pc:chgData name="James Dyer" userId="c78f284b-7e37-4191-b5a6-8e3806eb7037" providerId="ADAL" clId="{00A67DBF-3796-4E4F-8469-8CC2B2395739}" dt="2024-10-02T13:20:32.589" v="6475" actId="20577"/>
        <pc:sldMkLst>
          <pc:docMk/>
          <pc:sldMk cId="2923385052" sldId="282"/>
        </pc:sldMkLst>
      </pc:sldChg>
      <pc:sldChg chg="addSp delSp modSp new mod modNotesTx">
        <pc:chgData name="James Dyer" userId="c78f284b-7e37-4191-b5a6-8e3806eb7037" providerId="ADAL" clId="{00A67DBF-3796-4E4F-8469-8CC2B2395739}" dt="2024-10-02T12:09:14.975" v="5304" actId="20577"/>
        <pc:sldMkLst>
          <pc:docMk/>
          <pc:sldMk cId="1901889355" sldId="283"/>
        </pc:sldMkLst>
      </pc:sldChg>
      <pc:sldChg chg="addSp delSp modSp new mod setBg">
        <pc:chgData name="James Dyer" userId="c78f284b-7e37-4191-b5a6-8e3806eb7037" providerId="ADAL" clId="{00A67DBF-3796-4E4F-8469-8CC2B2395739}" dt="2024-10-04T09:20:16.117" v="8117" actId="26606"/>
        <pc:sldMkLst>
          <pc:docMk/>
          <pc:sldMk cId="1416710787" sldId="284"/>
        </pc:sldMkLst>
      </pc:sldChg>
      <pc:sldChg chg="addSp delSp modSp new mod modClrScheme chgLayout">
        <pc:chgData name="James Dyer" userId="c78f284b-7e37-4191-b5a6-8e3806eb7037" providerId="ADAL" clId="{00A67DBF-3796-4E4F-8469-8CC2B2395739}" dt="2024-10-02T12:29:35.126" v="5743" actId="20577"/>
        <pc:sldMkLst>
          <pc:docMk/>
          <pc:sldMk cId="2654418385" sldId="285"/>
        </pc:sldMkLst>
      </pc:sldChg>
      <pc:sldChg chg="addSp delSp modSp new mod modClrScheme chgLayout">
        <pc:chgData name="James Dyer" userId="c78f284b-7e37-4191-b5a6-8e3806eb7037" providerId="ADAL" clId="{00A67DBF-3796-4E4F-8469-8CC2B2395739}" dt="2024-10-02T11:58:29.117" v="4935" actId="20577"/>
        <pc:sldMkLst>
          <pc:docMk/>
          <pc:sldMk cId="3890598516" sldId="286"/>
        </pc:sldMkLst>
      </pc:sldChg>
      <pc:sldChg chg="addSp delSp modSp new mod setBg modClrScheme chgLayout">
        <pc:chgData name="James Dyer" userId="c78f284b-7e37-4191-b5a6-8e3806eb7037" providerId="ADAL" clId="{00A67DBF-3796-4E4F-8469-8CC2B2395739}" dt="2024-10-04T09:20:24.790" v="8118" actId="26606"/>
        <pc:sldMkLst>
          <pc:docMk/>
          <pc:sldMk cId="4226615750" sldId="287"/>
        </pc:sldMkLst>
      </pc:sldChg>
      <pc:sldChg chg="addSp delSp modSp new mod setBg modClrScheme chgLayout">
        <pc:chgData name="James Dyer" userId="c78f284b-7e37-4191-b5a6-8e3806eb7037" providerId="ADAL" clId="{00A67DBF-3796-4E4F-8469-8CC2B2395739}" dt="2024-10-02T12:32:16.483" v="5881" actId="20577"/>
        <pc:sldMkLst>
          <pc:docMk/>
          <pc:sldMk cId="2222655239" sldId="288"/>
        </pc:sldMkLst>
      </pc:sldChg>
      <pc:sldChg chg="addSp delSp modSp new mod modNotesTx">
        <pc:chgData name="James Dyer" userId="c78f284b-7e37-4191-b5a6-8e3806eb7037" providerId="ADAL" clId="{00A67DBF-3796-4E4F-8469-8CC2B2395739}" dt="2024-10-02T12:36:26.999" v="6065" actId="20577"/>
        <pc:sldMkLst>
          <pc:docMk/>
          <pc:sldMk cId="403282629" sldId="289"/>
        </pc:sldMkLst>
      </pc:sldChg>
      <pc:sldChg chg="addSp delSp modSp new mod modClrScheme chgLayout">
        <pc:chgData name="James Dyer" userId="c78f284b-7e37-4191-b5a6-8e3806eb7037" providerId="ADAL" clId="{00A67DBF-3796-4E4F-8469-8CC2B2395739}" dt="2024-10-02T13:35:59.759" v="7427" actId="21"/>
        <pc:sldMkLst>
          <pc:docMk/>
          <pc:sldMk cId="2618724100" sldId="290"/>
        </pc:sldMkLst>
      </pc:sldChg>
      <pc:sldChg chg="addSp delSp modSp new mod modClrScheme chgLayout">
        <pc:chgData name="James Dyer" userId="c78f284b-7e37-4191-b5a6-8e3806eb7037" providerId="ADAL" clId="{00A67DBF-3796-4E4F-8469-8CC2B2395739}" dt="2024-10-02T13:58:19.917" v="8081" actId="20577"/>
        <pc:sldMkLst>
          <pc:docMk/>
          <pc:sldMk cId="2195840219" sldId="291"/>
        </pc:sldMkLst>
      </pc:sldChg>
      <pc:sldChg chg="addSp delSp modSp new mod modClrScheme chgLayout">
        <pc:chgData name="James Dyer" userId="c78f284b-7e37-4191-b5a6-8e3806eb7037" providerId="ADAL" clId="{00A67DBF-3796-4E4F-8469-8CC2B2395739}" dt="2024-10-02T13:12:07.132" v="6427" actId="20577"/>
        <pc:sldMkLst>
          <pc:docMk/>
          <pc:sldMk cId="1671487415" sldId="292"/>
        </pc:sldMkLst>
      </pc:sldChg>
      <pc:sldChg chg="addSp delSp modSp new mod">
        <pc:chgData name="James Dyer" userId="c78f284b-7e37-4191-b5a6-8e3806eb7037" providerId="ADAL" clId="{00A67DBF-3796-4E4F-8469-8CC2B2395739}" dt="2024-10-02T13:28:07.293" v="7212" actId="962"/>
        <pc:sldMkLst>
          <pc:docMk/>
          <pc:sldMk cId="4223815684" sldId="293"/>
        </pc:sldMkLst>
      </pc:sldChg>
      <pc:sldChg chg="addSp delSp modSp new mod">
        <pc:chgData name="James Dyer" userId="c78f284b-7e37-4191-b5a6-8e3806eb7037" providerId="ADAL" clId="{00A67DBF-3796-4E4F-8469-8CC2B2395739}" dt="2024-10-02T13:28:24.768" v="7300" actId="962"/>
        <pc:sldMkLst>
          <pc:docMk/>
          <pc:sldMk cId="1721096561" sldId="294"/>
        </pc:sldMkLst>
      </pc:sldChg>
      <pc:sldChg chg="modSp new mod">
        <pc:chgData name="James Dyer" userId="c78f284b-7e37-4191-b5a6-8e3806eb7037" providerId="ADAL" clId="{00A67DBF-3796-4E4F-8469-8CC2B2395739}" dt="2024-10-02T13:54:02.242" v="8052" actId="12"/>
        <pc:sldMkLst>
          <pc:docMk/>
          <pc:sldMk cId="3160117865" sldId="295"/>
        </pc:sldMkLst>
      </pc:sldChg>
      <pc:sldChg chg="modSp new mod">
        <pc:chgData name="James Dyer" userId="c78f284b-7e37-4191-b5a6-8e3806eb7037" providerId="ADAL" clId="{00A67DBF-3796-4E4F-8469-8CC2B2395739}" dt="2024-10-02T13:25:03.029" v="6694" actId="20577"/>
        <pc:sldMkLst>
          <pc:docMk/>
          <pc:sldMk cId="2500056519" sldId="296"/>
        </pc:sldMkLst>
      </pc:sldChg>
      <pc:sldChg chg="addSp delSp modSp new mod">
        <pc:chgData name="James Dyer" userId="c78f284b-7e37-4191-b5a6-8e3806eb7037" providerId="ADAL" clId="{00A67DBF-3796-4E4F-8469-8CC2B2395739}" dt="2024-10-02T13:53:04.643" v="7964" actId="14100"/>
        <pc:sldMkLst>
          <pc:docMk/>
          <pc:sldMk cId="3902111946" sldId="297"/>
        </pc:sldMkLst>
      </pc:sldChg>
      <pc:sldChg chg="modSp new mod">
        <pc:chgData name="James Dyer" userId="c78f284b-7e37-4191-b5a6-8e3806eb7037" providerId="ADAL" clId="{00A67DBF-3796-4E4F-8469-8CC2B2395739}" dt="2024-10-04T09:22:15.518" v="8120" actId="1076"/>
        <pc:sldMkLst>
          <pc:docMk/>
          <pc:sldMk cId="77549412" sldId="298"/>
        </pc:sldMkLst>
      </pc:sldChg>
      <pc:sldChg chg="modSp new mod">
        <pc:chgData name="James Dyer" userId="c78f284b-7e37-4191-b5a6-8e3806eb7037" providerId="ADAL" clId="{00A67DBF-3796-4E4F-8469-8CC2B2395739}" dt="2024-10-04T09:22:19.327" v="8121" actId="1076"/>
        <pc:sldMkLst>
          <pc:docMk/>
          <pc:sldMk cId="4199210728" sldId="299"/>
        </pc:sldMkLst>
      </pc:sldChg>
      <pc:sldChg chg="addSp delSp modSp new mod">
        <pc:chgData name="James Dyer" userId="c78f284b-7e37-4191-b5a6-8e3806eb7037" providerId="ADAL" clId="{00A67DBF-3796-4E4F-8469-8CC2B2395739}" dt="2024-10-04T09:19:14.826" v="8114" actId="1076"/>
        <pc:sldMkLst>
          <pc:docMk/>
          <pc:sldMk cId="2860747666" sldId="301"/>
        </pc:sldMkLst>
      </pc:sldChg>
      <pc:sldMasterChg chg="setBg modSldLayout">
        <pc:chgData name="James Dyer" userId="c78f284b-7e37-4191-b5a6-8e3806eb7037" providerId="ADAL" clId="{00A67DBF-3796-4E4F-8469-8CC2B2395739}" dt="2024-10-04T09:10:43.556" v="8085"/>
        <pc:sldMasterMkLst>
          <pc:docMk/>
          <pc:sldMasterMk cId="3091886559" sldId="2147483648"/>
        </pc:sldMasterMkLst>
        <pc:sldLayoutChg chg="setBg">
          <pc:chgData name="James Dyer" userId="c78f284b-7e37-4191-b5a6-8e3806eb7037" providerId="ADAL" clId="{00A67DBF-3796-4E4F-8469-8CC2B2395739}" dt="2024-10-04T09:10:43.556" v="8085"/>
          <pc:sldLayoutMkLst>
            <pc:docMk/>
            <pc:sldMasterMk cId="3091886559" sldId="2147483648"/>
            <pc:sldLayoutMk cId="3300036771" sldId="2147483649"/>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1246854834" sldId="2147483650"/>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1366274772" sldId="2147483651"/>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3826547765" sldId="2147483652"/>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474724933" sldId="2147483653"/>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3924013633" sldId="2147483654"/>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3001733077" sldId="2147483655"/>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2305335979" sldId="2147483656"/>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3176013054" sldId="2147483657"/>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293354359" sldId="2147483658"/>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1899226878" sldId="2147483659"/>
          </pc:sldLayoutMkLst>
        </pc:sldLayoutChg>
      </pc:sldMasterChg>
    </pc:docChg>
  </pc:docChgLst>
  <pc:docChgLst>
    <pc:chgData name="James Dyer" userId="c78f284b-7e37-4191-b5a6-8e3806eb7037" providerId="ADAL" clId="{0B54F6C3-812D-47CB-BCD3-2535C994C76C}"/>
    <pc:docChg chg="custSel modSld">
      <pc:chgData name="James Dyer" userId="c78f284b-7e37-4191-b5a6-8e3806eb7037" providerId="ADAL" clId="{0B54F6C3-812D-47CB-BCD3-2535C994C76C}" dt="2024-10-21T12:54:13.680" v="295" actId="20577"/>
      <pc:docMkLst>
        <pc:docMk/>
      </pc:docMkLst>
      <pc:sldChg chg="modSp mod">
        <pc:chgData name="James Dyer" userId="c78f284b-7e37-4191-b5a6-8e3806eb7037" providerId="ADAL" clId="{0B54F6C3-812D-47CB-BCD3-2535C994C76C}" dt="2024-10-07T12:30:54.299" v="1" actId="20577"/>
        <pc:sldMkLst>
          <pc:docMk/>
          <pc:sldMk cId="1916156025" sldId="257"/>
        </pc:sldMkLst>
      </pc:sldChg>
      <pc:sldChg chg="modSp mod">
        <pc:chgData name="James Dyer" userId="c78f284b-7e37-4191-b5a6-8e3806eb7037" providerId="ADAL" clId="{0B54F6C3-812D-47CB-BCD3-2535C994C76C}" dt="2024-10-17T11:44:41.935" v="161" actId="20577"/>
        <pc:sldMkLst>
          <pc:docMk/>
          <pc:sldMk cId="3934174658" sldId="266"/>
        </pc:sldMkLst>
      </pc:sldChg>
      <pc:sldChg chg="modSp mod">
        <pc:chgData name="James Dyer" userId="c78f284b-7e37-4191-b5a6-8e3806eb7037" providerId="ADAL" clId="{0B54F6C3-812D-47CB-BCD3-2535C994C76C}" dt="2024-10-21T12:54:13.680" v="295" actId="20577"/>
        <pc:sldMkLst>
          <pc:docMk/>
          <pc:sldMk cId="2458435575" sldId="339"/>
        </pc:sldMkLst>
      </pc:sldChg>
    </pc:docChg>
  </pc:docChgLst>
  <pc:docChgLst>
    <pc:chgData name="James Dyer" userId="c78f284b-7e37-4191-b5a6-8e3806eb7037" providerId="ADAL" clId="{3113EA7A-E7F9-4C76-B8D2-801C1A8BAD4F}"/>
    <pc:docChg chg="delSld">
      <pc:chgData name="James Dyer" userId="c78f284b-7e37-4191-b5a6-8e3806eb7037" providerId="ADAL" clId="{3113EA7A-E7F9-4C76-B8D2-801C1A8BAD4F}" dt="2025-09-01T13:35:16.404" v="7" actId="47"/>
      <pc:docMkLst>
        <pc:docMk/>
      </pc:docMkLst>
      <pc:sldChg chg="del">
        <pc:chgData name="James Dyer" userId="c78f284b-7e37-4191-b5a6-8e3806eb7037" providerId="ADAL" clId="{3113EA7A-E7F9-4C76-B8D2-801C1A8BAD4F}" dt="2025-09-01T13:34:43.904" v="0" actId="47"/>
        <pc:sldMkLst>
          <pc:docMk/>
          <pc:sldMk cId="240332655" sldId="267"/>
        </pc:sldMkLst>
      </pc:sldChg>
      <pc:sldChg chg="del">
        <pc:chgData name="James Dyer" userId="c78f284b-7e37-4191-b5a6-8e3806eb7037" providerId="ADAL" clId="{3113EA7A-E7F9-4C76-B8D2-801C1A8BAD4F}" dt="2025-09-01T13:34:51.374" v="2" actId="47"/>
        <pc:sldMkLst>
          <pc:docMk/>
          <pc:sldMk cId="3646018138" sldId="272"/>
        </pc:sldMkLst>
      </pc:sldChg>
      <pc:sldChg chg="del">
        <pc:chgData name="James Dyer" userId="c78f284b-7e37-4191-b5a6-8e3806eb7037" providerId="ADAL" clId="{3113EA7A-E7F9-4C76-B8D2-801C1A8BAD4F}" dt="2025-09-01T13:35:06.526" v="3" actId="47"/>
        <pc:sldMkLst>
          <pc:docMk/>
          <pc:sldMk cId="827335259" sldId="277"/>
        </pc:sldMkLst>
      </pc:sldChg>
      <pc:sldChg chg="del">
        <pc:chgData name="James Dyer" userId="c78f284b-7e37-4191-b5a6-8e3806eb7037" providerId="ADAL" clId="{3113EA7A-E7F9-4C76-B8D2-801C1A8BAD4F}" dt="2025-09-01T13:35:07.426" v="4" actId="47"/>
        <pc:sldMkLst>
          <pc:docMk/>
          <pc:sldMk cId="2686022152" sldId="280"/>
        </pc:sldMkLst>
      </pc:sldChg>
      <pc:sldChg chg="del">
        <pc:chgData name="James Dyer" userId="c78f284b-7e37-4191-b5a6-8e3806eb7037" providerId="ADAL" clId="{3113EA7A-E7F9-4C76-B8D2-801C1A8BAD4F}" dt="2025-09-01T13:35:15.790" v="6" actId="47"/>
        <pc:sldMkLst>
          <pc:docMk/>
          <pc:sldMk cId="3413579399" sldId="305"/>
        </pc:sldMkLst>
      </pc:sldChg>
      <pc:sldChg chg="del">
        <pc:chgData name="James Dyer" userId="c78f284b-7e37-4191-b5a6-8e3806eb7037" providerId="ADAL" clId="{3113EA7A-E7F9-4C76-B8D2-801C1A8BAD4F}" dt="2025-09-01T13:35:16.404" v="7" actId="47"/>
        <pc:sldMkLst>
          <pc:docMk/>
          <pc:sldMk cId="3238595769" sldId="307"/>
        </pc:sldMkLst>
      </pc:sldChg>
      <pc:sldChg chg="del">
        <pc:chgData name="James Dyer" userId="c78f284b-7e37-4191-b5a6-8e3806eb7037" providerId="ADAL" clId="{3113EA7A-E7F9-4C76-B8D2-801C1A8BAD4F}" dt="2025-09-01T13:34:47.526" v="1" actId="47"/>
        <pc:sldMkLst>
          <pc:docMk/>
          <pc:sldMk cId="578125847" sldId="347"/>
        </pc:sldMkLst>
      </pc:sldChg>
      <pc:sldChg chg="del">
        <pc:chgData name="James Dyer" userId="c78f284b-7e37-4191-b5a6-8e3806eb7037" providerId="ADAL" clId="{3113EA7A-E7F9-4C76-B8D2-801C1A8BAD4F}" dt="2025-09-01T13:35:14.447" v="5" actId="47"/>
        <pc:sldMkLst>
          <pc:docMk/>
          <pc:sldMk cId="2334931778" sldId="362"/>
        </pc:sldMkLst>
      </pc:sldChg>
    </pc:docChg>
  </pc:docChgLst>
  <pc:docChgLst>
    <pc:chgData name="James Dyer" userId="c78f284b-7e37-4191-b5a6-8e3806eb7037" providerId="ADAL" clId="{8C8C780B-A5F9-4529-B474-547258705702}"/>
    <pc:docChg chg="modSld">
      <pc:chgData name="James Dyer" userId="c78f284b-7e37-4191-b5a6-8e3806eb7037" providerId="ADAL" clId="{8C8C780B-A5F9-4529-B474-547258705702}" dt="2025-04-23T13:10:11.078" v="16"/>
      <pc:docMkLst>
        <pc:docMk/>
      </pc:docMkLst>
      <pc:sldChg chg="modSp mod">
        <pc:chgData name="James Dyer" userId="c78f284b-7e37-4191-b5a6-8e3806eb7037" providerId="ADAL" clId="{8C8C780B-A5F9-4529-B474-547258705702}" dt="2025-04-11T11:29:10.931" v="1"/>
        <pc:sldMkLst>
          <pc:docMk/>
          <pc:sldMk cId="3773420074" sldId="259"/>
        </pc:sldMkLst>
      </pc:sldChg>
      <pc:sldChg chg="modSp mod">
        <pc:chgData name="James Dyer" userId="c78f284b-7e37-4191-b5a6-8e3806eb7037" providerId="ADAL" clId="{8C8C780B-A5F9-4529-B474-547258705702}" dt="2025-04-11T11:47:16.606" v="4" actId="5793"/>
        <pc:sldMkLst>
          <pc:docMk/>
          <pc:sldMk cId="3934174658" sldId="266"/>
        </pc:sldMkLst>
      </pc:sldChg>
      <pc:sldChg chg="modSp mod">
        <pc:chgData name="James Dyer" userId="c78f284b-7e37-4191-b5a6-8e3806eb7037" providerId="ADAL" clId="{8C8C780B-A5F9-4529-B474-547258705702}" dt="2025-04-23T13:10:11.078" v="16"/>
        <pc:sldMkLst>
          <pc:docMk/>
          <pc:sldMk cId="3954791200" sldId="308"/>
        </pc:sldMkLst>
      </pc:sldChg>
    </pc:docChg>
  </pc:docChgLst>
  <pc:docChgLst>
    <pc:chgData name="James Dyer" userId="c78f284b-7e37-4191-b5a6-8e3806eb7037" providerId="ADAL" clId="{B22F5FE4-B7D0-424F-83E3-7E46DCCA4C8B}"/>
    <pc:docChg chg="undo custSel addSld delSld modSld sldOrd">
      <pc:chgData name="James Dyer" userId="c78f284b-7e37-4191-b5a6-8e3806eb7037" providerId="ADAL" clId="{B22F5FE4-B7D0-424F-83E3-7E46DCCA4C8B}" dt="2025-03-31T14:36:29.687" v="2716" actId="20577"/>
      <pc:docMkLst>
        <pc:docMk/>
      </pc:docMkLst>
      <pc:sldChg chg="modSp mod">
        <pc:chgData name="James Dyer" userId="c78f284b-7e37-4191-b5a6-8e3806eb7037" providerId="ADAL" clId="{B22F5FE4-B7D0-424F-83E3-7E46DCCA4C8B}" dt="2025-03-31T10:53:02.024" v="1437" actId="20577"/>
        <pc:sldMkLst>
          <pc:docMk/>
          <pc:sldMk cId="3773420074" sldId="259"/>
        </pc:sldMkLst>
      </pc:sldChg>
      <pc:sldChg chg="modSp mod">
        <pc:chgData name="James Dyer" userId="c78f284b-7e37-4191-b5a6-8e3806eb7037" providerId="ADAL" clId="{B22F5FE4-B7D0-424F-83E3-7E46DCCA4C8B}" dt="2025-03-31T10:51:16.785" v="1399" actId="20577"/>
        <pc:sldMkLst>
          <pc:docMk/>
          <pc:sldMk cId="3145342080" sldId="260"/>
        </pc:sldMkLst>
      </pc:sldChg>
      <pc:sldChg chg="modSp mod">
        <pc:chgData name="James Dyer" userId="c78f284b-7e37-4191-b5a6-8e3806eb7037" providerId="ADAL" clId="{B22F5FE4-B7D0-424F-83E3-7E46DCCA4C8B}" dt="2025-03-28T12:31:46.545" v="872" actId="20577"/>
        <pc:sldMkLst>
          <pc:docMk/>
          <pc:sldMk cId="3934174658" sldId="266"/>
        </pc:sldMkLst>
      </pc:sldChg>
      <pc:sldChg chg="add">
        <pc:chgData name="James Dyer" userId="c78f284b-7e37-4191-b5a6-8e3806eb7037" providerId="ADAL" clId="{B22F5FE4-B7D0-424F-83E3-7E46DCCA4C8B}" dt="2025-03-28T12:37:56.013" v="1030"/>
        <pc:sldMkLst>
          <pc:docMk/>
          <pc:sldMk cId="126883131" sldId="269"/>
        </pc:sldMkLst>
      </pc:sldChg>
      <pc:sldChg chg="del">
        <pc:chgData name="James Dyer" userId="c78f284b-7e37-4191-b5a6-8e3806eb7037" providerId="ADAL" clId="{B22F5FE4-B7D0-424F-83E3-7E46DCCA4C8B}" dt="2025-03-28T12:36:23.762" v="1029" actId="2696"/>
        <pc:sldMkLst>
          <pc:docMk/>
          <pc:sldMk cId="3277354732" sldId="274"/>
        </pc:sldMkLst>
      </pc:sldChg>
      <pc:sldChg chg="add">
        <pc:chgData name="James Dyer" userId="c78f284b-7e37-4191-b5a6-8e3806eb7037" providerId="ADAL" clId="{B22F5FE4-B7D0-424F-83E3-7E46DCCA4C8B}" dt="2025-03-28T12:37:56.013" v="1030"/>
        <pc:sldMkLst>
          <pc:docMk/>
          <pc:sldMk cId="3860212923" sldId="274"/>
        </pc:sldMkLst>
      </pc:sldChg>
      <pc:sldChg chg="del">
        <pc:chgData name="James Dyer" userId="c78f284b-7e37-4191-b5a6-8e3806eb7037" providerId="ADAL" clId="{B22F5FE4-B7D0-424F-83E3-7E46DCCA4C8B}" dt="2025-03-13T12:26:07.780" v="29" actId="2696"/>
        <pc:sldMkLst>
          <pc:docMk/>
          <pc:sldMk cId="603382916" sldId="275"/>
        </pc:sldMkLst>
      </pc:sldChg>
      <pc:sldChg chg="add">
        <pc:chgData name="James Dyer" userId="c78f284b-7e37-4191-b5a6-8e3806eb7037" providerId="ADAL" clId="{B22F5FE4-B7D0-424F-83E3-7E46DCCA4C8B}" dt="2025-03-28T12:37:56.013" v="1030"/>
        <pc:sldMkLst>
          <pc:docMk/>
          <pc:sldMk cId="3700872050" sldId="275"/>
        </pc:sldMkLst>
      </pc:sldChg>
      <pc:sldChg chg="add">
        <pc:chgData name="James Dyer" userId="c78f284b-7e37-4191-b5a6-8e3806eb7037" providerId="ADAL" clId="{B22F5FE4-B7D0-424F-83E3-7E46DCCA4C8B}" dt="2025-03-28T12:37:56.013" v="1030"/>
        <pc:sldMkLst>
          <pc:docMk/>
          <pc:sldMk cId="827335259" sldId="277"/>
        </pc:sldMkLst>
      </pc:sldChg>
      <pc:sldChg chg="add">
        <pc:chgData name="James Dyer" userId="c78f284b-7e37-4191-b5a6-8e3806eb7037" providerId="ADAL" clId="{B22F5FE4-B7D0-424F-83E3-7E46DCCA4C8B}" dt="2025-03-28T12:37:56.013" v="1030"/>
        <pc:sldMkLst>
          <pc:docMk/>
          <pc:sldMk cId="2686022152" sldId="280"/>
        </pc:sldMkLst>
      </pc:sldChg>
      <pc:sldChg chg="addSp delSp modSp add del mod">
        <pc:chgData name="James Dyer" userId="c78f284b-7e37-4191-b5a6-8e3806eb7037" providerId="ADAL" clId="{B22F5FE4-B7D0-424F-83E3-7E46DCCA4C8B}" dt="2025-03-31T10:51:34.485" v="1400" actId="2696"/>
        <pc:sldMkLst>
          <pc:docMk/>
          <pc:sldMk cId="3779703918" sldId="299"/>
        </pc:sldMkLst>
      </pc:sldChg>
      <pc:sldChg chg="add">
        <pc:chgData name="James Dyer" userId="c78f284b-7e37-4191-b5a6-8e3806eb7037" providerId="ADAL" clId="{B22F5FE4-B7D0-424F-83E3-7E46DCCA4C8B}" dt="2025-03-31T10:51:41.045" v="1401"/>
        <pc:sldMkLst>
          <pc:docMk/>
          <pc:sldMk cId="3898991897" sldId="299"/>
        </pc:sldMkLst>
      </pc:sldChg>
      <pc:sldChg chg="add">
        <pc:chgData name="James Dyer" userId="c78f284b-7e37-4191-b5a6-8e3806eb7037" providerId="ADAL" clId="{B22F5FE4-B7D0-424F-83E3-7E46DCCA4C8B}" dt="2025-03-31T10:51:41.045" v="1401"/>
        <pc:sldMkLst>
          <pc:docMk/>
          <pc:sldMk cId="2101192577" sldId="301"/>
        </pc:sldMkLst>
      </pc:sldChg>
      <pc:sldChg chg="delSp modSp add del mod">
        <pc:chgData name="James Dyer" userId="c78f284b-7e37-4191-b5a6-8e3806eb7037" providerId="ADAL" clId="{B22F5FE4-B7D0-424F-83E3-7E46DCCA4C8B}" dt="2025-03-31T10:51:34.485" v="1400" actId="2696"/>
        <pc:sldMkLst>
          <pc:docMk/>
          <pc:sldMk cId="3216108614" sldId="301"/>
        </pc:sldMkLst>
      </pc:sldChg>
      <pc:sldChg chg="add">
        <pc:chgData name="James Dyer" userId="c78f284b-7e37-4191-b5a6-8e3806eb7037" providerId="ADAL" clId="{B22F5FE4-B7D0-424F-83E3-7E46DCCA4C8B}" dt="2025-03-31T10:51:41.045" v="1401"/>
        <pc:sldMkLst>
          <pc:docMk/>
          <pc:sldMk cId="3048179685" sldId="302"/>
        </pc:sldMkLst>
      </pc:sldChg>
      <pc:sldChg chg="modSp add del mod">
        <pc:chgData name="James Dyer" userId="c78f284b-7e37-4191-b5a6-8e3806eb7037" providerId="ADAL" clId="{B22F5FE4-B7D0-424F-83E3-7E46DCCA4C8B}" dt="2025-03-31T10:51:34.485" v="1400" actId="2696"/>
        <pc:sldMkLst>
          <pc:docMk/>
          <pc:sldMk cId="3400630723" sldId="302"/>
        </pc:sldMkLst>
      </pc:sldChg>
      <pc:sldChg chg="modSp add del mod">
        <pc:chgData name="James Dyer" userId="c78f284b-7e37-4191-b5a6-8e3806eb7037" providerId="ADAL" clId="{B22F5FE4-B7D0-424F-83E3-7E46DCCA4C8B}" dt="2025-03-31T10:51:34.485" v="1400" actId="2696"/>
        <pc:sldMkLst>
          <pc:docMk/>
          <pc:sldMk cId="222000628" sldId="303"/>
        </pc:sldMkLst>
      </pc:sldChg>
      <pc:sldChg chg="modSp add mod">
        <pc:chgData name="James Dyer" userId="c78f284b-7e37-4191-b5a6-8e3806eb7037" providerId="ADAL" clId="{B22F5FE4-B7D0-424F-83E3-7E46DCCA4C8B}" dt="2025-03-31T11:12:08.973" v="1952"/>
        <pc:sldMkLst>
          <pc:docMk/>
          <pc:sldMk cId="3606056821" sldId="303"/>
        </pc:sldMkLst>
      </pc:sldChg>
      <pc:sldChg chg="modSp add del">
        <pc:chgData name="James Dyer" userId="c78f284b-7e37-4191-b5a6-8e3806eb7037" providerId="ADAL" clId="{B22F5FE4-B7D0-424F-83E3-7E46DCCA4C8B}" dt="2025-03-31T10:51:34.485" v="1400" actId="2696"/>
        <pc:sldMkLst>
          <pc:docMk/>
          <pc:sldMk cId="1182688659" sldId="305"/>
        </pc:sldMkLst>
      </pc:sldChg>
      <pc:sldChg chg="modSp add mod">
        <pc:chgData name="James Dyer" userId="c78f284b-7e37-4191-b5a6-8e3806eb7037" providerId="ADAL" clId="{B22F5FE4-B7D0-424F-83E3-7E46DCCA4C8B}" dt="2025-03-31T11:12:35.471" v="1953" actId="1076"/>
        <pc:sldMkLst>
          <pc:docMk/>
          <pc:sldMk cId="3413579399" sldId="305"/>
        </pc:sldMkLst>
      </pc:sldChg>
      <pc:sldChg chg="modSp add del mod">
        <pc:chgData name="James Dyer" userId="c78f284b-7e37-4191-b5a6-8e3806eb7037" providerId="ADAL" clId="{B22F5FE4-B7D0-424F-83E3-7E46DCCA4C8B}" dt="2025-03-31T10:51:34.485" v="1400" actId="2696"/>
        <pc:sldMkLst>
          <pc:docMk/>
          <pc:sldMk cId="1506604421" sldId="307"/>
        </pc:sldMkLst>
      </pc:sldChg>
      <pc:sldChg chg="modSp add mod">
        <pc:chgData name="James Dyer" userId="c78f284b-7e37-4191-b5a6-8e3806eb7037" providerId="ADAL" clId="{B22F5FE4-B7D0-424F-83E3-7E46DCCA4C8B}" dt="2025-03-31T11:12:40.977" v="1954" actId="1076"/>
        <pc:sldMkLst>
          <pc:docMk/>
          <pc:sldMk cId="3238595769" sldId="307"/>
        </pc:sldMkLst>
      </pc:sldChg>
      <pc:sldChg chg="modSp add del mod">
        <pc:chgData name="James Dyer" userId="c78f284b-7e37-4191-b5a6-8e3806eb7037" providerId="ADAL" clId="{B22F5FE4-B7D0-424F-83E3-7E46DCCA4C8B}" dt="2025-03-31T10:51:34.485" v="1400" actId="2696"/>
        <pc:sldMkLst>
          <pc:docMk/>
          <pc:sldMk cId="2837838066" sldId="308"/>
        </pc:sldMkLst>
      </pc:sldChg>
      <pc:sldChg chg="addSp delSp modSp add mod">
        <pc:chgData name="James Dyer" userId="c78f284b-7e37-4191-b5a6-8e3806eb7037" providerId="ADAL" clId="{B22F5FE4-B7D0-424F-83E3-7E46DCCA4C8B}" dt="2025-03-31T11:14:17.650" v="1960" actId="1076"/>
        <pc:sldMkLst>
          <pc:docMk/>
          <pc:sldMk cId="3954791200" sldId="308"/>
        </pc:sldMkLst>
      </pc:sldChg>
      <pc:sldChg chg="modSp mod">
        <pc:chgData name="James Dyer" userId="c78f284b-7e37-4191-b5a6-8e3806eb7037" providerId="ADAL" clId="{B22F5FE4-B7D0-424F-83E3-7E46DCCA4C8B}" dt="2025-03-28T12:40:23.124" v="1182"/>
        <pc:sldMkLst>
          <pc:docMk/>
          <pc:sldMk cId="2458435575" sldId="339"/>
        </pc:sldMkLst>
      </pc:sldChg>
      <pc:sldChg chg="addSp delSp modSp mod">
        <pc:chgData name="James Dyer" userId="c78f284b-7e37-4191-b5a6-8e3806eb7037" providerId="ADAL" clId="{B22F5FE4-B7D0-424F-83E3-7E46DCCA4C8B}" dt="2025-03-31T13:41:45.442" v="1966" actId="1076"/>
        <pc:sldMkLst>
          <pc:docMk/>
          <pc:sldMk cId="1734856964" sldId="340"/>
        </pc:sldMkLst>
      </pc:sldChg>
      <pc:sldChg chg="add">
        <pc:chgData name="James Dyer" userId="c78f284b-7e37-4191-b5a6-8e3806eb7037" providerId="ADAL" clId="{B22F5FE4-B7D0-424F-83E3-7E46DCCA4C8B}" dt="2025-03-31T10:51:41.045" v="1401"/>
        <pc:sldMkLst>
          <pc:docMk/>
          <pc:sldMk cId="1379905402" sldId="341"/>
        </pc:sldMkLst>
      </pc:sldChg>
      <pc:sldChg chg="modSp add del">
        <pc:chgData name="James Dyer" userId="c78f284b-7e37-4191-b5a6-8e3806eb7037" providerId="ADAL" clId="{B22F5FE4-B7D0-424F-83E3-7E46DCCA4C8B}" dt="2025-03-31T10:51:34.485" v="1400" actId="2696"/>
        <pc:sldMkLst>
          <pc:docMk/>
          <pc:sldMk cId="1787260524" sldId="341"/>
        </pc:sldMkLst>
      </pc:sldChg>
      <pc:sldChg chg="new del ord">
        <pc:chgData name="James Dyer" userId="c78f284b-7e37-4191-b5a6-8e3806eb7037" providerId="ADAL" clId="{B22F5FE4-B7D0-424F-83E3-7E46DCCA4C8B}" dt="2025-03-13T13:16:12.377" v="760" actId="2696"/>
        <pc:sldMkLst>
          <pc:docMk/>
          <pc:sldMk cId="4191557081" sldId="342"/>
        </pc:sldMkLst>
      </pc:sldChg>
      <pc:sldChg chg="add">
        <pc:chgData name="James Dyer" userId="c78f284b-7e37-4191-b5a6-8e3806eb7037" providerId="ADAL" clId="{B22F5FE4-B7D0-424F-83E3-7E46DCCA4C8B}" dt="2025-03-13T13:14:44.249" v="696"/>
        <pc:sldMkLst>
          <pc:docMk/>
          <pc:sldMk cId="2223779838" sldId="343"/>
        </pc:sldMkLst>
      </pc:sldChg>
      <pc:sldChg chg="add">
        <pc:chgData name="James Dyer" userId="c78f284b-7e37-4191-b5a6-8e3806eb7037" providerId="ADAL" clId="{B22F5FE4-B7D0-424F-83E3-7E46DCCA4C8B}" dt="2025-03-13T13:14:44.249" v="696"/>
        <pc:sldMkLst>
          <pc:docMk/>
          <pc:sldMk cId="2868317461" sldId="344"/>
        </pc:sldMkLst>
      </pc:sldChg>
      <pc:sldChg chg="modSp add mod">
        <pc:chgData name="James Dyer" userId="c78f284b-7e37-4191-b5a6-8e3806eb7037" providerId="ADAL" clId="{B22F5FE4-B7D0-424F-83E3-7E46DCCA4C8B}" dt="2025-03-27T13:59:28.450" v="816" actId="20577"/>
        <pc:sldMkLst>
          <pc:docMk/>
          <pc:sldMk cId="539976604" sldId="345"/>
        </pc:sldMkLst>
      </pc:sldChg>
      <pc:sldChg chg="delSp modSp new mod modClrScheme chgLayout">
        <pc:chgData name="James Dyer" userId="c78f284b-7e37-4191-b5a6-8e3806eb7037" providerId="ADAL" clId="{B22F5FE4-B7D0-424F-83E3-7E46DCCA4C8B}" dt="2025-03-31T13:44:08.200" v="1998" actId="15"/>
        <pc:sldMkLst>
          <pc:docMk/>
          <pc:sldMk cId="4032892428" sldId="346"/>
        </pc:sldMkLst>
      </pc:sldChg>
      <pc:sldChg chg="addSp delSp modSp new mod">
        <pc:chgData name="James Dyer" userId="c78f284b-7e37-4191-b5a6-8e3806eb7037" providerId="ADAL" clId="{B22F5FE4-B7D0-424F-83E3-7E46DCCA4C8B}" dt="2025-03-31T13:48:41.834" v="2043" actId="962"/>
        <pc:sldMkLst>
          <pc:docMk/>
          <pc:sldMk cId="578125847" sldId="347"/>
        </pc:sldMkLst>
      </pc:sldChg>
      <pc:sldChg chg="add">
        <pc:chgData name="James Dyer" userId="c78f284b-7e37-4191-b5a6-8e3806eb7037" providerId="ADAL" clId="{B22F5FE4-B7D0-424F-83E3-7E46DCCA4C8B}" dt="2025-03-28T12:37:56.013" v="1030"/>
        <pc:sldMkLst>
          <pc:docMk/>
          <pc:sldMk cId="2475208075" sldId="348"/>
        </pc:sldMkLst>
      </pc:sldChg>
      <pc:sldChg chg="add del">
        <pc:chgData name="James Dyer" userId="c78f284b-7e37-4191-b5a6-8e3806eb7037" providerId="ADAL" clId="{B22F5FE4-B7D0-424F-83E3-7E46DCCA4C8B}" dt="2025-03-31T10:39:09.640" v="1221" actId="2696"/>
        <pc:sldMkLst>
          <pc:docMk/>
          <pc:sldMk cId="2581238198" sldId="349"/>
        </pc:sldMkLst>
      </pc:sldChg>
      <pc:sldChg chg="add">
        <pc:chgData name="James Dyer" userId="c78f284b-7e37-4191-b5a6-8e3806eb7037" providerId="ADAL" clId="{B22F5FE4-B7D0-424F-83E3-7E46DCCA4C8B}" dt="2025-03-28T12:37:56.013" v="1030"/>
        <pc:sldMkLst>
          <pc:docMk/>
          <pc:sldMk cId="1318305980" sldId="350"/>
        </pc:sldMkLst>
      </pc:sldChg>
      <pc:sldChg chg="add">
        <pc:chgData name="James Dyer" userId="c78f284b-7e37-4191-b5a6-8e3806eb7037" providerId="ADAL" clId="{B22F5FE4-B7D0-424F-83E3-7E46DCCA4C8B}" dt="2025-03-28T12:37:56.013" v="1030"/>
        <pc:sldMkLst>
          <pc:docMk/>
          <pc:sldMk cId="3190321217" sldId="351"/>
        </pc:sldMkLst>
      </pc:sldChg>
      <pc:sldChg chg="add">
        <pc:chgData name="James Dyer" userId="c78f284b-7e37-4191-b5a6-8e3806eb7037" providerId="ADAL" clId="{B22F5FE4-B7D0-424F-83E3-7E46DCCA4C8B}" dt="2025-03-28T12:37:56.013" v="1030"/>
        <pc:sldMkLst>
          <pc:docMk/>
          <pc:sldMk cId="271333520" sldId="352"/>
        </pc:sldMkLst>
      </pc:sldChg>
      <pc:sldChg chg="add">
        <pc:chgData name="James Dyer" userId="c78f284b-7e37-4191-b5a6-8e3806eb7037" providerId="ADAL" clId="{B22F5FE4-B7D0-424F-83E3-7E46DCCA4C8B}" dt="2025-03-28T12:37:56.013" v="1030"/>
        <pc:sldMkLst>
          <pc:docMk/>
          <pc:sldMk cId="874173536" sldId="353"/>
        </pc:sldMkLst>
      </pc:sldChg>
      <pc:sldChg chg="add">
        <pc:chgData name="James Dyer" userId="c78f284b-7e37-4191-b5a6-8e3806eb7037" providerId="ADAL" clId="{B22F5FE4-B7D0-424F-83E3-7E46DCCA4C8B}" dt="2025-03-28T12:37:56.013" v="1030"/>
        <pc:sldMkLst>
          <pc:docMk/>
          <pc:sldMk cId="409111657" sldId="354"/>
        </pc:sldMkLst>
      </pc:sldChg>
      <pc:sldChg chg="add">
        <pc:chgData name="James Dyer" userId="c78f284b-7e37-4191-b5a6-8e3806eb7037" providerId="ADAL" clId="{B22F5FE4-B7D0-424F-83E3-7E46DCCA4C8B}" dt="2025-03-28T12:37:56.013" v="1030"/>
        <pc:sldMkLst>
          <pc:docMk/>
          <pc:sldMk cId="77911456" sldId="355"/>
        </pc:sldMkLst>
      </pc:sldChg>
      <pc:sldChg chg="add">
        <pc:chgData name="James Dyer" userId="c78f284b-7e37-4191-b5a6-8e3806eb7037" providerId="ADAL" clId="{B22F5FE4-B7D0-424F-83E3-7E46DCCA4C8B}" dt="2025-03-28T12:37:56.013" v="1030"/>
        <pc:sldMkLst>
          <pc:docMk/>
          <pc:sldMk cId="1918331364" sldId="356"/>
        </pc:sldMkLst>
      </pc:sldChg>
      <pc:sldChg chg="add">
        <pc:chgData name="James Dyer" userId="c78f284b-7e37-4191-b5a6-8e3806eb7037" providerId="ADAL" clId="{B22F5FE4-B7D0-424F-83E3-7E46DCCA4C8B}" dt="2025-03-28T12:37:56.013" v="1030"/>
        <pc:sldMkLst>
          <pc:docMk/>
          <pc:sldMk cId="3713491935" sldId="357"/>
        </pc:sldMkLst>
      </pc:sldChg>
      <pc:sldChg chg="modSp new mod">
        <pc:chgData name="James Dyer" userId="c78f284b-7e37-4191-b5a6-8e3806eb7037" providerId="ADAL" clId="{B22F5FE4-B7D0-424F-83E3-7E46DCCA4C8B}" dt="2025-03-31T10:52:24.094" v="1436"/>
        <pc:sldMkLst>
          <pc:docMk/>
          <pc:sldMk cId="1566722823" sldId="358"/>
        </pc:sldMkLst>
      </pc:sldChg>
      <pc:sldChg chg="addSp delSp modSp new mod modClrScheme chgLayout">
        <pc:chgData name="James Dyer" userId="c78f284b-7e37-4191-b5a6-8e3806eb7037" providerId="ADAL" clId="{B22F5FE4-B7D0-424F-83E3-7E46DCCA4C8B}" dt="2025-03-31T10:38:54.535" v="1220" actId="700"/>
        <pc:sldMkLst>
          <pc:docMk/>
          <pc:sldMk cId="3818335980" sldId="359"/>
        </pc:sldMkLst>
      </pc:sldChg>
      <pc:sldChg chg="addSp delSp modSp new mod modClrScheme chgLayout">
        <pc:chgData name="James Dyer" userId="c78f284b-7e37-4191-b5a6-8e3806eb7037" providerId="ADAL" clId="{B22F5FE4-B7D0-424F-83E3-7E46DCCA4C8B}" dt="2025-03-31T10:52:03.686" v="1433" actId="20577"/>
        <pc:sldMkLst>
          <pc:docMk/>
          <pc:sldMk cId="3949994173" sldId="360"/>
        </pc:sldMkLst>
      </pc:sldChg>
      <pc:sldChg chg="addSp delSp modSp new mod modClrScheme chgLayout">
        <pc:chgData name="James Dyer" userId="c78f284b-7e37-4191-b5a6-8e3806eb7037" providerId="ADAL" clId="{B22F5FE4-B7D0-424F-83E3-7E46DCCA4C8B}" dt="2025-03-31T14:22:53.016" v="2317" actId="20577"/>
        <pc:sldMkLst>
          <pc:docMk/>
          <pc:sldMk cId="736822260" sldId="361"/>
        </pc:sldMkLst>
      </pc:sldChg>
      <pc:sldChg chg="addSp delSp modSp new mod">
        <pc:chgData name="James Dyer" userId="c78f284b-7e37-4191-b5a6-8e3806eb7037" providerId="ADAL" clId="{B22F5FE4-B7D0-424F-83E3-7E46DCCA4C8B}" dt="2025-03-31T11:11:06.172" v="1942" actId="14100"/>
        <pc:sldMkLst>
          <pc:docMk/>
          <pc:sldMk cId="2334931778" sldId="362"/>
        </pc:sldMkLst>
      </pc:sldChg>
      <pc:sldChg chg="modSp mod">
        <pc:chgData name="James Dyer" userId="c78f284b-7e37-4191-b5a6-8e3806eb7037" providerId="ADAL" clId="{B22F5FE4-B7D0-424F-83E3-7E46DCCA4C8B}" dt="2025-03-31T14:36:29.687" v="2716" actId="20577"/>
        <pc:sldMkLst>
          <pc:docMk/>
          <pc:sldMk cId="53561424" sldId="363"/>
        </pc:sldMkLst>
      </pc:sldChg>
    </pc:docChg>
  </pc:docChgLst>
  <pc:docChgLst>
    <pc:chgData name="James Dyer" userId="c78f284b-7e37-4191-b5a6-8e3806eb7037" providerId="ADAL" clId="{8A87D332-F851-4F36-B8EA-96785EE9B0F0}"/>
    <pc:docChg chg="undo custSel addSld delSld modSld">
      <pc:chgData name="James Dyer" userId="c78f284b-7e37-4191-b5a6-8e3806eb7037" providerId="ADAL" clId="{8A87D332-F851-4F36-B8EA-96785EE9B0F0}" dt="2025-03-12T13:27:34.326" v="422" actId="20577"/>
      <pc:docMkLst>
        <pc:docMk/>
      </pc:docMkLst>
      <pc:sldChg chg="addSp delSp modSp mod">
        <pc:chgData name="James Dyer" userId="c78f284b-7e37-4191-b5a6-8e3806eb7037" providerId="ADAL" clId="{8A87D332-F851-4F36-B8EA-96785EE9B0F0}" dt="2025-03-12T13:26:07.547" v="342" actId="1076"/>
        <pc:sldMkLst>
          <pc:docMk/>
          <pc:sldMk cId="2419887333" sldId="263"/>
        </pc:sldMkLst>
      </pc:sldChg>
      <pc:sldChg chg="del">
        <pc:chgData name="James Dyer" userId="c78f284b-7e37-4191-b5a6-8e3806eb7037" providerId="ADAL" clId="{8A87D332-F851-4F36-B8EA-96785EE9B0F0}" dt="2025-03-12T13:26:18.407" v="343" actId="47"/>
        <pc:sldMkLst>
          <pc:docMk/>
          <pc:sldMk cId="1965018798" sldId="269"/>
        </pc:sldMkLst>
      </pc:sldChg>
      <pc:sldChg chg="modSp mod">
        <pc:chgData name="James Dyer" userId="c78f284b-7e37-4191-b5a6-8e3806eb7037" providerId="ADAL" clId="{8A87D332-F851-4F36-B8EA-96785EE9B0F0}" dt="2025-03-12T13:27:34.326" v="422" actId="20577"/>
        <pc:sldMkLst>
          <pc:docMk/>
          <pc:sldMk cId="635359243" sldId="270"/>
        </pc:sldMkLst>
      </pc:sldChg>
      <pc:sldChg chg="del">
        <pc:chgData name="James Dyer" userId="c78f284b-7e37-4191-b5a6-8e3806eb7037" providerId="ADAL" clId="{8A87D332-F851-4F36-B8EA-96785EE9B0F0}" dt="2025-03-12T12:54:24.447" v="0" actId="47"/>
        <pc:sldMkLst>
          <pc:docMk/>
          <pc:sldMk cId="3193214857" sldId="277"/>
        </pc:sldMkLst>
      </pc:sldChg>
      <pc:sldChg chg="del">
        <pc:chgData name="James Dyer" userId="c78f284b-7e37-4191-b5a6-8e3806eb7037" providerId="ADAL" clId="{8A87D332-F851-4F36-B8EA-96785EE9B0F0}" dt="2025-03-12T12:54:24.447" v="0" actId="47"/>
        <pc:sldMkLst>
          <pc:docMk/>
          <pc:sldMk cId="612214040" sldId="278"/>
        </pc:sldMkLst>
      </pc:sldChg>
      <pc:sldChg chg="del">
        <pc:chgData name="James Dyer" userId="c78f284b-7e37-4191-b5a6-8e3806eb7037" providerId="ADAL" clId="{8A87D332-F851-4F36-B8EA-96785EE9B0F0}" dt="2025-03-12T12:54:24.447" v="0" actId="47"/>
        <pc:sldMkLst>
          <pc:docMk/>
          <pc:sldMk cId="1798317905" sldId="279"/>
        </pc:sldMkLst>
      </pc:sldChg>
      <pc:sldChg chg="del">
        <pc:chgData name="James Dyer" userId="c78f284b-7e37-4191-b5a6-8e3806eb7037" providerId="ADAL" clId="{8A87D332-F851-4F36-B8EA-96785EE9B0F0}" dt="2025-03-12T12:54:24.447" v="0" actId="47"/>
        <pc:sldMkLst>
          <pc:docMk/>
          <pc:sldMk cId="2650625667" sldId="280"/>
        </pc:sldMkLst>
      </pc:sldChg>
      <pc:sldChg chg="del">
        <pc:chgData name="James Dyer" userId="c78f284b-7e37-4191-b5a6-8e3806eb7037" providerId="ADAL" clId="{8A87D332-F851-4F36-B8EA-96785EE9B0F0}" dt="2025-03-12T12:54:24.447" v="0" actId="47"/>
        <pc:sldMkLst>
          <pc:docMk/>
          <pc:sldMk cId="2085536663" sldId="281"/>
        </pc:sldMkLst>
      </pc:sldChg>
      <pc:sldChg chg="del">
        <pc:chgData name="James Dyer" userId="c78f284b-7e37-4191-b5a6-8e3806eb7037" providerId="ADAL" clId="{8A87D332-F851-4F36-B8EA-96785EE9B0F0}" dt="2025-03-12T12:54:24.447" v="0" actId="47"/>
        <pc:sldMkLst>
          <pc:docMk/>
          <pc:sldMk cId="2923385052" sldId="282"/>
        </pc:sldMkLst>
      </pc:sldChg>
      <pc:sldChg chg="del">
        <pc:chgData name="James Dyer" userId="c78f284b-7e37-4191-b5a6-8e3806eb7037" providerId="ADAL" clId="{8A87D332-F851-4F36-B8EA-96785EE9B0F0}" dt="2025-03-12T12:54:24.447" v="0" actId="47"/>
        <pc:sldMkLst>
          <pc:docMk/>
          <pc:sldMk cId="1901889355" sldId="283"/>
        </pc:sldMkLst>
      </pc:sldChg>
      <pc:sldChg chg="del">
        <pc:chgData name="James Dyer" userId="c78f284b-7e37-4191-b5a6-8e3806eb7037" providerId="ADAL" clId="{8A87D332-F851-4F36-B8EA-96785EE9B0F0}" dt="2025-03-12T12:54:24.447" v="0" actId="47"/>
        <pc:sldMkLst>
          <pc:docMk/>
          <pc:sldMk cId="1416710787" sldId="284"/>
        </pc:sldMkLst>
      </pc:sldChg>
      <pc:sldChg chg="del">
        <pc:chgData name="James Dyer" userId="c78f284b-7e37-4191-b5a6-8e3806eb7037" providerId="ADAL" clId="{8A87D332-F851-4F36-B8EA-96785EE9B0F0}" dt="2025-03-12T12:54:24.447" v="0" actId="47"/>
        <pc:sldMkLst>
          <pc:docMk/>
          <pc:sldMk cId="2654418385" sldId="285"/>
        </pc:sldMkLst>
      </pc:sldChg>
      <pc:sldChg chg="del">
        <pc:chgData name="James Dyer" userId="c78f284b-7e37-4191-b5a6-8e3806eb7037" providerId="ADAL" clId="{8A87D332-F851-4F36-B8EA-96785EE9B0F0}" dt="2025-03-12T12:54:24.447" v="0" actId="47"/>
        <pc:sldMkLst>
          <pc:docMk/>
          <pc:sldMk cId="3890598516" sldId="286"/>
        </pc:sldMkLst>
      </pc:sldChg>
      <pc:sldChg chg="del">
        <pc:chgData name="James Dyer" userId="c78f284b-7e37-4191-b5a6-8e3806eb7037" providerId="ADAL" clId="{8A87D332-F851-4F36-B8EA-96785EE9B0F0}" dt="2025-03-12T12:54:24.447" v="0" actId="47"/>
        <pc:sldMkLst>
          <pc:docMk/>
          <pc:sldMk cId="4226615750" sldId="287"/>
        </pc:sldMkLst>
      </pc:sldChg>
      <pc:sldChg chg="del">
        <pc:chgData name="James Dyer" userId="c78f284b-7e37-4191-b5a6-8e3806eb7037" providerId="ADAL" clId="{8A87D332-F851-4F36-B8EA-96785EE9B0F0}" dt="2025-03-12T12:54:24.447" v="0" actId="47"/>
        <pc:sldMkLst>
          <pc:docMk/>
          <pc:sldMk cId="2222655239" sldId="288"/>
        </pc:sldMkLst>
      </pc:sldChg>
      <pc:sldChg chg="del">
        <pc:chgData name="James Dyer" userId="c78f284b-7e37-4191-b5a6-8e3806eb7037" providerId="ADAL" clId="{8A87D332-F851-4F36-B8EA-96785EE9B0F0}" dt="2025-03-12T12:54:24.447" v="0" actId="47"/>
        <pc:sldMkLst>
          <pc:docMk/>
          <pc:sldMk cId="403282629" sldId="289"/>
        </pc:sldMkLst>
      </pc:sldChg>
      <pc:sldChg chg="del">
        <pc:chgData name="James Dyer" userId="c78f284b-7e37-4191-b5a6-8e3806eb7037" providerId="ADAL" clId="{8A87D332-F851-4F36-B8EA-96785EE9B0F0}" dt="2025-03-12T12:54:24.447" v="0" actId="47"/>
        <pc:sldMkLst>
          <pc:docMk/>
          <pc:sldMk cId="2618724100" sldId="290"/>
        </pc:sldMkLst>
      </pc:sldChg>
      <pc:sldChg chg="del">
        <pc:chgData name="James Dyer" userId="c78f284b-7e37-4191-b5a6-8e3806eb7037" providerId="ADAL" clId="{8A87D332-F851-4F36-B8EA-96785EE9B0F0}" dt="2025-03-12T12:54:24.447" v="0" actId="47"/>
        <pc:sldMkLst>
          <pc:docMk/>
          <pc:sldMk cId="2195840219" sldId="291"/>
        </pc:sldMkLst>
      </pc:sldChg>
      <pc:sldChg chg="del">
        <pc:chgData name="James Dyer" userId="c78f284b-7e37-4191-b5a6-8e3806eb7037" providerId="ADAL" clId="{8A87D332-F851-4F36-B8EA-96785EE9B0F0}" dt="2025-03-12T12:54:24.447" v="0" actId="47"/>
        <pc:sldMkLst>
          <pc:docMk/>
          <pc:sldMk cId="1671487415" sldId="292"/>
        </pc:sldMkLst>
      </pc:sldChg>
      <pc:sldChg chg="del">
        <pc:chgData name="James Dyer" userId="c78f284b-7e37-4191-b5a6-8e3806eb7037" providerId="ADAL" clId="{8A87D332-F851-4F36-B8EA-96785EE9B0F0}" dt="2025-03-12T12:54:24.447" v="0" actId="47"/>
        <pc:sldMkLst>
          <pc:docMk/>
          <pc:sldMk cId="4223815684" sldId="293"/>
        </pc:sldMkLst>
      </pc:sldChg>
      <pc:sldChg chg="del">
        <pc:chgData name="James Dyer" userId="c78f284b-7e37-4191-b5a6-8e3806eb7037" providerId="ADAL" clId="{8A87D332-F851-4F36-B8EA-96785EE9B0F0}" dt="2025-03-12T12:54:24.447" v="0" actId="47"/>
        <pc:sldMkLst>
          <pc:docMk/>
          <pc:sldMk cId="1721096561" sldId="294"/>
        </pc:sldMkLst>
      </pc:sldChg>
      <pc:sldChg chg="del">
        <pc:chgData name="James Dyer" userId="c78f284b-7e37-4191-b5a6-8e3806eb7037" providerId="ADAL" clId="{8A87D332-F851-4F36-B8EA-96785EE9B0F0}" dt="2025-03-12T12:54:24.447" v="0" actId="47"/>
        <pc:sldMkLst>
          <pc:docMk/>
          <pc:sldMk cId="3160117865" sldId="295"/>
        </pc:sldMkLst>
      </pc:sldChg>
      <pc:sldChg chg="del">
        <pc:chgData name="James Dyer" userId="c78f284b-7e37-4191-b5a6-8e3806eb7037" providerId="ADAL" clId="{8A87D332-F851-4F36-B8EA-96785EE9B0F0}" dt="2025-03-12T12:54:24.447" v="0" actId="47"/>
        <pc:sldMkLst>
          <pc:docMk/>
          <pc:sldMk cId="2500056519" sldId="296"/>
        </pc:sldMkLst>
      </pc:sldChg>
      <pc:sldChg chg="del">
        <pc:chgData name="James Dyer" userId="c78f284b-7e37-4191-b5a6-8e3806eb7037" providerId="ADAL" clId="{8A87D332-F851-4F36-B8EA-96785EE9B0F0}" dt="2025-03-12T12:54:24.447" v="0" actId="47"/>
        <pc:sldMkLst>
          <pc:docMk/>
          <pc:sldMk cId="3902111946" sldId="297"/>
        </pc:sldMkLst>
      </pc:sldChg>
      <pc:sldChg chg="del">
        <pc:chgData name="James Dyer" userId="c78f284b-7e37-4191-b5a6-8e3806eb7037" providerId="ADAL" clId="{8A87D332-F851-4F36-B8EA-96785EE9B0F0}" dt="2025-03-12T12:54:24.447" v="0" actId="47"/>
        <pc:sldMkLst>
          <pc:docMk/>
          <pc:sldMk cId="77549412" sldId="298"/>
        </pc:sldMkLst>
      </pc:sldChg>
      <pc:sldChg chg="del">
        <pc:chgData name="James Dyer" userId="c78f284b-7e37-4191-b5a6-8e3806eb7037" providerId="ADAL" clId="{8A87D332-F851-4F36-B8EA-96785EE9B0F0}" dt="2025-03-12T12:54:24.447" v="0" actId="47"/>
        <pc:sldMkLst>
          <pc:docMk/>
          <pc:sldMk cId="4199210728" sldId="299"/>
        </pc:sldMkLst>
      </pc:sldChg>
      <pc:sldChg chg="del">
        <pc:chgData name="James Dyer" userId="c78f284b-7e37-4191-b5a6-8e3806eb7037" providerId="ADAL" clId="{8A87D332-F851-4F36-B8EA-96785EE9B0F0}" dt="2025-03-12T12:54:24.447" v="0" actId="47"/>
        <pc:sldMkLst>
          <pc:docMk/>
          <pc:sldMk cId="2860747666" sldId="301"/>
        </pc:sldMkLst>
      </pc:sldChg>
      <pc:sldChg chg="addSp delSp modSp new mod modClrScheme chgLayout">
        <pc:chgData name="James Dyer" userId="c78f284b-7e37-4191-b5a6-8e3806eb7037" providerId="ADAL" clId="{8A87D332-F851-4F36-B8EA-96785EE9B0F0}" dt="2025-03-12T13:23:18.921" v="136" actId="1076"/>
        <pc:sldMkLst>
          <pc:docMk/>
          <pc:sldMk cId="1734856964" sldId="340"/>
        </pc:sldMkLst>
      </pc:sldChg>
    </pc:docChg>
  </pc:docChgLst>
  <pc:docChgLst>
    <pc:chgData name="Andy Bulpitt" userId="53917a5e-7faa-4f26-9753-0ff2d211ac00" providerId="ADAL" clId="{36FBDE9D-1BCA-E845-8EF0-276AA86F31BA}"/>
    <pc:docChg chg="modSld">
      <pc:chgData name="Andy Bulpitt" userId="53917a5e-7faa-4f26-9753-0ff2d211ac00" providerId="ADAL" clId="{36FBDE9D-1BCA-E845-8EF0-276AA86F31BA}" dt="2025-06-18T14:51:44.418" v="1" actId="20577"/>
      <pc:docMkLst>
        <pc:docMk/>
      </pc:docMkLst>
      <pc:sldChg chg="modSp mod">
        <pc:chgData name="Andy Bulpitt" userId="53917a5e-7faa-4f26-9753-0ff2d211ac00" providerId="ADAL" clId="{36FBDE9D-1BCA-E845-8EF0-276AA86F31BA}" dt="2025-06-18T14:51:44.418" v="1" actId="20577"/>
        <pc:sldMkLst>
          <pc:docMk/>
          <pc:sldMk cId="1916156025" sldId="257"/>
        </pc:sldMkLst>
        <pc:spChg chg="mod">
          <ac:chgData name="Andy Bulpitt" userId="53917a5e-7faa-4f26-9753-0ff2d211ac00" providerId="ADAL" clId="{36FBDE9D-1BCA-E845-8EF0-276AA86F31BA}" dt="2025-06-18T14:51:44.418" v="1" actId="20577"/>
          <ac:spMkLst>
            <pc:docMk/>
            <pc:sldMk cId="1916156025" sldId="257"/>
            <ac:spMk id="3" creationId="{B5D3E769-E4BE-82E3-9062-6E59CB696324}"/>
          </ac:spMkLst>
        </pc:spChg>
      </pc:sldChg>
    </pc:docChg>
  </pc:docChgLst>
  <pc:docChgLst>
    <pc:chgData name="James Dyer" userId="c78f284b-7e37-4191-b5a6-8e3806eb7037" providerId="ADAL" clId="{34C6CD35-4BFA-48A2-A2D8-2883E8079DBC}"/>
    <pc:docChg chg="modSld">
      <pc:chgData name="James Dyer" userId="c78f284b-7e37-4191-b5a6-8e3806eb7037" providerId="ADAL" clId="{34C6CD35-4BFA-48A2-A2D8-2883E8079DBC}" dt="2025-06-20T12:49:38.366" v="94" actId="20577"/>
      <pc:docMkLst>
        <pc:docMk/>
      </pc:docMkLst>
      <pc:sldChg chg="modSp mod">
        <pc:chgData name="James Dyer" userId="c78f284b-7e37-4191-b5a6-8e3806eb7037" providerId="ADAL" clId="{34C6CD35-4BFA-48A2-A2D8-2883E8079DBC}" dt="2025-06-20T11:50:07.082" v="63" actId="20577"/>
        <pc:sldMkLst>
          <pc:docMk/>
          <pc:sldMk cId="1916156025" sldId="257"/>
        </pc:sldMkLst>
        <pc:spChg chg="mod">
          <ac:chgData name="James Dyer" userId="c78f284b-7e37-4191-b5a6-8e3806eb7037" providerId="ADAL" clId="{34C6CD35-4BFA-48A2-A2D8-2883E8079DBC}" dt="2025-06-20T11:50:07.082" v="63" actId="20577"/>
          <ac:spMkLst>
            <pc:docMk/>
            <pc:sldMk cId="1916156025" sldId="257"/>
            <ac:spMk id="3" creationId="{B5D3E769-E4BE-82E3-9062-6E59CB696324}"/>
          </ac:spMkLst>
        </pc:spChg>
      </pc:sldChg>
      <pc:sldChg chg="modSp">
        <pc:chgData name="James Dyer" userId="c78f284b-7e37-4191-b5a6-8e3806eb7037" providerId="ADAL" clId="{34C6CD35-4BFA-48A2-A2D8-2883E8079DBC}" dt="2025-06-20T12:49:38.366" v="94" actId="20577"/>
        <pc:sldMkLst>
          <pc:docMk/>
          <pc:sldMk cId="827335259" sldId="277"/>
        </pc:sldMkLst>
        <pc:spChg chg="mod">
          <ac:chgData name="James Dyer" userId="c78f284b-7e37-4191-b5a6-8e3806eb7037" providerId="ADAL" clId="{34C6CD35-4BFA-48A2-A2D8-2883E8079DBC}" dt="2025-06-20T12:49:38.366" v="94" actId="20577"/>
          <ac:spMkLst>
            <pc:docMk/>
            <pc:sldMk cId="827335259" sldId="277"/>
            <ac:spMk id="3" creationId="{4C753130-9DA3-AA74-C119-B52A3A739830}"/>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1" dt="2026-10-19T09:50:23.786" idx="3">
    <p:pos x="10" y="10"/>
    <p:text/>
    <p:extLst>
      <p:ext uri="{C676402C-5697-4E1C-873F-D02D1690AC5C}">
        <p15:threadingInfo xmlns:p15="http://schemas.microsoft.com/office/powerpoint/2012/main" timeZoneBias="-48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9586A74-ED45-41BB-A88C-2B9A76879F76}" type="datetimeFigureOut">
              <a:rPr lang="en-GB" smtClean="0"/>
              <a:t>21/10/2026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4B914C-7543-4E36-B471-382A6C652E3E}" type="slidenum">
              <a:rPr lang="en-GB" smtClean="0"/>
              <a:t>‹#›</a:t>
            </a:fld>
            <a:endParaRPr lang="en-GB" dirty="0"/>
          </a:p>
        </p:txBody>
      </p:sp>
    </p:spTree>
    <p:extLst>
      <p:ext uri="{BB962C8B-B14F-4D97-AF65-F5344CB8AC3E}">
        <p14:creationId xmlns:p14="http://schemas.microsoft.com/office/powerpoint/2010/main" val="877044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2CDAD-C3A2-E602-797F-20F7F56FE80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0318E64F-522A-9FA5-AAE0-5E1836D9FC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223F5B7-9517-19C0-938B-E09C66F99069}"/>
              </a:ext>
            </a:extLst>
          </p:cNvPr>
          <p:cNvSpPr>
            <a:spLocks noGrp="1"/>
          </p:cNvSpPr>
          <p:nvPr>
            <p:ph type="dt" sz="half" idx="10"/>
          </p:nvPr>
        </p:nvSpPr>
        <p:spPr/>
        <p:txBody>
          <a:bodyPr/>
          <a:lstStyle/>
          <a:p>
            <a:fld id="{264D7C7B-13D8-4F58-A8B9-C2F4B3D5CEC6}" type="datetimeFigureOut">
              <a:rPr lang="en-GB" smtClean="0"/>
              <a:t>21/10/2026</a:t>
            </a:fld>
            <a:endParaRPr lang="en-GB" dirty="0"/>
          </a:p>
        </p:txBody>
      </p:sp>
      <p:sp>
        <p:nvSpPr>
          <p:cNvPr id="5" name="Footer Placeholder 4">
            <a:extLst>
              <a:ext uri="{FF2B5EF4-FFF2-40B4-BE49-F238E27FC236}">
                <a16:creationId xmlns:a16="http://schemas.microsoft.com/office/drawing/2014/main" id="{6A48D248-DFC0-9D4D-2F23-6672EA5AFF6F}"/>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610047A-73BD-212F-60DF-6871B3D71563}"/>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3300036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1E9B3-C151-4A7F-8EE1-D6D91126DA0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4C116B2-3F8D-F915-ECA3-10A007E39AC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725980E-D724-E3AE-C839-BC309D153F63}"/>
              </a:ext>
            </a:extLst>
          </p:cNvPr>
          <p:cNvSpPr>
            <a:spLocks noGrp="1"/>
          </p:cNvSpPr>
          <p:nvPr>
            <p:ph type="dt" sz="half" idx="10"/>
          </p:nvPr>
        </p:nvSpPr>
        <p:spPr/>
        <p:txBody>
          <a:bodyPr/>
          <a:lstStyle/>
          <a:p>
            <a:fld id="{264D7C7B-13D8-4F58-A8B9-C2F4B3D5CEC6}" type="datetimeFigureOut">
              <a:rPr lang="en-GB" smtClean="0"/>
              <a:t>21/10/2026</a:t>
            </a:fld>
            <a:endParaRPr lang="en-GB" dirty="0"/>
          </a:p>
        </p:txBody>
      </p:sp>
      <p:sp>
        <p:nvSpPr>
          <p:cNvPr id="5" name="Footer Placeholder 4">
            <a:extLst>
              <a:ext uri="{FF2B5EF4-FFF2-40B4-BE49-F238E27FC236}">
                <a16:creationId xmlns:a16="http://schemas.microsoft.com/office/drawing/2014/main" id="{46431971-919E-55DD-0C2E-EA768A5EA8CE}"/>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8D830AC-528F-65C2-D644-35108A27474A}"/>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12468548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D3F95-D62F-0BA1-15D2-8F39176A61E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35F041BA-1D7D-7C4E-762F-1024B8FDF0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2797B64-7646-738B-D55F-0270AAE20CD5}"/>
              </a:ext>
            </a:extLst>
          </p:cNvPr>
          <p:cNvSpPr>
            <a:spLocks noGrp="1"/>
          </p:cNvSpPr>
          <p:nvPr>
            <p:ph type="dt" sz="half" idx="10"/>
          </p:nvPr>
        </p:nvSpPr>
        <p:spPr/>
        <p:txBody>
          <a:bodyPr/>
          <a:lstStyle/>
          <a:p>
            <a:fld id="{264D7C7B-13D8-4F58-A8B9-C2F4B3D5CEC6}" type="datetimeFigureOut">
              <a:rPr lang="en-GB" smtClean="0"/>
              <a:t>21/10/2026</a:t>
            </a:fld>
            <a:endParaRPr lang="en-GB" dirty="0"/>
          </a:p>
        </p:txBody>
      </p:sp>
      <p:sp>
        <p:nvSpPr>
          <p:cNvPr id="5" name="Footer Placeholder 4">
            <a:extLst>
              <a:ext uri="{FF2B5EF4-FFF2-40B4-BE49-F238E27FC236}">
                <a16:creationId xmlns:a16="http://schemas.microsoft.com/office/drawing/2014/main" id="{3165266D-06FF-8963-F6CC-5067036B972F}"/>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A227249-F705-2E39-0196-CD58A737C5BB}"/>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13662747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23915-5746-52AF-1D42-8E3172301AF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3BD0BDD-112C-6D5A-D512-31C294E519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A0AAD144-951A-AE92-E104-84046BFB1D5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3D3ADFB-BB3C-B78E-7A48-9431442317A3}"/>
              </a:ext>
            </a:extLst>
          </p:cNvPr>
          <p:cNvSpPr>
            <a:spLocks noGrp="1"/>
          </p:cNvSpPr>
          <p:nvPr>
            <p:ph type="dt" sz="half" idx="10"/>
          </p:nvPr>
        </p:nvSpPr>
        <p:spPr/>
        <p:txBody>
          <a:bodyPr/>
          <a:lstStyle/>
          <a:p>
            <a:fld id="{264D7C7B-13D8-4F58-A8B9-C2F4B3D5CEC6}" type="datetimeFigureOut">
              <a:rPr lang="en-GB" smtClean="0"/>
              <a:t>21/10/2026</a:t>
            </a:fld>
            <a:endParaRPr lang="en-GB" dirty="0"/>
          </a:p>
        </p:txBody>
      </p:sp>
      <p:sp>
        <p:nvSpPr>
          <p:cNvPr id="6" name="Footer Placeholder 5">
            <a:extLst>
              <a:ext uri="{FF2B5EF4-FFF2-40B4-BE49-F238E27FC236}">
                <a16:creationId xmlns:a16="http://schemas.microsoft.com/office/drawing/2014/main" id="{218F5947-6AE4-8E07-43E6-8E9B5639D27E}"/>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766EB4B5-EDBF-4E88-688C-8D6A527330F2}"/>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38265477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E4185-90B1-6060-13BA-154126409B91}"/>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7C9602E-E8EF-2760-6B17-79837AB1EA7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A965BB-9A15-E92A-B21B-F6BD2BDB8AE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A0363A7-6386-F609-966C-6AE1279589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5CF2BC-F2B6-8A16-CB9F-DA1567EC047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0EB054A-E09C-2416-F742-B40A954E2129}"/>
              </a:ext>
            </a:extLst>
          </p:cNvPr>
          <p:cNvSpPr>
            <a:spLocks noGrp="1"/>
          </p:cNvSpPr>
          <p:nvPr>
            <p:ph type="dt" sz="half" idx="10"/>
          </p:nvPr>
        </p:nvSpPr>
        <p:spPr/>
        <p:txBody>
          <a:bodyPr/>
          <a:lstStyle/>
          <a:p>
            <a:fld id="{264D7C7B-13D8-4F58-A8B9-C2F4B3D5CEC6}" type="datetimeFigureOut">
              <a:rPr lang="en-GB" smtClean="0"/>
              <a:t>21/10/2026</a:t>
            </a:fld>
            <a:endParaRPr lang="en-GB" dirty="0"/>
          </a:p>
        </p:txBody>
      </p:sp>
      <p:sp>
        <p:nvSpPr>
          <p:cNvPr id="8" name="Footer Placeholder 7">
            <a:extLst>
              <a:ext uri="{FF2B5EF4-FFF2-40B4-BE49-F238E27FC236}">
                <a16:creationId xmlns:a16="http://schemas.microsoft.com/office/drawing/2014/main" id="{4BED111E-4BED-229C-835E-2531813C15C5}"/>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A6A1289E-6124-7F7D-5FD8-B21F1FA37A71}"/>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4747249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0EF7A-A458-144A-5F78-4FCF50B4DDD6}"/>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305FA38D-2E7F-C574-6F2E-55879F30EFFE}"/>
              </a:ext>
            </a:extLst>
          </p:cNvPr>
          <p:cNvSpPr>
            <a:spLocks noGrp="1"/>
          </p:cNvSpPr>
          <p:nvPr>
            <p:ph type="dt" sz="half" idx="10"/>
          </p:nvPr>
        </p:nvSpPr>
        <p:spPr/>
        <p:txBody>
          <a:bodyPr/>
          <a:lstStyle/>
          <a:p>
            <a:fld id="{264D7C7B-13D8-4F58-A8B9-C2F4B3D5CEC6}" type="datetimeFigureOut">
              <a:rPr lang="en-GB" smtClean="0"/>
              <a:t>21/10/2026</a:t>
            </a:fld>
            <a:endParaRPr lang="en-GB" dirty="0"/>
          </a:p>
        </p:txBody>
      </p:sp>
      <p:sp>
        <p:nvSpPr>
          <p:cNvPr id="4" name="Footer Placeholder 3">
            <a:extLst>
              <a:ext uri="{FF2B5EF4-FFF2-40B4-BE49-F238E27FC236}">
                <a16:creationId xmlns:a16="http://schemas.microsoft.com/office/drawing/2014/main" id="{985F48AE-31E6-0B06-2A25-75BDEC6AF598}"/>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3D12F11C-BDAF-9319-2242-D347DA6F4F8A}"/>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3924013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8256E30-9880-D2BF-A36E-573C6520A407}"/>
              </a:ext>
            </a:extLst>
          </p:cNvPr>
          <p:cNvSpPr>
            <a:spLocks noGrp="1"/>
          </p:cNvSpPr>
          <p:nvPr>
            <p:ph type="dt" sz="half" idx="10"/>
          </p:nvPr>
        </p:nvSpPr>
        <p:spPr/>
        <p:txBody>
          <a:bodyPr/>
          <a:lstStyle/>
          <a:p>
            <a:fld id="{264D7C7B-13D8-4F58-A8B9-C2F4B3D5CEC6}" type="datetimeFigureOut">
              <a:rPr lang="en-GB" smtClean="0"/>
              <a:t>21/10/2026</a:t>
            </a:fld>
            <a:endParaRPr lang="en-GB" dirty="0"/>
          </a:p>
        </p:txBody>
      </p:sp>
      <p:sp>
        <p:nvSpPr>
          <p:cNvPr id="3" name="Footer Placeholder 2">
            <a:extLst>
              <a:ext uri="{FF2B5EF4-FFF2-40B4-BE49-F238E27FC236}">
                <a16:creationId xmlns:a16="http://schemas.microsoft.com/office/drawing/2014/main" id="{A111B3D0-E8A9-519D-E8CD-FC25A069CD88}"/>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1EB7DFDD-B3DC-08D1-9656-FCE66B149CE4}"/>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30017330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36D68-9EAC-68BD-77A2-500751937D4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4215F3FE-93D2-5BE4-229A-CF53B5324F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C1400B02-F75D-1966-26EC-8BDED33CD0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DCE9DB0-8026-6550-1FCA-9E6C65E67256}"/>
              </a:ext>
            </a:extLst>
          </p:cNvPr>
          <p:cNvSpPr>
            <a:spLocks noGrp="1"/>
          </p:cNvSpPr>
          <p:nvPr>
            <p:ph type="dt" sz="half" idx="10"/>
          </p:nvPr>
        </p:nvSpPr>
        <p:spPr/>
        <p:txBody>
          <a:bodyPr/>
          <a:lstStyle/>
          <a:p>
            <a:fld id="{264D7C7B-13D8-4F58-A8B9-C2F4B3D5CEC6}" type="datetimeFigureOut">
              <a:rPr lang="en-GB" smtClean="0"/>
              <a:t>21/10/2026</a:t>
            </a:fld>
            <a:endParaRPr lang="en-GB" dirty="0"/>
          </a:p>
        </p:txBody>
      </p:sp>
      <p:sp>
        <p:nvSpPr>
          <p:cNvPr id="6" name="Footer Placeholder 5">
            <a:extLst>
              <a:ext uri="{FF2B5EF4-FFF2-40B4-BE49-F238E27FC236}">
                <a16:creationId xmlns:a16="http://schemas.microsoft.com/office/drawing/2014/main" id="{C2A598B1-597B-55E2-054D-3C13B593700C}"/>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C4703A62-77A6-0F7A-F566-9F527DEC7F9C}"/>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2305335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9BAE4D-2356-4128-2283-54D91BE3CA5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C9D5407-B099-9540-E181-9FE774F56C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dirty="0"/>
          </a:p>
        </p:txBody>
      </p:sp>
      <p:sp>
        <p:nvSpPr>
          <p:cNvPr id="4" name="Text Placeholder 3">
            <a:extLst>
              <a:ext uri="{FF2B5EF4-FFF2-40B4-BE49-F238E27FC236}">
                <a16:creationId xmlns:a16="http://schemas.microsoft.com/office/drawing/2014/main" id="{B6278432-1A3B-CE51-5800-E95BC4FCF8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53D0D3-157D-A239-95E6-D44F3CD15478}"/>
              </a:ext>
            </a:extLst>
          </p:cNvPr>
          <p:cNvSpPr>
            <a:spLocks noGrp="1"/>
          </p:cNvSpPr>
          <p:nvPr>
            <p:ph type="dt" sz="half" idx="10"/>
          </p:nvPr>
        </p:nvSpPr>
        <p:spPr/>
        <p:txBody>
          <a:bodyPr/>
          <a:lstStyle/>
          <a:p>
            <a:fld id="{264D7C7B-13D8-4F58-A8B9-C2F4B3D5CEC6}" type="datetimeFigureOut">
              <a:rPr lang="en-GB" smtClean="0"/>
              <a:t>21/10/2026</a:t>
            </a:fld>
            <a:endParaRPr lang="en-GB" dirty="0"/>
          </a:p>
        </p:txBody>
      </p:sp>
      <p:sp>
        <p:nvSpPr>
          <p:cNvPr id="6" name="Footer Placeholder 5">
            <a:extLst>
              <a:ext uri="{FF2B5EF4-FFF2-40B4-BE49-F238E27FC236}">
                <a16:creationId xmlns:a16="http://schemas.microsoft.com/office/drawing/2014/main" id="{3B7DB19E-3E44-EA5C-A737-6070F94A335D}"/>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169EC690-08E1-5421-C7A2-D84EAFD11C9A}"/>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31760130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BF669D-C1CC-021A-77A7-03D4A754B23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A85957E-E41D-1166-3259-665843BBD4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4C2FD8D-C6F3-0BBF-E07E-69F64DE30E20}"/>
              </a:ext>
            </a:extLst>
          </p:cNvPr>
          <p:cNvSpPr>
            <a:spLocks noGrp="1"/>
          </p:cNvSpPr>
          <p:nvPr>
            <p:ph type="dt" sz="half" idx="10"/>
          </p:nvPr>
        </p:nvSpPr>
        <p:spPr/>
        <p:txBody>
          <a:bodyPr/>
          <a:lstStyle/>
          <a:p>
            <a:fld id="{264D7C7B-13D8-4F58-A8B9-C2F4B3D5CEC6}" type="datetimeFigureOut">
              <a:rPr lang="en-GB" smtClean="0"/>
              <a:t>21/10/2026</a:t>
            </a:fld>
            <a:endParaRPr lang="en-GB" dirty="0"/>
          </a:p>
        </p:txBody>
      </p:sp>
      <p:sp>
        <p:nvSpPr>
          <p:cNvPr id="5" name="Footer Placeholder 4">
            <a:extLst>
              <a:ext uri="{FF2B5EF4-FFF2-40B4-BE49-F238E27FC236}">
                <a16:creationId xmlns:a16="http://schemas.microsoft.com/office/drawing/2014/main" id="{B1D17C6F-86D3-D4AF-6DD7-7B3748C3377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5DAFB534-B2B3-EB9D-F782-059727242E60}"/>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2933543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4ECC73C-F2D3-44FC-D793-A3AB652584F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DBF6CE5-1AB8-BE86-45C1-D12D89BF49D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6B0711D-C06D-7901-48F0-B29D50D159D6}"/>
              </a:ext>
            </a:extLst>
          </p:cNvPr>
          <p:cNvSpPr>
            <a:spLocks noGrp="1"/>
          </p:cNvSpPr>
          <p:nvPr>
            <p:ph type="dt" sz="half" idx="10"/>
          </p:nvPr>
        </p:nvSpPr>
        <p:spPr/>
        <p:txBody>
          <a:bodyPr/>
          <a:lstStyle/>
          <a:p>
            <a:fld id="{264D7C7B-13D8-4F58-A8B9-C2F4B3D5CEC6}" type="datetimeFigureOut">
              <a:rPr lang="en-GB" smtClean="0"/>
              <a:t>21/10/2026</a:t>
            </a:fld>
            <a:endParaRPr lang="en-GB" dirty="0"/>
          </a:p>
        </p:txBody>
      </p:sp>
      <p:sp>
        <p:nvSpPr>
          <p:cNvPr id="5" name="Footer Placeholder 4">
            <a:extLst>
              <a:ext uri="{FF2B5EF4-FFF2-40B4-BE49-F238E27FC236}">
                <a16:creationId xmlns:a16="http://schemas.microsoft.com/office/drawing/2014/main" id="{6E58D361-88F8-D5B4-8A13-7F3B4BF15A80}"/>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0F32509B-7790-9303-C4A6-906C80E4BFBF}"/>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18992268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9D392C-C117-ED88-5734-7A24742F32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8BE0137-26C3-1B58-EF3A-CA54F0ADE1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B9C2447-1B1E-003A-0EC1-918C35201460}"/>
              </a:ext>
            </a:extLst>
          </p:cNvPr>
          <p:cNvSpPr>
            <a:spLocks noGrp="1"/>
          </p:cNvSpPr>
          <p:nvPr>
            <p:ph type="dt" sz="half" idx="10"/>
          </p:nvPr>
        </p:nvSpPr>
        <p:spPr/>
        <p:txBody>
          <a:bodyPr/>
          <a:lstStyle/>
          <a:p>
            <a:fld id="{89C08CDB-1F5C-45D4-A4FF-A54AE1B03142}" type="datetimeFigureOut">
              <a:rPr lang="en-GB" smtClean="0"/>
              <a:t>21/10/2026</a:t>
            </a:fld>
            <a:endParaRPr lang="en-GB"/>
          </a:p>
        </p:txBody>
      </p:sp>
      <p:sp>
        <p:nvSpPr>
          <p:cNvPr id="5" name="Footer Placeholder 4">
            <a:extLst>
              <a:ext uri="{FF2B5EF4-FFF2-40B4-BE49-F238E27FC236}">
                <a16:creationId xmlns:a16="http://schemas.microsoft.com/office/drawing/2014/main" id="{555CD86D-907D-9AFF-E08A-3099C24C2DC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86898C3-C89B-AF72-ACA2-57293662DEA4}"/>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217899037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16129-EEF5-5308-4F3C-AB364A2A78D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E055AD5C-40C8-CEFF-23FA-3E1AF754E9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887725-AB0A-AAF2-4E14-96F7046D294E}"/>
              </a:ext>
            </a:extLst>
          </p:cNvPr>
          <p:cNvSpPr>
            <a:spLocks noGrp="1"/>
          </p:cNvSpPr>
          <p:nvPr>
            <p:ph type="dt" sz="half" idx="10"/>
          </p:nvPr>
        </p:nvSpPr>
        <p:spPr/>
        <p:txBody>
          <a:bodyPr/>
          <a:lstStyle/>
          <a:p>
            <a:fld id="{89C08CDB-1F5C-45D4-A4FF-A54AE1B03142}" type="datetimeFigureOut">
              <a:rPr lang="en-GB" smtClean="0"/>
              <a:t>21/10/2026</a:t>
            </a:fld>
            <a:endParaRPr lang="en-GB"/>
          </a:p>
        </p:txBody>
      </p:sp>
      <p:sp>
        <p:nvSpPr>
          <p:cNvPr id="5" name="Footer Placeholder 4">
            <a:extLst>
              <a:ext uri="{FF2B5EF4-FFF2-40B4-BE49-F238E27FC236}">
                <a16:creationId xmlns:a16="http://schemas.microsoft.com/office/drawing/2014/main" id="{9EB6580D-B41C-EFA7-ABDD-C80F392F6E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72E2C9A-70B1-91F9-D73C-01AC765BF5F5}"/>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960597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EC950-AD2A-264D-781F-17CEBE1DB57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1F33C34-6174-327E-D962-5A004D73381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96AF204-679F-69FF-FF50-A24CE95B4C65}"/>
              </a:ext>
            </a:extLst>
          </p:cNvPr>
          <p:cNvSpPr>
            <a:spLocks noGrp="1"/>
          </p:cNvSpPr>
          <p:nvPr>
            <p:ph type="dt" sz="half" idx="10"/>
          </p:nvPr>
        </p:nvSpPr>
        <p:spPr/>
        <p:txBody>
          <a:bodyPr/>
          <a:lstStyle/>
          <a:p>
            <a:fld id="{89C08CDB-1F5C-45D4-A4FF-A54AE1B03142}" type="datetimeFigureOut">
              <a:rPr lang="en-GB" smtClean="0"/>
              <a:t>21/10/2026</a:t>
            </a:fld>
            <a:endParaRPr lang="en-GB"/>
          </a:p>
        </p:txBody>
      </p:sp>
      <p:sp>
        <p:nvSpPr>
          <p:cNvPr id="5" name="Footer Placeholder 4">
            <a:extLst>
              <a:ext uri="{FF2B5EF4-FFF2-40B4-BE49-F238E27FC236}">
                <a16:creationId xmlns:a16="http://schemas.microsoft.com/office/drawing/2014/main" id="{289F62AF-2F18-B0A3-0F3A-098D0BB8106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5B9DA4E-C3D7-70F6-80AA-D7D375805F8D}"/>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266076006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7A3E6-4D15-1775-A33A-81507030CE3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0507051-3220-759A-0FB9-F5B2DCC912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ACD0D64A-C3F9-5600-43D7-695E6783C2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2702D9D2-30F7-13C2-7BBB-D0106A6551F0}"/>
              </a:ext>
            </a:extLst>
          </p:cNvPr>
          <p:cNvSpPr>
            <a:spLocks noGrp="1"/>
          </p:cNvSpPr>
          <p:nvPr>
            <p:ph type="dt" sz="half" idx="10"/>
          </p:nvPr>
        </p:nvSpPr>
        <p:spPr/>
        <p:txBody>
          <a:bodyPr/>
          <a:lstStyle/>
          <a:p>
            <a:fld id="{89C08CDB-1F5C-45D4-A4FF-A54AE1B03142}" type="datetimeFigureOut">
              <a:rPr lang="en-GB" smtClean="0"/>
              <a:t>21/10/2026</a:t>
            </a:fld>
            <a:endParaRPr lang="en-GB"/>
          </a:p>
        </p:txBody>
      </p:sp>
      <p:sp>
        <p:nvSpPr>
          <p:cNvPr id="6" name="Footer Placeholder 5">
            <a:extLst>
              <a:ext uri="{FF2B5EF4-FFF2-40B4-BE49-F238E27FC236}">
                <a16:creationId xmlns:a16="http://schemas.microsoft.com/office/drawing/2014/main" id="{92660D6F-CB71-66FF-0233-65070AF12B1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A361A00-C666-D786-A0B0-BC6C624EBEC4}"/>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282694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22144-5B66-4D87-413B-B5EA837CAA0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2D764F3-0127-2059-8353-5E90782C2B3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E9B8FA-73B8-A2D8-88E3-26A42EF8DD7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512F8167-C7B7-12C6-A35C-2F31EFA7B25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BC2644-E0D7-5242-3A03-A9001E94CC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3EC07EB7-CADB-9ACB-61D0-865BC66196A7}"/>
              </a:ext>
            </a:extLst>
          </p:cNvPr>
          <p:cNvSpPr>
            <a:spLocks noGrp="1"/>
          </p:cNvSpPr>
          <p:nvPr>
            <p:ph type="dt" sz="half" idx="10"/>
          </p:nvPr>
        </p:nvSpPr>
        <p:spPr/>
        <p:txBody>
          <a:bodyPr/>
          <a:lstStyle/>
          <a:p>
            <a:fld id="{89C08CDB-1F5C-45D4-A4FF-A54AE1B03142}" type="datetimeFigureOut">
              <a:rPr lang="en-GB" smtClean="0"/>
              <a:t>21/10/2026</a:t>
            </a:fld>
            <a:endParaRPr lang="en-GB"/>
          </a:p>
        </p:txBody>
      </p:sp>
      <p:sp>
        <p:nvSpPr>
          <p:cNvPr id="8" name="Footer Placeholder 7">
            <a:extLst>
              <a:ext uri="{FF2B5EF4-FFF2-40B4-BE49-F238E27FC236}">
                <a16:creationId xmlns:a16="http://schemas.microsoft.com/office/drawing/2014/main" id="{C0D829C2-5841-F57F-520B-0F3434D39AF9}"/>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98029DF-54E8-8CA3-1EDE-0D7EBDC0231D}"/>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1222925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5B975-19B1-E442-39F6-77079E3CCE31}"/>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8458802-79F2-A3CD-2774-2F935A769B25}"/>
              </a:ext>
            </a:extLst>
          </p:cNvPr>
          <p:cNvSpPr>
            <a:spLocks noGrp="1"/>
          </p:cNvSpPr>
          <p:nvPr>
            <p:ph type="dt" sz="half" idx="10"/>
          </p:nvPr>
        </p:nvSpPr>
        <p:spPr/>
        <p:txBody>
          <a:bodyPr/>
          <a:lstStyle/>
          <a:p>
            <a:fld id="{89C08CDB-1F5C-45D4-A4FF-A54AE1B03142}" type="datetimeFigureOut">
              <a:rPr lang="en-GB" smtClean="0"/>
              <a:t>21/10/2026</a:t>
            </a:fld>
            <a:endParaRPr lang="en-GB"/>
          </a:p>
        </p:txBody>
      </p:sp>
      <p:sp>
        <p:nvSpPr>
          <p:cNvPr id="4" name="Footer Placeholder 3">
            <a:extLst>
              <a:ext uri="{FF2B5EF4-FFF2-40B4-BE49-F238E27FC236}">
                <a16:creationId xmlns:a16="http://schemas.microsoft.com/office/drawing/2014/main" id="{7E82BA42-9D59-ED55-EDCA-D92B548B9574}"/>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370CF747-EFF7-1F5A-9B93-2210F90ACE37}"/>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105426074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3F8008-058A-9CC0-3DDE-213885DEAC8B}"/>
              </a:ext>
            </a:extLst>
          </p:cNvPr>
          <p:cNvSpPr>
            <a:spLocks noGrp="1"/>
          </p:cNvSpPr>
          <p:nvPr>
            <p:ph type="dt" sz="half" idx="10"/>
          </p:nvPr>
        </p:nvSpPr>
        <p:spPr/>
        <p:txBody>
          <a:bodyPr/>
          <a:lstStyle/>
          <a:p>
            <a:fld id="{89C08CDB-1F5C-45D4-A4FF-A54AE1B03142}" type="datetimeFigureOut">
              <a:rPr lang="en-GB" smtClean="0"/>
              <a:t>21/10/2026</a:t>
            </a:fld>
            <a:endParaRPr lang="en-GB"/>
          </a:p>
        </p:txBody>
      </p:sp>
      <p:sp>
        <p:nvSpPr>
          <p:cNvPr id="3" name="Footer Placeholder 2">
            <a:extLst>
              <a:ext uri="{FF2B5EF4-FFF2-40B4-BE49-F238E27FC236}">
                <a16:creationId xmlns:a16="http://schemas.microsoft.com/office/drawing/2014/main" id="{1353612E-B438-7578-AC7D-08785305C88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756D5C9-E03F-E113-17D8-F232DFC89D44}"/>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27443057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19538-787C-5E52-0F0E-327088B39B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A0341CF0-F734-D377-43F3-468DFC0E6BA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277850C9-9E4C-B28D-B56F-75BD794ED6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68698E-02B7-CCF7-5429-FA34EFFD71FA}"/>
              </a:ext>
            </a:extLst>
          </p:cNvPr>
          <p:cNvSpPr>
            <a:spLocks noGrp="1"/>
          </p:cNvSpPr>
          <p:nvPr>
            <p:ph type="dt" sz="half" idx="10"/>
          </p:nvPr>
        </p:nvSpPr>
        <p:spPr/>
        <p:txBody>
          <a:bodyPr/>
          <a:lstStyle/>
          <a:p>
            <a:fld id="{89C08CDB-1F5C-45D4-A4FF-A54AE1B03142}" type="datetimeFigureOut">
              <a:rPr lang="en-GB" smtClean="0"/>
              <a:t>21/10/2026</a:t>
            </a:fld>
            <a:endParaRPr lang="en-GB"/>
          </a:p>
        </p:txBody>
      </p:sp>
      <p:sp>
        <p:nvSpPr>
          <p:cNvPr id="6" name="Footer Placeholder 5">
            <a:extLst>
              <a:ext uri="{FF2B5EF4-FFF2-40B4-BE49-F238E27FC236}">
                <a16:creationId xmlns:a16="http://schemas.microsoft.com/office/drawing/2014/main" id="{E55B1F1D-F3F8-D0C7-06DC-563DF71C26B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ACD13FE-D4DD-2AAC-BE43-C147F777F9BA}"/>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18638719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77FB3-6670-39BC-D28B-19DC4A4BB4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1A9A537-1350-246C-171B-D192B17FE7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17B682-DF00-8347-78B5-2218F1AEA0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495D05-1B8E-5687-0E1C-F78BE79B9417}"/>
              </a:ext>
            </a:extLst>
          </p:cNvPr>
          <p:cNvSpPr>
            <a:spLocks noGrp="1"/>
          </p:cNvSpPr>
          <p:nvPr>
            <p:ph type="dt" sz="half" idx="10"/>
          </p:nvPr>
        </p:nvSpPr>
        <p:spPr/>
        <p:txBody>
          <a:bodyPr/>
          <a:lstStyle/>
          <a:p>
            <a:fld id="{89C08CDB-1F5C-45D4-A4FF-A54AE1B03142}" type="datetimeFigureOut">
              <a:rPr lang="en-GB" smtClean="0"/>
              <a:t>21/10/2026</a:t>
            </a:fld>
            <a:endParaRPr lang="en-GB"/>
          </a:p>
        </p:txBody>
      </p:sp>
      <p:sp>
        <p:nvSpPr>
          <p:cNvPr id="6" name="Footer Placeholder 5">
            <a:extLst>
              <a:ext uri="{FF2B5EF4-FFF2-40B4-BE49-F238E27FC236}">
                <a16:creationId xmlns:a16="http://schemas.microsoft.com/office/drawing/2014/main" id="{C169A04B-5418-4CA0-09D0-7884BD89C54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5385B5C-706C-A2AE-FBFF-997456D00582}"/>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1926666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D2ACF-C334-0DDB-8DD0-6DD94C7FBBFA}"/>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A70C93B-85D6-F14A-2E26-67260C95A9D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4C8F7AD-AD27-9946-8124-EB1902023702}"/>
              </a:ext>
            </a:extLst>
          </p:cNvPr>
          <p:cNvSpPr>
            <a:spLocks noGrp="1"/>
          </p:cNvSpPr>
          <p:nvPr>
            <p:ph type="dt" sz="half" idx="10"/>
          </p:nvPr>
        </p:nvSpPr>
        <p:spPr/>
        <p:txBody>
          <a:bodyPr/>
          <a:lstStyle/>
          <a:p>
            <a:fld id="{89C08CDB-1F5C-45D4-A4FF-A54AE1B03142}" type="datetimeFigureOut">
              <a:rPr lang="en-GB" smtClean="0"/>
              <a:t>21/10/2026</a:t>
            </a:fld>
            <a:endParaRPr lang="en-GB"/>
          </a:p>
        </p:txBody>
      </p:sp>
      <p:sp>
        <p:nvSpPr>
          <p:cNvPr id="5" name="Footer Placeholder 4">
            <a:extLst>
              <a:ext uri="{FF2B5EF4-FFF2-40B4-BE49-F238E27FC236}">
                <a16:creationId xmlns:a16="http://schemas.microsoft.com/office/drawing/2014/main" id="{0C3BB996-C73A-D4F6-1D8E-EAC563DB335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4D88569-C694-CFD7-ADEF-6FA0C5AE53C7}"/>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52598815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53B292-E706-610F-C781-0ED3BFC0162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B1311D3-E7B9-65C5-B4F1-29A75509FBD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036866A-F3A7-92B8-5162-A88FF5B536BE}"/>
              </a:ext>
            </a:extLst>
          </p:cNvPr>
          <p:cNvSpPr>
            <a:spLocks noGrp="1"/>
          </p:cNvSpPr>
          <p:nvPr>
            <p:ph type="dt" sz="half" idx="10"/>
          </p:nvPr>
        </p:nvSpPr>
        <p:spPr/>
        <p:txBody>
          <a:bodyPr/>
          <a:lstStyle/>
          <a:p>
            <a:fld id="{89C08CDB-1F5C-45D4-A4FF-A54AE1B03142}" type="datetimeFigureOut">
              <a:rPr lang="en-GB" smtClean="0"/>
              <a:t>21/10/2026</a:t>
            </a:fld>
            <a:endParaRPr lang="en-GB"/>
          </a:p>
        </p:txBody>
      </p:sp>
      <p:sp>
        <p:nvSpPr>
          <p:cNvPr id="5" name="Footer Placeholder 4">
            <a:extLst>
              <a:ext uri="{FF2B5EF4-FFF2-40B4-BE49-F238E27FC236}">
                <a16:creationId xmlns:a16="http://schemas.microsoft.com/office/drawing/2014/main" id="{8322DC64-1251-4A23-4DE9-4B724281D9E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DCBE34C-40FE-7A53-FB8E-C47810311A8B}"/>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4829459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DD3AB9D-385C-BA64-A0AA-AE488517CA7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2975A0FF-65F5-9BEE-8371-E030C11120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A208B66-9600-B602-C0A0-7115937618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4D7C7B-13D8-4F58-A8B9-C2F4B3D5CEC6}" type="datetimeFigureOut">
              <a:rPr lang="en-GB" smtClean="0"/>
              <a:t>21/10/2026</a:t>
            </a:fld>
            <a:endParaRPr lang="en-GB" dirty="0"/>
          </a:p>
        </p:txBody>
      </p:sp>
      <p:sp>
        <p:nvSpPr>
          <p:cNvPr id="5" name="Footer Placeholder 4">
            <a:extLst>
              <a:ext uri="{FF2B5EF4-FFF2-40B4-BE49-F238E27FC236}">
                <a16:creationId xmlns:a16="http://schemas.microsoft.com/office/drawing/2014/main" id="{AC8D230C-5D28-3693-8A0A-0A3FA1AE06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2B8D83D8-278E-C1E3-3FD7-BEA597671B5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A957B84-E588-4938-8D4E-AFCC11308483}" type="slidenum">
              <a:rPr lang="en-GB" smtClean="0"/>
              <a:t>‹#›</a:t>
            </a:fld>
            <a:endParaRPr lang="en-GB" dirty="0"/>
          </a:p>
        </p:txBody>
      </p:sp>
    </p:spTree>
    <p:extLst>
      <p:ext uri="{BB962C8B-B14F-4D97-AF65-F5344CB8AC3E}">
        <p14:creationId xmlns:p14="http://schemas.microsoft.com/office/powerpoint/2010/main" val="30918865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DF9C5C-F93E-EFE3-893D-CD938317415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D30C1FF-AF41-7F7C-21AA-DEB1F75F10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2D26A31-3DDD-635A-C83D-E2850074E9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9C08CDB-1F5C-45D4-A4FF-A54AE1B03142}" type="datetimeFigureOut">
              <a:rPr lang="en-GB" smtClean="0"/>
              <a:t>21/10/2026</a:t>
            </a:fld>
            <a:endParaRPr lang="en-GB"/>
          </a:p>
        </p:txBody>
      </p:sp>
      <p:sp>
        <p:nvSpPr>
          <p:cNvPr id="5" name="Footer Placeholder 4">
            <a:extLst>
              <a:ext uri="{FF2B5EF4-FFF2-40B4-BE49-F238E27FC236}">
                <a16:creationId xmlns:a16="http://schemas.microsoft.com/office/drawing/2014/main" id="{42E7510E-B138-052A-9835-AEB1598C1F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107FEA33-28BD-F583-0DC1-05BCFDAB00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A7ACC1-3213-409B-A53E-C957156E9A2E}" type="slidenum">
              <a:rPr lang="en-GB" smtClean="0"/>
              <a:t>‹#›</a:t>
            </a:fld>
            <a:endParaRPr lang="en-GB"/>
          </a:p>
        </p:txBody>
      </p:sp>
    </p:spTree>
    <p:extLst>
      <p:ext uri="{BB962C8B-B14F-4D97-AF65-F5344CB8AC3E}">
        <p14:creationId xmlns:p14="http://schemas.microsoft.com/office/powerpoint/2010/main" val="167789010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gif"/><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logic.ly/demo"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hyperlink" Target="https://blog.csdn.net/weixin_44378800/article/details/127180911" TargetMode="External"/><Relationship Id="rId2" Type="http://schemas.openxmlformats.org/officeDocument/2006/relationships/image" Target="../media/image11.png"/><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13.emf"/><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hyperlink" Target="https://logic.ly/demo"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logic.ly/demo"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slideLayout" Target="../slideLayouts/slideLayout5.xml"/><Relationship Id="rId5" Type="http://schemas.openxmlformats.org/officeDocument/2006/relationships/image" Target="../media/image70.png"/><Relationship Id="rId4" Type="http://schemas.openxmlformats.org/officeDocument/2006/relationships/image" Target="../media/image60.png"/></Relationships>
</file>

<file path=ppt/slides/_rels/slide26.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0.png"/><Relationship Id="rId1" Type="http://schemas.openxmlformats.org/officeDocument/2006/relationships/slideLayout" Target="../slideLayouts/slideLayout5.xml"/><Relationship Id="rId5" Type="http://schemas.openxmlformats.org/officeDocument/2006/relationships/image" Target="../media/image110.png"/><Relationship Id="rId4" Type="http://schemas.openxmlformats.org/officeDocument/2006/relationships/image" Target="../media/image100.png"/></Relationships>
</file>

<file path=ppt/slides/_rels/slide2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0.png"/><Relationship Id="rId1" Type="http://schemas.openxmlformats.org/officeDocument/2006/relationships/slideLayout" Target="../slideLayouts/slideLayout5.xml"/><Relationship Id="rId5" Type="http://schemas.openxmlformats.org/officeDocument/2006/relationships/image" Target="../media/image150.png"/><Relationship Id="rId4" Type="http://schemas.openxmlformats.org/officeDocument/2006/relationships/image" Target="../media/image140.png"/></Relationships>
</file>

<file path=ppt/slides/_rels/slide2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160.png"/><Relationship Id="rId1" Type="http://schemas.openxmlformats.org/officeDocument/2006/relationships/slideLayout" Target="../slideLayouts/slideLayout5.xml"/><Relationship Id="rId5" Type="http://schemas.openxmlformats.org/officeDocument/2006/relationships/image" Target="../media/image190.png"/><Relationship Id="rId4" Type="http://schemas.openxmlformats.org/officeDocument/2006/relationships/image" Target="../media/image180.png"/></Relationships>
</file>

<file path=ppt/slides/_rels/slide29.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200.png"/><Relationship Id="rId1" Type="http://schemas.openxmlformats.org/officeDocument/2006/relationships/slideLayout" Target="../slideLayouts/slideLayout5.xml"/><Relationship Id="rId5" Type="http://schemas.openxmlformats.org/officeDocument/2006/relationships/image" Target="../media/image230.png"/><Relationship Id="rId4" Type="http://schemas.openxmlformats.org/officeDocument/2006/relationships/image" Target="../media/image220.png"/></Relationships>
</file>

<file path=ppt/slides/_rels/slide30.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24.png"/><Relationship Id="rId1" Type="http://schemas.openxmlformats.org/officeDocument/2006/relationships/slideLayout" Target="../slideLayouts/slideLayout5.xml"/><Relationship Id="rId5" Type="http://schemas.openxmlformats.org/officeDocument/2006/relationships/image" Target="../media/image27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5.xml"/><Relationship Id="rId5" Type="http://schemas.openxmlformats.org/officeDocument/2006/relationships/image" Target="../media/image31.png"/><Relationship Id="rId4" Type="http://schemas.openxmlformats.org/officeDocument/2006/relationships/image" Target="../media/image300.png"/></Relationships>
</file>

<file path=ppt/slides/_rels/slide32.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image" Target="../media/image320.png"/><Relationship Id="rId1" Type="http://schemas.openxmlformats.org/officeDocument/2006/relationships/slideLayout" Target="../slideLayouts/slideLayout5.xml"/><Relationship Id="rId5" Type="http://schemas.openxmlformats.org/officeDocument/2006/relationships/image" Target="../media/image350.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0.png"/><Relationship Id="rId1" Type="http://schemas.openxmlformats.org/officeDocument/2006/relationships/slideLayout" Target="../slideLayouts/slideLayout5.xml"/><Relationship Id="rId5" Type="http://schemas.openxmlformats.org/officeDocument/2006/relationships/image" Target="../media/image39.png"/><Relationship Id="rId4" Type="http://schemas.openxmlformats.org/officeDocument/2006/relationships/image" Target="../media/image380.png"/></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56.png"/><Relationship Id="rId4" Type="http://schemas.openxmlformats.org/officeDocument/2006/relationships/image" Target="../media/image45.png"/></Relationships>
</file>

<file path=ppt/slides/_rels/slide4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21.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91.png"/></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5.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0.png"/></Relationships>
</file>

<file path=ppt/slides/_rels/slide4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6.png"/><Relationship Id="rId1" Type="http://schemas.openxmlformats.org/officeDocument/2006/relationships/slideLayout" Target="../slideLayouts/slideLayout4.xml"/><Relationship Id="rId6" Type="http://schemas.openxmlformats.org/officeDocument/2006/relationships/image" Target="../media/image46.png"/><Relationship Id="rId5" Type="http://schemas.openxmlformats.org/officeDocument/2006/relationships/image" Target="../media/image43.png"/><Relationship Id="rId4" Type="http://schemas.openxmlformats.org/officeDocument/2006/relationships/image" Target="../media/image42.png"/></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4.xml"/><Relationship Id="rId5" Type="http://schemas.openxmlformats.org/officeDocument/2006/relationships/image" Target="../media/image271.png"/><Relationship Id="rId4" Type="http://schemas.openxmlformats.org/officeDocument/2006/relationships/image" Target="../media/image251.png"/></Relationships>
</file>

<file path=ppt/slides/_rels/slide44.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3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23.png"/></Relationships>
</file>

<file path=ppt/slides/_rels/slide45.xml.rels><?xml version="1.0" encoding="UTF-8" standalone="yes"?>
<Relationships xmlns="http://schemas.openxmlformats.org/package/2006/relationships"><Relationship Id="rId2" Type="http://schemas.openxmlformats.org/officeDocument/2006/relationships/image" Target="../media/image55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EF37-2D61-3835-5D11-D05F29D481FE}"/>
              </a:ext>
            </a:extLst>
          </p:cNvPr>
          <p:cNvSpPr>
            <a:spLocks noGrp="1"/>
          </p:cNvSpPr>
          <p:nvPr>
            <p:ph type="ctrTitle"/>
          </p:nvPr>
        </p:nvSpPr>
        <p:spPr>
          <a:xfrm>
            <a:off x="1524000" y="1795025"/>
            <a:ext cx="9144000" cy="2387600"/>
          </a:xfrm>
        </p:spPr>
        <p:txBody>
          <a:bodyPr>
            <a:normAutofit fontScale="90000"/>
          </a:bodyPr>
          <a:lstStyle/>
          <a:p>
            <a:r>
              <a:rPr lang="en-GB" dirty="0"/>
              <a:t>COMP1860 Building our Digital World: Computer Systems &amp; Architecture</a:t>
            </a:r>
          </a:p>
        </p:txBody>
      </p:sp>
      <p:sp>
        <p:nvSpPr>
          <p:cNvPr id="3" name="Subtitle 2">
            <a:extLst>
              <a:ext uri="{FF2B5EF4-FFF2-40B4-BE49-F238E27FC236}">
                <a16:creationId xmlns:a16="http://schemas.microsoft.com/office/drawing/2014/main" id="{B5D3E769-E4BE-82E3-9062-6E59CB696324}"/>
              </a:ext>
            </a:extLst>
          </p:cNvPr>
          <p:cNvSpPr>
            <a:spLocks noGrp="1"/>
          </p:cNvSpPr>
          <p:nvPr>
            <p:ph type="subTitle" idx="1"/>
          </p:nvPr>
        </p:nvSpPr>
        <p:spPr>
          <a:xfrm>
            <a:off x="1524000" y="4379804"/>
            <a:ext cx="9144000" cy="1655762"/>
          </a:xfrm>
        </p:spPr>
        <p:txBody>
          <a:bodyPr/>
          <a:lstStyle/>
          <a:p>
            <a:r>
              <a:rPr lang="en-GB" sz="2800" dirty="0"/>
              <a:t>S1.W4.L1: Combinational Logic Circuits </a:t>
            </a:r>
            <a:r>
              <a:rPr lang="en-GB" sz="2800"/>
              <a:t>&amp; Minimisation</a:t>
            </a:r>
            <a:endParaRPr lang="en-GB" sz="2800" dirty="0"/>
          </a:p>
          <a:p>
            <a:r>
              <a:rPr lang="en-GB" sz="2800" dirty="0"/>
              <a:t>Dr James Dyer</a:t>
            </a:r>
          </a:p>
          <a:p>
            <a:endParaRPr lang="en-GB" dirty="0"/>
          </a:p>
        </p:txBody>
      </p:sp>
    </p:spTree>
    <p:extLst>
      <p:ext uri="{BB962C8B-B14F-4D97-AF65-F5344CB8AC3E}">
        <p14:creationId xmlns:p14="http://schemas.microsoft.com/office/powerpoint/2010/main" val="19161560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FD9D7-FC34-A384-E843-C066A4702AFC}"/>
              </a:ext>
            </a:extLst>
          </p:cNvPr>
          <p:cNvSpPr>
            <a:spLocks noGrp="1"/>
          </p:cNvSpPr>
          <p:nvPr>
            <p:ph type="title"/>
          </p:nvPr>
        </p:nvSpPr>
        <p:spPr/>
        <p:txBody>
          <a:bodyPr/>
          <a:lstStyle/>
          <a:p>
            <a:r>
              <a:rPr lang="en-GB" dirty="0"/>
              <a:t>Learning Outcomes</a:t>
            </a:r>
          </a:p>
        </p:txBody>
      </p:sp>
      <p:sp>
        <p:nvSpPr>
          <p:cNvPr id="3" name="Content Placeholder 2">
            <a:extLst>
              <a:ext uri="{FF2B5EF4-FFF2-40B4-BE49-F238E27FC236}">
                <a16:creationId xmlns:a16="http://schemas.microsoft.com/office/drawing/2014/main" id="{32E58B1D-3137-4706-E60D-0154FFC8F827}"/>
              </a:ext>
            </a:extLst>
          </p:cNvPr>
          <p:cNvSpPr>
            <a:spLocks noGrp="1"/>
          </p:cNvSpPr>
          <p:nvPr>
            <p:ph idx="1"/>
          </p:nvPr>
        </p:nvSpPr>
        <p:spPr/>
        <p:txBody>
          <a:bodyPr/>
          <a:lstStyle/>
          <a:p>
            <a:pPr marL="514350" indent="-514350">
              <a:buFont typeface="+mj-lt"/>
              <a:buAutoNum type="arabicPeriod"/>
            </a:pPr>
            <a:r>
              <a:rPr lang="en-GB" dirty="0"/>
              <a:t>Construct a logic circuit using logic gates.</a:t>
            </a:r>
          </a:p>
          <a:p>
            <a:pPr marL="514350" indent="-514350">
              <a:buFont typeface="+mj-lt"/>
              <a:buAutoNum type="arabicPeriod"/>
            </a:pPr>
            <a:r>
              <a:rPr lang="en-GB" dirty="0"/>
              <a:t>Apply minimisation of Boolean expressions to simplify logic circuits</a:t>
            </a:r>
          </a:p>
          <a:p>
            <a:pPr marL="514350" indent="-514350">
              <a:buFont typeface="+mj-lt"/>
              <a:buAutoNum type="arabicPeriod"/>
            </a:pPr>
            <a:endParaRPr lang="en-GB" dirty="0"/>
          </a:p>
          <a:p>
            <a:pPr marL="514350" indent="-514350">
              <a:buFont typeface="+mj-lt"/>
              <a:buAutoNum type="arabicPeriod"/>
            </a:pPr>
            <a:endParaRPr lang="en-GB" dirty="0"/>
          </a:p>
        </p:txBody>
      </p:sp>
    </p:spTree>
    <p:extLst>
      <p:ext uri="{BB962C8B-B14F-4D97-AF65-F5344CB8AC3E}">
        <p14:creationId xmlns:p14="http://schemas.microsoft.com/office/powerpoint/2010/main" val="37734200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21253-F723-4782-FA6E-E4EFCFD9AC61}"/>
              </a:ext>
            </a:extLst>
          </p:cNvPr>
          <p:cNvSpPr>
            <a:spLocks noGrp="1"/>
          </p:cNvSpPr>
          <p:nvPr>
            <p:ph type="title"/>
          </p:nvPr>
        </p:nvSpPr>
        <p:spPr/>
        <p:txBody>
          <a:bodyPr/>
          <a:lstStyle/>
          <a:p>
            <a:r>
              <a:rPr lang="en-GB" dirty="0"/>
              <a:t>Text Book</a:t>
            </a:r>
          </a:p>
        </p:txBody>
      </p:sp>
      <p:sp>
        <p:nvSpPr>
          <p:cNvPr id="3" name="Content Placeholder 2">
            <a:extLst>
              <a:ext uri="{FF2B5EF4-FFF2-40B4-BE49-F238E27FC236}">
                <a16:creationId xmlns:a16="http://schemas.microsoft.com/office/drawing/2014/main" id="{330ABFD0-C792-9EF3-3BED-4AA7BDB2C595}"/>
              </a:ext>
            </a:extLst>
          </p:cNvPr>
          <p:cNvSpPr>
            <a:spLocks noGrp="1"/>
          </p:cNvSpPr>
          <p:nvPr>
            <p:ph idx="1"/>
          </p:nvPr>
        </p:nvSpPr>
        <p:spPr/>
        <p:txBody>
          <a:bodyPr/>
          <a:lstStyle/>
          <a:p>
            <a:r>
              <a:rPr lang="en-GB" dirty="0"/>
              <a:t>This lecture covers material similar to chapter 12 of </a:t>
            </a:r>
            <a:r>
              <a:rPr lang="en-US" sz="2800" b="1" dirty="0"/>
              <a:t>Stallings. </a:t>
            </a:r>
            <a:r>
              <a:rPr lang="en-US" sz="2800" b="1" i="1" dirty="0"/>
              <a:t>Computer </a:t>
            </a:r>
            <a:r>
              <a:rPr lang="en-US" sz="2800" b="1" i="1" dirty="0" err="1"/>
              <a:t>Organisation</a:t>
            </a:r>
            <a:r>
              <a:rPr lang="en-US" sz="2800" b="1" i="1" dirty="0"/>
              <a:t> &amp; Architecture</a:t>
            </a:r>
            <a:endParaRPr lang="en-GB" sz="2800" b="1" i="1" dirty="0"/>
          </a:p>
          <a:p>
            <a:pPr lvl="1"/>
            <a:r>
              <a:rPr lang="en-GB" dirty="0"/>
              <a:t>It covers Boolean identities (section 12.1, pages 414 and 415) in greater detail </a:t>
            </a:r>
          </a:p>
          <a:p>
            <a:pPr lvl="1"/>
            <a:r>
              <a:rPr lang="en-GB" dirty="0"/>
              <a:t>It covers sections 12.3, from Multiplexers onward (page 428)</a:t>
            </a:r>
          </a:p>
          <a:p>
            <a:pPr marL="0" indent="0">
              <a:buNone/>
            </a:pPr>
            <a:endParaRPr lang="en-GB" dirty="0"/>
          </a:p>
          <a:p>
            <a:endParaRPr lang="en-GB" dirty="0"/>
          </a:p>
        </p:txBody>
      </p:sp>
    </p:spTree>
    <p:extLst>
      <p:ext uri="{BB962C8B-B14F-4D97-AF65-F5344CB8AC3E}">
        <p14:creationId xmlns:p14="http://schemas.microsoft.com/office/powerpoint/2010/main" val="2458435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E176C-B02D-8C9B-A6CF-12D555457366}"/>
              </a:ext>
            </a:extLst>
          </p:cNvPr>
          <p:cNvSpPr>
            <a:spLocks noGrp="1"/>
          </p:cNvSpPr>
          <p:nvPr>
            <p:ph type="title"/>
          </p:nvPr>
        </p:nvSpPr>
        <p:spPr/>
        <p:txBody>
          <a:bodyPr/>
          <a:lstStyle/>
          <a:p>
            <a:r>
              <a:rPr lang="en-GB" dirty="0"/>
              <a:t>Overview</a:t>
            </a:r>
          </a:p>
        </p:txBody>
      </p:sp>
      <p:sp>
        <p:nvSpPr>
          <p:cNvPr id="3" name="Content Placeholder 2">
            <a:extLst>
              <a:ext uri="{FF2B5EF4-FFF2-40B4-BE49-F238E27FC236}">
                <a16:creationId xmlns:a16="http://schemas.microsoft.com/office/drawing/2014/main" id="{28E8C05A-5B4F-1E70-EDFE-FC5C4116ADC2}"/>
              </a:ext>
            </a:extLst>
          </p:cNvPr>
          <p:cNvSpPr>
            <a:spLocks noGrp="1"/>
          </p:cNvSpPr>
          <p:nvPr>
            <p:ph idx="1"/>
          </p:nvPr>
        </p:nvSpPr>
        <p:spPr/>
        <p:txBody>
          <a:bodyPr/>
          <a:lstStyle/>
          <a:p>
            <a:r>
              <a:rPr lang="en-GB" dirty="0"/>
              <a:t>Implementing Logic Gates in Electronics</a:t>
            </a:r>
          </a:p>
          <a:p>
            <a:r>
              <a:rPr lang="en-GB" dirty="0"/>
              <a:t>Combinational Circuits</a:t>
            </a:r>
          </a:p>
          <a:p>
            <a:pPr lvl="1"/>
            <a:r>
              <a:rPr lang="en-GB" dirty="0"/>
              <a:t>Multiplexer</a:t>
            </a:r>
          </a:p>
          <a:p>
            <a:pPr lvl="1"/>
            <a:r>
              <a:rPr lang="en-GB" dirty="0"/>
              <a:t>Decoder</a:t>
            </a:r>
          </a:p>
          <a:p>
            <a:pPr lvl="1"/>
            <a:r>
              <a:rPr lang="en-GB" dirty="0"/>
              <a:t>Adder</a:t>
            </a:r>
          </a:p>
          <a:p>
            <a:r>
              <a:rPr lang="en-GB" dirty="0"/>
              <a:t>Boolean Algebraic Laws</a:t>
            </a:r>
          </a:p>
          <a:p>
            <a:r>
              <a:rPr lang="en-GB" dirty="0"/>
              <a:t>Expressive Power of NAND</a:t>
            </a:r>
          </a:p>
        </p:txBody>
      </p:sp>
    </p:spTree>
    <p:extLst>
      <p:ext uri="{BB962C8B-B14F-4D97-AF65-F5344CB8AC3E}">
        <p14:creationId xmlns:p14="http://schemas.microsoft.com/office/powerpoint/2010/main" val="3145342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5B17A-1F61-C62D-3177-6299EC60165C}"/>
              </a:ext>
            </a:extLst>
          </p:cNvPr>
          <p:cNvSpPr>
            <a:spLocks noGrp="1"/>
          </p:cNvSpPr>
          <p:nvPr>
            <p:ph type="title"/>
          </p:nvPr>
        </p:nvSpPr>
        <p:spPr/>
        <p:txBody>
          <a:bodyPr/>
          <a:lstStyle/>
          <a:p>
            <a:r>
              <a:rPr lang="en-GB" dirty="0"/>
              <a:t>Implementing Logic Gates in Electronics</a:t>
            </a:r>
          </a:p>
        </p:txBody>
      </p:sp>
      <p:sp>
        <p:nvSpPr>
          <p:cNvPr id="5" name="Text Placeholder 4">
            <a:extLst>
              <a:ext uri="{FF2B5EF4-FFF2-40B4-BE49-F238E27FC236}">
                <a16:creationId xmlns:a16="http://schemas.microsoft.com/office/drawing/2014/main" id="{944BB656-ED90-A3AD-66F2-17EC8BA5B199}"/>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5399766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8712A-4CD3-233C-ABF4-F0371936BEAE}"/>
              </a:ext>
            </a:extLst>
          </p:cNvPr>
          <p:cNvSpPr>
            <a:spLocks noGrp="1"/>
          </p:cNvSpPr>
          <p:nvPr>
            <p:ph type="title"/>
          </p:nvPr>
        </p:nvSpPr>
        <p:spPr>
          <a:xfrm>
            <a:off x="479394" y="365125"/>
            <a:ext cx="10874406" cy="1325563"/>
          </a:xfrm>
        </p:spPr>
        <p:txBody>
          <a:bodyPr/>
          <a:lstStyle/>
          <a:p>
            <a:r>
              <a:rPr lang="en-GB" dirty="0"/>
              <a:t>Creating Logic Gates From Transistors</a:t>
            </a:r>
            <a:r>
              <a:rPr lang="en-US" dirty="0"/>
              <a:t>(</a:t>
            </a:r>
            <a:r>
              <a:rPr lang="zh-CN" altLang="en-US" dirty="0"/>
              <a:t>晶体管</a:t>
            </a:r>
            <a:r>
              <a:rPr lang="en-US" dirty="0"/>
              <a:t>)</a:t>
            </a:r>
            <a:endParaRPr lang="en-GB" dirty="0"/>
          </a:p>
        </p:txBody>
      </p:sp>
      <p:sp>
        <p:nvSpPr>
          <p:cNvPr id="6" name="TextBox 5">
            <a:extLst>
              <a:ext uri="{FF2B5EF4-FFF2-40B4-BE49-F238E27FC236}">
                <a16:creationId xmlns:a16="http://schemas.microsoft.com/office/drawing/2014/main" id="{DBD037ED-24AF-2639-B160-8273CB508051}"/>
              </a:ext>
            </a:extLst>
          </p:cNvPr>
          <p:cNvSpPr txBox="1"/>
          <p:nvPr/>
        </p:nvSpPr>
        <p:spPr>
          <a:xfrm>
            <a:off x="3123792" y="6123543"/>
            <a:ext cx="1180213" cy="369332"/>
          </a:xfrm>
          <a:prstGeom prst="rect">
            <a:avLst/>
          </a:prstGeom>
          <a:noFill/>
        </p:spPr>
        <p:txBody>
          <a:bodyPr wrap="square" rtlCol="0">
            <a:spAutoFit/>
          </a:bodyPr>
          <a:lstStyle/>
          <a:p>
            <a:r>
              <a:rPr lang="en-GB" dirty="0"/>
              <a:t>AND Gate</a:t>
            </a:r>
          </a:p>
        </p:txBody>
      </p:sp>
      <p:sp>
        <p:nvSpPr>
          <p:cNvPr id="7" name="TextBox 6">
            <a:extLst>
              <a:ext uri="{FF2B5EF4-FFF2-40B4-BE49-F238E27FC236}">
                <a16:creationId xmlns:a16="http://schemas.microsoft.com/office/drawing/2014/main" id="{827E8511-8AEB-42AF-4406-434B020B213E}"/>
              </a:ext>
            </a:extLst>
          </p:cNvPr>
          <p:cNvSpPr txBox="1"/>
          <p:nvPr/>
        </p:nvSpPr>
        <p:spPr>
          <a:xfrm>
            <a:off x="9089566" y="6123543"/>
            <a:ext cx="988828" cy="369332"/>
          </a:xfrm>
          <a:prstGeom prst="rect">
            <a:avLst/>
          </a:prstGeom>
          <a:noFill/>
        </p:spPr>
        <p:txBody>
          <a:bodyPr wrap="square" rtlCol="0">
            <a:spAutoFit/>
          </a:bodyPr>
          <a:lstStyle/>
          <a:p>
            <a:r>
              <a:rPr lang="en-GB" dirty="0"/>
              <a:t>OR Gate</a:t>
            </a:r>
          </a:p>
        </p:txBody>
      </p:sp>
      <p:pic>
        <p:nvPicPr>
          <p:cNvPr id="1036" name="Picture 12" descr="2-input transistor or gate">
            <a:extLst>
              <a:ext uri="{FF2B5EF4-FFF2-40B4-BE49-F238E27FC236}">
                <a16:creationId xmlns:a16="http://schemas.microsoft.com/office/drawing/2014/main" id="{85D54B0C-9FF5-A6B4-31FF-DC214A8D5F8F}"/>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768661" y="1690001"/>
            <a:ext cx="4641811" cy="4432855"/>
          </a:xfrm>
          <a:prstGeom prst="rect">
            <a:avLst/>
          </a:prstGeom>
          <a:noFill/>
          <a:extLst>
            <a:ext uri="{909E8E84-426E-40DD-AFC4-6F175D3DCCD1}">
              <a14:hiddenFill xmlns:a14="http://schemas.microsoft.com/office/drawing/2010/main">
                <a:solidFill>
                  <a:srgbClr val="FFFFFF"/>
                </a:solidFill>
              </a14:hiddenFill>
            </a:ext>
          </a:extLst>
        </p:spPr>
      </p:pic>
      <p:pic>
        <p:nvPicPr>
          <p:cNvPr id="17" name="Content Placeholder 16" descr="A diagram of a circuit&#10;&#10;Description automatically generated">
            <a:extLst>
              <a:ext uri="{FF2B5EF4-FFF2-40B4-BE49-F238E27FC236}">
                <a16:creationId xmlns:a16="http://schemas.microsoft.com/office/drawing/2014/main" id="{6D469860-1E87-F4FD-6E84-48C67CD69470}"/>
              </a:ext>
            </a:extLst>
          </p:cNvPr>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1411042" y="1690688"/>
            <a:ext cx="4357721" cy="4432855"/>
          </a:xfrm>
        </p:spPr>
      </p:pic>
    </p:spTree>
    <p:extLst>
      <p:ext uri="{BB962C8B-B14F-4D97-AF65-F5344CB8AC3E}">
        <p14:creationId xmlns:p14="http://schemas.microsoft.com/office/powerpoint/2010/main" val="22237798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BE09D3-4D84-9379-AA26-B799911D50E8}"/>
              </a:ext>
            </a:extLst>
          </p:cNvPr>
          <p:cNvSpPr>
            <a:spLocks noGrp="1"/>
          </p:cNvSpPr>
          <p:nvPr>
            <p:ph type="title"/>
          </p:nvPr>
        </p:nvSpPr>
        <p:spPr>
          <a:xfrm>
            <a:off x="372862" y="365125"/>
            <a:ext cx="10980938" cy="1325563"/>
          </a:xfrm>
        </p:spPr>
        <p:txBody>
          <a:bodyPr/>
          <a:lstStyle/>
          <a:p>
            <a:r>
              <a:rPr lang="en-GB" dirty="0"/>
              <a:t>Creating Logic Gates From Transistors</a:t>
            </a:r>
            <a:r>
              <a:rPr lang="zh-CN" altLang="en-US" dirty="0"/>
              <a:t>（晶体管）</a:t>
            </a:r>
            <a:endParaRPr lang="en-GB" dirty="0"/>
          </a:p>
        </p:txBody>
      </p:sp>
      <p:pic>
        <p:nvPicPr>
          <p:cNvPr id="3074" name="Picture 2" descr="digital logic - How does the NAND Gate work using ...">
            <a:extLst>
              <a:ext uri="{FF2B5EF4-FFF2-40B4-BE49-F238E27FC236}">
                <a16:creationId xmlns:a16="http://schemas.microsoft.com/office/drawing/2014/main" id="{F8BBE29E-35BE-03A2-ECC4-AF07D2272641}"/>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637928" y="1825625"/>
            <a:ext cx="4250145" cy="4351338"/>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7B30EC8F-1519-9E19-5013-BD948A4A8DEC}"/>
              </a:ext>
            </a:extLst>
          </p:cNvPr>
          <p:cNvSpPr txBox="1"/>
          <p:nvPr/>
        </p:nvSpPr>
        <p:spPr>
          <a:xfrm>
            <a:off x="2859934" y="6299583"/>
            <a:ext cx="1180213" cy="369332"/>
          </a:xfrm>
          <a:prstGeom prst="rect">
            <a:avLst/>
          </a:prstGeom>
          <a:noFill/>
        </p:spPr>
        <p:txBody>
          <a:bodyPr wrap="square" rtlCol="0">
            <a:spAutoFit/>
          </a:bodyPr>
          <a:lstStyle/>
          <a:p>
            <a:r>
              <a:rPr lang="en-GB" dirty="0"/>
              <a:t>NOT Gate</a:t>
            </a:r>
          </a:p>
        </p:txBody>
      </p:sp>
      <p:sp>
        <p:nvSpPr>
          <p:cNvPr id="12" name="TextBox 11">
            <a:extLst>
              <a:ext uri="{FF2B5EF4-FFF2-40B4-BE49-F238E27FC236}">
                <a16:creationId xmlns:a16="http://schemas.microsoft.com/office/drawing/2014/main" id="{A440B2CC-1F03-8783-857C-8C198A3C4D07}"/>
              </a:ext>
            </a:extLst>
          </p:cNvPr>
          <p:cNvSpPr txBox="1"/>
          <p:nvPr/>
        </p:nvSpPr>
        <p:spPr>
          <a:xfrm>
            <a:off x="8597681" y="6299583"/>
            <a:ext cx="1283252" cy="369332"/>
          </a:xfrm>
          <a:prstGeom prst="rect">
            <a:avLst/>
          </a:prstGeom>
          <a:noFill/>
        </p:spPr>
        <p:txBody>
          <a:bodyPr wrap="square" rtlCol="0">
            <a:spAutoFit/>
          </a:bodyPr>
          <a:lstStyle/>
          <a:p>
            <a:r>
              <a:rPr lang="en-GB" dirty="0"/>
              <a:t>NAND Gate</a:t>
            </a:r>
          </a:p>
        </p:txBody>
      </p:sp>
      <p:pic>
        <p:nvPicPr>
          <p:cNvPr id="17" name="Content Placeholder 16" descr="A diagram of a circuit&#10;&#10;Description automatically generated">
            <a:extLst>
              <a:ext uri="{FF2B5EF4-FFF2-40B4-BE49-F238E27FC236}">
                <a16:creationId xmlns:a16="http://schemas.microsoft.com/office/drawing/2014/main" id="{F03BFF9C-3CA3-2FFE-C26A-07C19318F7EC}"/>
              </a:ext>
            </a:extLst>
          </p:cNvPr>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bwMode="auto">
          <a:xfrm>
            <a:off x="1041552" y="2007476"/>
            <a:ext cx="4992648" cy="41694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683174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5B17A-1F61-C62D-3177-6299EC60165C}"/>
              </a:ext>
            </a:extLst>
          </p:cNvPr>
          <p:cNvSpPr>
            <a:spLocks noGrp="1"/>
          </p:cNvSpPr>
          <p:nvPr>
            <p:ph type="title"/>
          </p:nvPr>
        </p:nvSpPr>
        <p:spPr/>
        <p:txBody>
          <a:bodyPr/>
          <a:lstStyle/>
          <a:p>
            <a:r>
              <a:rPr lang="en-GB" dirty="0"/>
              <a:t>Combinational Circuits</a:t>
            </a:r>
          </a:p>
        </p:txBody>
      </p:sp>
      <p:sp>
        <p:nvSpPr>
          <p:cNvPr id="5" name="Text Placeholder 4">
            <a:extLst>
              <a:ext uri="{FF2B5EF4-FFF2-40B4-BE49-F238E27FC236}">
                <a16:creationId xmlns:a16="http://schemas.microsoft.com/office/drawing/2014/main" id="{944BB656-ED90-A3AD-66F2-17EC8BA5B199}"/>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788651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9B5FE-E9B3-516F-36B7-E46E73783C59}"/>
              </a:ext>
            </a:extLst>
          </p:cNvPr>
          <p:cNvSpPr>
            <a:spLocks noGrp="1"/>
          </p:cNvSpPr>
          <p:nvPr>
            <p:ph type="title"/>
          </p:nvPr>
        </p:nvSpPr>
        <p:spPr/>
        <p:txBody>
          <a:bodyPr/>
          <a:lstStyle/>
          <a:p>
            <a:r>
              <a:rPr lang="en-GB" dirty="0" err="1"/>
              <a:t>Mutiplexer</a:t>
            </a:r>
            <a:r>
              <a:rPr lang="en-GB" dirty="0"/>
              <a:t> (</a:t>
            </a:r>
            <a:r>
              <a:rPr lang="zh-CN" altLang="en-US" dirty="0"/>
              <a:t>信号选择器：</a:t>
            </a:r>
            <a:r>
              <a:rPr lang="en-GB" dirty="0"/>
              <a:t>MUX</a:t>
            </a:r>
            <a:r>
              <a:rPr lang="zh-CN" altLang="en-US" dirty="0"/>
              <a:t>，</a:t>
            </a:r>
            <a:r>
              <a:rPr lang="en-US" altLang="zh-CN" dirty="0">
                <a:solidFill>
                  <a:schemeClr val="accent2"/>
                </a:solidFill>
              </a:rPr>
              <a:t>4 in-1 out</a:t>
            </a:r>
            <a:r>
              <a:rPr lang="en-GB" dirty="0"/>
              <a:t>)</a:t>
            </a:r>
          </a:p>
        </p:txBody>
      </p:sp>
      <p:sp>
        <p:nvSpPr>
          <p:cNvPr id="4" name="Content Placeholder 3">
            <a:extLst>
              <a:ext uri="{FF2B5EF4-FFF2-40B4-BE49-F238E27FC236}">
                <a16:creationId xmlns:a16="http://schemas.microsoft.com/office/drawing/2014/main" id="{016F3BB7-DE5A-E55E-4732-067956A68A24}"/>
              </a:ext>
            </a:extLst>
          </p:cNvPr>
          <p:cNvSpPr>
            <a:spLocks noGrp="1"/>
          </p:cNvSpPr>
          <p:nvPr>
            <p:ph sz="half" idx="1"/>
          </p:nvPr>
        </p:nvSpPr>
        <p:spPr>
          <a:xfrm>
            <a:off x="363984" y="1825625"/>
            <a:ext cx="5655816" cy="4351338"/>
          </a:xfrm>
        </p:spPr>
        <p:txBody>
          <a:bodyPr/>
          <a:lstStyle/>
          <a:p>
            <a:r>
              <a:rPr lang="en-GB" dirty="0"/>
              <a:t>A multiplexer is a selector</a:t>
            </a:r>
            <a:r>
              <a:rPr lang="en-US" dirty="0"/>
              <a:t>(</a:t>
            </a:r>
            <a:r>
              <a:rPr lang="zh-CN" altLang="en-US" dirty="0"/>
              <a:t>选择器</a:t>
            </a:r>
            <a:r>
              <a:rPr lang="en-US" dirty="0"/>
              <a:t>)</a:t>
            </a:r>
            <a:endParaRPr lang="en-GB" dirty="0"/>
          </a:p>
          <a:p>
            <a:r>
              <a:rPr lang="en-GB" dirty="0"/>
              <a:t>One of the inputs will be output</a:t>
            </a:r>
          </a:p>
          <a:p>
            <a:r>
              <a:rPr lang="en-GB" dirty="0"/>
              <a:t>Which one </a:t>
            </a:r>
            <a:r>
              <a:rPr lang="en-GB" dirty="0">
                <a:solidFill>
                  <a:schemeClr val="accent2"/>
                </a:solidFill>
              </a:rPr>
              <a:t>depends on the selection inputs (S1, S2, etc.)</a:t>
            </a:r>
          </a:p>
        </p:txBody>
      </p:sp>
      <p:pic>
        <p:nvPicPr>
          <p:cNvPr id="6" name="Content Placeholder 5" title="A diagram illustrates a 4 dash to negative 1 M U X. The multiplexer contains four input lines D 0, D 1, D 2, and D 3. two select lines, S 1 and S 2. an output line is labeled, F.">
            <a:extLst>
              <a:ext uri="{FF2B5EF4-FFF2-40B4-BE49-F238E27FC236}">
                <a16:creationId xmlns:a16="http://schemas.microsoft.com/office/drawing/2014/main" id="{09BFF714-E210-0C85-552F-0893E443D6AE}"/>
              </a:ext>
            </a:extLst>
          </p:cNvPr>
          <p:cNvPicPr>
            <a:picLocks noGrp="1" noChangeAspect="1"/>
          </p:cNvPicPr>
          <p:nvPr>
            <p:ph sz="half" idx="2"/>
          </p:nvPr>
        </p:nvPicPr>
        <p:blipFill rotWithShape="1">
          <a:blip r:embed="rId2">
            <a:extLst>
              <a:ext uri="{28A0092B-C50C-407E-A947-70E740481C1C}">
                <a14:useLocalDpi xmlns:a14="http://schemas.microsoft.com/office/drawing/2010/main" val="0"/>
              </a:ext>
            </a:extLst>
          </a:blip>
          <a:srcRect l="22143" t="23049" r="24286" b="41074"/>
          <a:stretch/>
        </p:blipFill>
        <p:spPr>
          <a:xfrm>
            <a:off x="7016558" y="1825625"/>
            <a:ext cx="4337242" cy="3759013"/>
          </a:xfrm>
          <a:prstGeom prst="rect">
            <a:avLst/>
          </a:prstGeom>
        </p:spPr>
      </p:pic>
      <p:graphicFrame>
        <p:nvGraphicFramePr>
          <p:cNvPr id="7" name="Table 6" descr="The table contains 3 columns labeled S 2, S 1, F. The columns are read vertically from top to bottom as follows. S 2. 0 0 1 1. S 1. 0 1 0 1. F. D 0, D 1, D 2, D 3." title="A table titled 4 to 1 Multiplexer Truth Table.">
            <a:extLst>
              <a:ext uri="{FF2B5EF4-FFF2-40B4-BE49-F238E27FC236}">
                <a16:creationId xmlns:a16="http://schemas.microsoft.com/office/drawing/2014/main" id="{B94E791C-9A40-5913-C779-377F6B2F56C7}"/>
              </a:ext>
            </a:extLst>
          </p:cNvPr>
          <p:cNvGraphicFramePr>
            <a:graphicFrameLocks noGrp="1"/>
          </p:cNvGraphicFramePr>
          <p:nvPr>
            <p:extLst>
              <p:ext uri="{D42A27DB-BD31-4B8C-83A1-F6EECF244321}">
                <p14:modId xmlns:p14="http://schemas.microsoft.com/office/powerpoint/2010/main" val="486244557"/>
              </p:ext>
            </p:extLst>
          </p:nvPr>
        </p:nvGraphicFramePr>
        <p:xfrm>
          <a:off x="1304361" y="4034245"/>
          <a:ext cx="4560411" cy="2277655"/>
        </p:xfrm>
        <a:graphic>
          <a:graphicData uri="http://schemas.openxmlformats.org/drawingml/2006/table">
            <a:tbl>
              <a:tblPr firstRow="1" bandRow="1">
                <a:tableStyleId>{7E9639D4-E3E2-4D34-9284-5A2195B3D0D7}</a:tableStyleId>
              </a:tblPr>
              <a:tblGrid>
                <a:gridCol w="1546636">
                  <a:extLst>
                    <a:ext uri="{9D8B030D-6E8A-4147-A177-3AD203B41FA5}">
                      <a16:colId xmlns:a16="http://schemas.microsoft.com/office/drawing/2014/main" val="1052202114"/>
                    </a:ext>
                  </a:extLst>
                </a:gridCol>
                <a:gridCol w="1506887">
                  <a:extLst>
                    <a:ext uri="{9D8B030D-6E8A-4147-A177-3AD203B41FA5}">
                      <a16:colId xmlns:a16="http://schemas.microsoft.com/office/drawing/2014/main" val="3102758518"/>
                    </a:ext>
                  </a:extLst>
                </a:gridCol>
                <a:gridCol w="1506888">
                  <a:extLst>
                    <a:ext uri="{9D8B030D-6E8A-4147-A177-3AD203B41FA5}">
                      <a16:colId xmlns:a16="http://schemas.microsoft.com/office/drawing/2014/main" val="2330324102"/>
                    </a:ext>
                  </a:extLst>
                </a:gridCol>
              </a:tblGrid>
              <a:tr h="455531">
                <a:tc>
                  <a:txBody>
                    <a:bodyPr/>
                    <a:lstStyle/>
                    <a:p>
                      <a:pPr algn="ctr"/>
                      <a:r>
                        <a:rPr lang="en-IN" sz="1900" dirty="0">
                          <a:solidFill>
                            <a:schemeClr val="bg1"/>
                          </a:solidFill>
                        </a:rPr>
                        <a:t>S2</a:t>
                      </a:r>
                    </a:p>
                  </a:txBody>
                  <a:tcPr marL="124660" marR="124660" marT="62330" marB="62330" anchor="ctr"/>
                </a:tc>
                <a:tc>
                  <a:txBody>
                    <a:bodyPr/>
                    <a:lstStyle/>
                    <a:p>
                      <a:pPr algn="ctr"/>
                      <a:r>
                        <a:rPr lang="en-IN" sz="1900" dirty="0">
                          <a:solidFill>
                            <a:schemeClr val="bg1"/>
                          </a:solidFill>
                        </a:rPr>
                        <a:t>S1</a:t>
                      </a:r>
                    </a:p>
                  </a:txBody>
                  <a:tcPr marL="124660" marR="124660" marT="62330" marB="62330" anchor="ctr"/>
                </a:tc>
                <a:tc>
                  <a:txBody>
                    <a:bodyPr/>
                    <a:lstStyle/>
                    <a:p>
                      <a:pPr algn="ctr"/>
                      <a:r>
                        <a:rPr lang="en-IN" sz="1900" dirty="0">
                          <a:solidFill>
                            <a:schemeClr val="bg1"/>
                          </a:solidFill>
                        </a:rPr>
                        <a:t>F</a:t>
                      </a:r>
                    </a:p>
                  </a:txBody>
                  <a:tcPr marL="124660" marR="124660" marT="62330" marB="62330" anchor="ctr"/>
                </a:tc>
                <a:extLst>
                  <a:ext uri="{0D108BD9-81ED-4DB2-BD59-A6C34878D82A}">
                    <a16:rowId xmlns:a16="http://schemas.microsoft.com/office/drawing/2014/main" val="4062764516"/>
                  </a:ext>
                </a:extLst>
              </a:tr>
              <a:tr h="455531">
                <a:tc>
                  <a:txBody>
                    <a:bodyPr/>
                    <a:lstStyle/>
                    <a:p>
                      <a:pPr algn="ctr"/>
                      <a:r>
                        <a:rPr lang="en-IN" sz="1900" dirty="0">
                          <a:solidFill>
                            <a:schemeClr val="tx1"/>
                          </a:solidFill>
                        </a:rPr>
                        <a:t>0</a:t>
                      </a:r>
                    </a:p>
                  </a:txBody>
                  <a:tcPr marL="124660" marR="124660" marT="62330" marB="62330" anchor="ctr"/>
                </a:tc>
                <a:tc>
                  <a:txBody>
                    <a:bodyPr/>
                    <a:lstStyle/>
                    <a:p>
                      <a:pPr algn="ctr"/>
                      <a:r>
                        <a:rPr lang="en-IN" sz="1900" dirty="0">
                          <a:solidFill>
                            <a:schemeClr val="tx1"/>
                          </a:solidFill>
                        </a:rPr>
                        <a:t>0</a:t>
                      </a:r>
                    </a:p>
                  </a:txBody>
                  <a:tcPr marL="124660" marR="124660" marT="62330" marB="62330" anchor="ctr"/>
                </a:tc>
                <a:tc>
                  <a:txBody>
                    <a:bodyPr/>
                    <a:lstStyle/>
                    <a:p>
                      <a:pPr algn="ctr"/>
                      <a:r>
                        <a:rPr lang="en-IN" sz="1900" dirty="0">
                          <a:solidFill>
                            <a:schemeClr val="tx1"/>
                          </a:solidFill>
                        </a:rPr>
                        <a:t>D0</a:t>
                      </a:r>
                    </a:p>
                  </a:txBody>
                  <a:tcPr marL="124660" marR="124660" marT="62330" marB="62330" anchor="ctr"/>
                </a:tc>
                <a:extLst>
                  <a:ext uri="{0D108BD9-81ED-4DB2-BD59-A6C34878D82A}">
                    <a16:rowId xmlns:a16="http://schemas.microsoft.com/office/drawing/2014/main" val="78719996"/>
                  </a:ext>
                </a:extLst>
              </a:tr>
              <a:tr h="455531">
                <a:tc>
                  <a:txBody>
                    <a:bodyPr/>
                    <a:lstStyle/>
                    <a:p>
                      <a:pPr algn="ctr"/>
                      <a:r>
                        <a:rPr lang="en-IN" sz="1900" dirty="0">
                          <a:solidFill>
                            <a:schemeClr val="tx1"/>
                          </a:solidFill>
                        </a:rPr>
                        <a:t>0</a:t>
                      </a:r>
                    </a:p>
                  </a:txBody>
                  <a:tcPr marL="124660" marR="124660" marT="62330" marB="62330" anchor="ctr"/>
                </a:tc>
                <a:tc>
                  <a:txBody>
                    <a:bodyPr/>
                    <a:lstStyle/>
                    <a:p>
                      <a:pPr algn="ctr"/>
                      <a:r>
                        <a:rPr lang="en-IN" sz="1900" dirty="0">
                          <a:solidFill>
                            <a:schemeClr val="tx1"/>
                          </a:solidFill>
                        </a:rPr>
                        <a:t>1</a:t>
                      </a:r>
                    </a:p>
                  </a:txBody>
                  <a:tcPr marL="124660" marR="124660" marT="62330" marB="62330" anchor="ctr"/>
                </a:tc>
                <a:tc>
                  <a:txBody>
                    <a:bodyPr/>
                    <a:lstStyle/>
                    <a:p>
                      <a:pPr algn="ctr"/>
                      <a:r>
                        <a:rPr lang="en-IN" sz="1900" dirty="0">
                          <a:solidFill>
                            <a:schemeClr val="tx1"/>
                          </a:solidFill>
                        </a:rPr>
                        <a:t>D1</a:t>
                      </a:r>
                    </a:p>
                  </a:txBody>
                  <a:tcPr marL="124660" marR="124660" marT="62330" marB="62330" anchor="ctr"/>
                </a:tc>
                <a:extLst>
                  <a:ext uri="{0D108BD9-81ED-4DB2-BD59-A6C34878D82A}">
                    <a16:rowId xmlns:a16="http://schemas.microsoft.com/office/drawing/2014/main" val="1962890452"/>
                  </a:ext>
                </a:extLst>
              </a:tr>
              <a:tr h="455531">
                <a:tc>
                  <a:txBody>
                    <a:bodyPr/>
                    <a:lstStyle/>
                    <a:p>
                      <a:pPr algn="ctr"/>
                      <a:r>
                        <a:rPr lang="en-IN" sz="1900" dirty="0">
                          <a:solidFill>
                            <a:schemeClr val="tx1"/>
                          </a:solidFill>
                        </a:rPr>
                        <a:t>1</a:t>
                      </a:r>
                    </a:p>
                  </a:txBody>
                  <a:tcPr marL="124660" marR="124660" marT="62330" marB="62330" anchor="ctr"/>
                </a:tc>
                <a:tc>
                  <a:txBody>
                    <a:bodyPr/>
                    <a:lstStyle/>
                    <a:p>
                      <a:pPr algn="ctr"/>
                      <a:r>
                        <a:rPr lang="en-IN" sz="1900" dirty="0">
                          <a:solidFill>
                            <a:schemeClr val="tx1"/>
                          </a:solidFill>
                        </a:rPr>
                        <a:t>0</a:t>
                      </a:r>
                    </a:p>
                  </a:txBody>
                  <a:tcPr marL="124660" marR="124660" marT="62330" marB="62330" anchor="ctr"/>
                </a:tc>
                <a:tc>
                  <a:txBody>
                    <a:bodyPr/>
                    <a:lstStyle/>
                    <a:p>
                      <a:pPr algn="ctr"/>
                      <a:r>
                        <a:rPr lang="en-IN" sz="1900" dirty="0">
                          <a:solidFill>
                            <a:schemeClr val="tx1"/>
                          </a:solidFill>
                        </a:rPr>
                        <a:t>D2</a:t>
                      </a:r>
                    </a:p>
                  </a:txBody>
                  <a:tcPr marL="124660" marR="124660" marT="62330" marB="62330" anchor="ctr"/>
                </a:tc>
                <a:extLst>
                  <a:ext uri="{0D108BD9-81ED-4DB2-BD59-A6C34878D82A}">
                    <a16:rowId xmlns:a16="http://schemas.microsoft.com/office/drawing/2014/main" val="1333402945"/>
                  </a:ext>
                </a:extLst>
              </a:tr>
              <a:tr h="455531">
                <a:tc>
                  <a:txBody>
                    <a:bodyPr/>
                    <a:lstStyle/>
                    <a:p>
                      <a:pPr algn="ctr"/>
                      <a:r>
                        <a:rPr lang="en-IN" sz="1900" dirty="0">
                          <a:solidFill>
                            <a:schemeClr val="tx1"/>
                          </a:solidFill>
                        </a:rPr>
                        <a:t>1</a:t>
                      </a:r>
                    </a:p>
                  </a:txBody>
                  <a:tcPr marL="124660" marR="124660" marT="62330" marB="62330" anchor="ctr"/>
                </a:tc>
                <a:tc>
                  <a:txBody>
                    <a:bodyPr/>
                    <a:lstStyle/>
                    <a:p>
                      <a:pPr algn="ctr"/>
                      <a:r>
                        <a:rPr lang="en-IN" sz="1900" dirty="0">
                          <a:solidFill>
                            <a:schemeClr val="tx1"/>
                          </a:solidFill>
                        </a:rPr>
                        <a:t>1</a:t>
                      </a:r>
                    </a:p>
                  </a:txBody>
                  <a:tcPr marL="124660" marR="124660" marT="62330" marB="62330" anchor="ctr"/>
                </a:tc>
                <a:tc>
                  <a:txBody>
                    <a:bodyPr/>
                    <a:lstStyle/>
                    <a:p>
                      <a:pPr algn="ctr"/>
                      <a:r>
                        <a:rPr lang="en-IN" sz="1900" dirty="0">
                          <a:solidFill>
                            <a:schemeClr val="tx1"/>
                          </a:solidFill>
                        </a:rPr>
                        <a:t>D3</a:t>
                      </a:r>
                    </a:p>
                  </a:txBody>
                  <a:tcPr marL="124660" marR="124660" marT="62330" marB="62330" anchor="ctr"/>
                </a:tc>
                <a:extLst>
                  <a:ext uri="{0D108BD9-81ED-4DB2-BD59-A6C34878D82A}">
                    <a16:rowId xmlns:a16="http://schemas.microsoft.com/office/drawing/2014/main" val="1457362195"/>
                  </a:ext>
                </a:extLst>
              </a:tr>
            </a:tbl>
          </a:graphicData>
        </a:graphic>
      </p:graphicFrame>
      <p:sp>
        <p:nvSpPr>
          <p:cNvPr id="3" name="文本框 2">
            <a:extLst>
              <a:ext uri="{FF2B5EF4-FFF2-40B4-BE49-F238E27FC236}">
                <a16:creationId xmlns:a16="http://schemas.microsoft.com/office/drawing/2014/main" id="{CB16E4CF-EE94-135E-E376-726208601CB0}"/>
              </a:ext>
            </a:extLst>
          </p:cNvPr>
          <p:cNvSpPr txBox="1"/>
          <p:nvPr/>
        </p:nvSpPr>
        <p:spPr>
          <a:xfrm>
            <a:off x="7661429" y="5846544"/>
            <a:ext cx="3497802" cy="646331"/>
          </a:xfrm>
          <a:prstGeom prst="rect">
            <a:avLst/>
          </a:prstGeom>
          <a:noFill/>
        </p:spPr>
        <p:txBody>
          <a:bodyPr wrap="square" rtlCol="0">
            <a:spAutoFit/>
          </a:bodyPr>
          <a:lstStyle/>
          <a:p>
            <a:r>
              <a:rPr lang="zh-CN" altLang="en-US" dirty="0"/>
              <a:t>选</a:t>
            </a:r>
            <a:r>
              <a:rPr lang="en-US" altLang="zh-CN" dirty="0"/>
              <a:t>D0-D3</a:t>
            </a:r>
            <a:r>
              <a:rPr lang="zh-CN" altLang="en-US" dirty="0"/>
              <a:t>哪一路，由</a:t>
            </a:r>
            <a:r>
              <a:rPr lang="en-US" altLang="zh-CN" dirty="0"/>
              <a:t>S1,S2</a:t>
            </a:r>
            <a:r>
              <a:rPr lang="zh-CN" altLang="en-US" dirty="0"/>
              <a:t>编码决定，共</a:t>
            </a:r>
            <a:r>
              <a:rPr lang="en-US" altLang="zh-CN" dirty="0"/>
              <a:t>4</a:t>
            </a:r>
            <a:r>
              <a:rPr lang="zh-CN" altLang="en-US" dirty="0"/>
              <a:t>种组合</a:t>
            </a:r>
            <a:r>
              <a:rPr lang="en-US" altLang="zh-CN" dirty="0"/>
              <a:t>(00,01,10,11)</a:t>
            </a:r>
            <a:endParaRPr lang="zh-CN" altLang="en-US" dirty="0"/>
          </a:p>
        </p:txBody>
      </p:sp>
    </p:spTree>
    <p:extLst>
      <p:ext uri="{BB962C8B-B14F-4D97-AF65-F5344CB8AC3E}">
        <p14:creationId xmlns:p14="http://schemas.microsoft.com/office/powerpoint/2010/main" val="39520422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3FFA0A-CDA8-929D-EB72-5BA71FDD0BD0}"/>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2800" kern="1200">
                <a:solidFill>
                  <a:srgbClr val="FFFFFF"/>
                </a:solidFill>
                <a:latin typeface="+mj-lt"/>
                <a:ea typeface="+mj-ea"/>
                <a:cs typeface="+mj-cs"/>
              </a:rPr>
              <a:t>Muliplexer Implementation</a:t>
            </a:r>
          </a:p>
        </p:txBody>
      </p:sp>
      <p:pic>
        <p:nvPicPr>
          <p:cNvPr id="6" name="Content Placeholder 5" descr="The diagram displays four input lines D 0, D 1, D 2, and D 3. two select lines S 1 and S 2. The select line S 1 is given as an input to a NOT gate to give S 1 bar. The select line S 2 is given as input to a NOT gate to give S 2 bar. D 0, S 2 bar, and S 1 bar are given as an input to an AND gate that is further given as the first input to an OR gate. D 1, S 2 bar, and S 1 are given as an input to an AND gate that is further given as the second input to the OR gate. D 2, S 2, and S 1 bar are given as an input to an AND gate that is further given as the third input to the OR gate. D 3, S 2, and S 1 are given as an input to an AND gate that is further given as the fourth input to the OR gate. With the four inputs, the OR gate gives an output F." title="A diagram illustrates the multiplexer implementation. ">
            <a:extLst>
              <a:ext uri="{FF2B5EF4-FFF2-40B4-BE49-F238E27FC236}">
                <a16:creationId xmlns:a16="http://schemas.microsoft.com/office/drawing/2014/main" id="{D5FFB005-7085-2869-79B3-919FC75C1DB6}"/>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14450" t="20332" r="9427" b="24615"/>
          <a:stretch/>
        </p:blipFill>
        <p:spPr>
          <a:xfrm>
            <a:off x="5213286" y="600244"/>
            <a:ext cx="5950014" cy="5568739"/>
          </a:xfrm>
          <a:prstGeom prst="rect">
            <a:avLst/>
          </a:prstGeom>
        </p:spPr>
      </p:pic>
      <p:sp>
        <p:nvSpPr>
          <p:cNvPr id="3" name="文本框 2">
            <a:extLst>
              <a:ext uri="{FF2B5EF4-FFF2-40B4-BE49-F238E27FC236}">
                <a16:creationId xmlns:a16="http://schemas.microsoft.com/office/drawing/2014/main" id="{35E27406-A6C3-5B9D-DB6F-EAA250EAB903}"/>
              </a:ext>
            </a:extLst>
          </p:cNvPr>
          <p:cNvSpPr txBox="1"/>
          <p:nvPr/>
        </p:nvSpPr>
        <p:spPr>
          <a:xfrm>
            <a:off x="5930284" y="274134"/>
            <a:ext cx="1704512" cy="369332"/>
          </a:xfrm>
          <a:prstGeom prst="rect">
            <a:avLst/>
          </a:prstGeom>
          <a:noFill/>
        </p:spPr>
        <p:txBody>
          <a:bodyPr wrap="square" rtlCol="0">
            <a:spAutoFit/>
          </a:bodyPr>
          <a:lstStyle/>
          <a:p>
            <a:r>
              <a:rPr lang="en-US" altLang="zh-CN" dirty="0">
                <a:solidFill>
                  <a:srgbClr val="FF0000"/>
                </a:solidFill>
              </a:rPr>
              <a:t> 0                  0</a:t>
            </a:r>
            <a:endParaRPr lang="zh-CN" altLang="en-US" dirty="0">
              <a:solidFill>
                <a:srgbClr val="FF0000"/>
              </a:solidFill>
            </a:endParaRPr>
          </a:p>
        </p:txBody>
      </p:sp>
      <p:sp>
        <p:nvSpPr>
          <p:cNvPr id="4" name="文本框 3">
            <a:extLst>
              <a:ext uri="{FF2B5EF4-FFF2-40B4-BE49-F238E27FC236}">
                <a16:creationId xmlns:a16="http://schemas.microsoft.com/office/drawing/2014/main" id="{1EA8FD4A-520F-2105-02A0-2E89A2A89043}"/>
              </a:ext>
            </a:extLst>
          </p:cNvPr>
          <p:cNvSpPr txBox="1"/>
          <p:nvPr/>
        </p:nvSpPr>
        <p:spPr>
          <a:xfrm>
            <a:off x="5850384" y="1782600"/>
            <a:ext cx="2068498" cy="369332"/>
          </a:xfrm>
          <a:prstGeom prst="rect">
            <a:avLst/>
          </a:prstGeom>
          <a:noFill/>
        </p:spPr>
        <p:txBody>
          <a:bodyPr wrap="square" rtlCol="0">
            <a:spAutoFit/>
          </a:bodyPr>
          <a:lstStyle/>
          <a:p>
            <a:r>
              <a:rPr lang="en-US" altLang="zh-CN" dirty="0"/>
              <a:t>               </a:t>
            </a:r>
            <a:r>
              <a:rPr lang="en-US" altLang="zh-CN" dirty="0">
                <a:solidFill>
                  <a:srgbClr val="FF0000"/>
                </a:solidFill>
              </a:rPr>
              <a:t>1                1</a:t>
            </a:r>
            <a:endParaRPr lang="zh-CN" altLang="en-US" dirty="0">
              <a:solidFill>
                <a:srgbClr val="FF0000"/>
              </a:solidFill>
            </a:endParaRPr>
          </a:p>
        </p:txBody>
      </p:sp>
      <p:sp>
        <p:nvSpPr>
          <p:cNvPr id="5" name="文本框 4">
            <a:extLst>
              <a:ext uri="{FF2B5EF4-FFF2-40B4-BE49-F238E27FC236}">
                <a16:creationId xmlns:a16="http://schemas.microsoft.com/office/drawing/2014/main" id="{D3325233-5863-D7A4-F465-19D91CD20850}"/>
              </a:ext>
            </a:extLst>
          </p:cNvPr>
          <p:cNvSpPr txBox="1"/>
          <p:nvPr/>
        </p:nvSpPr>
        <p:spPr>
          <a:xfrm>
            <a:off x="5850384" y="1393701"/>
            <a:ext cx="2654424" cy="369332"/>
          </a:xfrm>
          <a:prstGeom prst="rect">
            <a:avLst/>
          </a:prstGeom>
          <a:noFill/>
        </p:spPr>
        <p:txBody>
          <a:bodyPr wrap="square" rtlCol="0">
            <a:spAutoFit/>
          </a:bodyPr>
          <a:lstStyle/>
          <a:p>
            <a:r>
              <a:rPr lang="en-US" altLang="zh-CN" dirty="0"/>
              <a:t>0                  0</a:t>
            </a:r>
            <a:endParaRPr lang="zh-CN" altLang="en-US" dirty="0"/>
          </a:p>
        </p:txBody>
      </p:sp>
      <p:sp>
        <p:nvSpPr>
          <p:cNvPr id="7" name="文本框 6">
            <a:extLst>
              <a:ext uri="{FF2B5EF4-FFF2-40B4-BE49-F238E27FC236}">
                <a16:creationId xmlns:a16="http://schemas.microsoft.com/office/drawing/2014/main" id="{18E142C8-1C5D-62D6-0D14-F9B156D19030}"/>
              </a:ext>
            </a:extLst>
          </p:cNvPr>
          <p:cNvSpPr txBox="1"/>
          <p:nvPr/>
        </p:nvSpPr>
        <p:spPr>
          <a:xfrm>
            <a:off x="7705817" y="2414726"/>
            <a:ext cx="301686" cy="369332"/>
          </a:xfrm>
          <a:prstGeom prst="rect">
            <a:avLst/>
          </a:prstGeom>
          <a:noFill/>
        </p:spPr>
        <p:txBody>
          <a:bodyPr wrap="none" rtlCol="0">
            <a:spAutoFit/>
          </a:bodyPr>
          <a:lstStyle/>
          <a:p>
            <a:r>
              <a:rPr lang="en-US" altLang="zh-CN" dirty="0">
                <a:solidFill>
                  <a:srgbClr val="FF0000"/>
                </a:solidFill>
              </a:rPr>
              <a:t>1</a:t>
            </a:r>
            <a:endParaRPr lang="zh-CN" altLang="en-US" dirty="0">
              <a:solidFill>
                <a:srgbClr val="FF0000"/>
              </a:solidFill>
            </a:endParaRPr>
          </a:p>
        </p:txBody>
      </p:sp>
      <p:sp>
        <p:nvSpPr>
          <p:cNvPr id="8" name="文本框 7">
            <a:extLst>
              <a:ext uri="{FF2B5EF4-FFF2-40B4-BE49-F238E27FC236}">
                <a16:creationId xmlns:a16="http://schemas.microsoft.com/office/drawing/2014/main" id="{592939D1-DBBF-4299-5715-1D145BA27E2F}"/>
              </a:ext>
            </a:extLst>
          </p:cNvPr>
          <p:cNvSpPr txBox="1"/>
          <p:nvPr/>
        </p:nvSpPr>
        <p:spPr>
          <a:xfrm>
            <a:off x="6778511" y="2314054"/>
            <a:ext cx="301686" cy="369332"/>
          </a:xfrm>
          <a:prstGeom prst="rect">
            <a:avLst/>
          </a:prstGeom>
          <a:noFill/>
        </p:spPr>
        <p:txBody>
          <a:bodyPr wrap="none" rtlCol="0">
            <a:spAutoFit/>
          </a:bodyPr>
          <a:lstStyle/>
          <a:p>
            <a:r>
              <a:rPr lang="en-US" altLang="zh-CN" dirty="0">
                <a:solidFill>
                  <a:srgbClr val="FF0000"/>
                </a:solidFill>
              </a:rPr>
              <a:t>1</a:t>
            </a:r>
            <a:endParaRPr lang="zh-CN" altLang="en-US" dirty="0">
              <a:solidFill>
                <a:srgbClr val="FF0000"/>
              </a:solidFill>
            </a:endParaRPr>
          </a:p>
        </p:txBody>
      </p:sp>
      <p:sp>
        <p:nvSpPr>
          <p:cNvPr id="9" name="文本框 8">
            <a:extLst>
              <a:ext uri="{FF2B5EF4-FFF2-40B4-BE49-F238E27FC236}">
                <a16:creationId xmlns:a16="http://schemas.microsoft.com/office/drawing/2014/main" id="{C0E3FFDB-9F27-FF7E-9E4E-DCC5F2598650}"/>
              </a:ext>
            </a:extLst>
          </p:cNvPr>
          <p:cNvSpPr txBox="1"/>
          <p:nvPr/>
        </p:nvSpPr>
        <p:spPr>
          <a:xfrm>
            <a:off x="8983636" y="2051254"/>
            <a:ext cx="444352" cy="369332"/>
          </a:xfrm>
          <a:prstGeom prst="rect">
            <a:avLst/>
          </a:prstGeom>
          <a:noFill/>
        </p:spPr>
        <p:txBody>
          <a:bodyPr wrap="none" rtlCol="0">
            <a:spAutoFit/>
          </a:bodyPr>
          <a:lstStyle/>
          <a:p>
            <a:r>
              <a:rPr lang="en-US" altLang="zh-CN" dirty="0" err="1">
                <a:solidFill>
                  <a:srgbClr val="FF0000"/>
                </a:solidFill>
              </a:rPr>
              <a:t>D1</a:t>
            </a:r>
            <a:endParaRPr lang="zh-CN" altLang="en-US" dirty="0">
              <a:solidFill>
                <a:srgbClr val="FF0000"/>
              </a:solidFill>
            </a:endParaRPr>
          </a:p>
        </p:txBody>
      </p:sp>
      <p:sp>
        <p:nvSpPr>
          <p:cNvPr id="10" name="文本框 9">
            <a:extLst>
              <a:ext uri="{FF2B5EF4-FFF2-40B4-BE49-F238E27FC236}">
                <a16:creationId xmlns:a16="http://schemas.microsoft.com/office/drawing/2014/main" id="{5B2975D1-C003-8C75-4390-DC90C25D117A}"/>
              </a:ext>
            </a:extLst>
          </p:cNvPr>
          <p:cNvSpPr txBox="1"/>
          <p:nvPr/>
        </p:nvSpPr>
        <p:spPr>
          <a:xfrm>
            <a:off x="7705817" y="4723103"/>
            <a:ext cx="301686" cy="369332"/>
          </a:xfrm>
          <a:prstGeom prst="rect">
            <a:avLst/>
          </a:prstGeom>
          <a:noFill/>
        </p:spPr>
        <p:txBody>
          <a:bodyPr wrap="none" rtlCol="0">
            <a:spAutoFit/>
          </a:bodyPr>
          <a:lstStyle/>
          <a:p>
            <a:r>
              <a:rPr lang="en-US" altLang="zh-CN" dirty="0">
                <a:solidFill>
                  <a:srgbClr val="FF0000"/>
                </a:solidFill>
              </a:rPr>
              <a:t>1</a:t>
            </a:r>
            <a:endParaRPr lang="zh-CN" altLang="en-US" dirty="0">
              <a:solidFill>
                <a:srgbClr val="FF0000"/>
              </a:solidFill>
            </a:endParaRPr>
          </a:p>
        </p:txBody>
      </p:sp>
      <p:sp>
        <p:nvSpPr>
          <p:cNvPr id="11" name="文本框 10">
            <a:extLst>
              <a:ext uri="{FF2B5EF4-FFF2-40B4-BE49-F238E27FC236}">
                <a16:creationId xmlns:a16="http://schemas.microsoft.com/office/drawing/2014/main" id="{8B8522F4-F9A3-10AB-33E3-D354DECB6E35}"/>
              </a:ext>
            </a:extLst>
          </p:cNvPr>
          <p:cNvSpPr txBox="1"/>
          <p:nvPr/>
        </p:nvSpPr>
        <p:spPr>
          <a:xfrm>
            <a:off x="6640984" y="3547009"/>
            <a:ext cx="301686" cy="369332"/>
          </a:xfrm>
          <a:prstGeom prst="rect">
            <a:avLst/>
          </a:prstGeom>
          <a:noFill/>
        </p:spPr>
        <p:txBody>
          <a:bodyPr wrap="none" rtlCol="0">
            <a:spAutoFit/>
          </a:bodyPr>
          <a:lstStyle/>
          <a:p>
            <a:r>
              <a:rPr lang="en-US" altLang="zh-CN" dirty="0">
                <a:solidFill>
                  <a:srgbClr val="FF0000"/>
                </a:solidFill>
              </a:rPr>
              <a:t>1</a:t>
            </a:r>
            <a:endParaRPr lang="zh-CN" altLang="en-US" dirty="0">
              <a:solidFill>
                <a:srgbClr val="FF0000"/>
              </a:solidFill>
            </a:endParaRPr>
          </a:p>
        </p:txBody>
      </p:sp>
      <p:sp>
        <p:nvSpPr>
          <p:cNvPr id="12" name="文本框 11">
            <a:extLst>
              <a:ext uri="{FF2B5EF4-FFF2-40B4-BE49-F238E27FC236}">
                <a16:creationId xmlns:a16="http://schemas.microsoft.com/office/drawing/2014/main" id="{22885E8B-537C-FCC9-E5BE-30AB0E179F90}"/>
              </a:ext>
            </a:extLst>
          </p:cNvPr>
          <p:cNvSpPr txBox="1"/>
          <p:nvPr/>
        </p:nvSpPr>
        <p:spPr>
          <a:xfrm>
            <a:off x="6298395" y="4538437"/>
            <a:ext cx="301686" cy="369332"/>
          </a:xfrm>
          <a:prstGeom prst="rect">
            <a:avLst/>
          </a:prstGeom>
          <a:noFill/>
        </p:spPr>
        <p:txBody>
          <a:bodyPr wrap="none" rtlCol="0">
            <a:spAutoFit/>
          </a:bodyPr>
          <a:lstStyle/>
          <a:p>
            <a:r>
              <a:rPr lang="en-US" altLang="zh-CN" dirty="0"/>
              <a:t>0</a:t>
            </a:r>
            <a:endParaRPr lang="zh-CN" altLang="en-US" dirty="0"/>
          </a:p>
        </p:txBody>
      </p:sp>
      <p:sp>
        <p:nvSpPr>
          <p:cNvPr id="13" name="文本框 12">
            <a:extLst>
              <a:ext uri="{FF2B5EF4-FFF2-40B4-BE49-F238E27FC236}">
                <a16:creationId xmlns:a16="http://schemas.microsoft.com/office/drawing/2014/main" id="{107A2696-05B2-F00B-82CE-0509096B8C4A}"/>
              </a:ext>
            </a:extLst>
          </p:cNvPr>
          <p:cNvSpPr txBox="1"/>
          <p:nvPr/>
        </p:nvSpPr>
        <p:spPr>
          <a:xfrm>
            <a:off x="6236251" y="5739268"/>
            <a:ext cx="301686" cy="369332"/>
          </a:xfrm>
          <a:prstGeom prst="rect">
            <a:avLst/>
          </a:prstGeom>
          <a:noFill/>
        </p:spPr>
        <p:txBody>
          <a:bodyPr wrap="none" rtlCol="0">
            <a:spAutoFit/>
          </a:bodyPr>
          <a:lstStyle/>
          <a:p>
            <a:r>
              <a:rPr lang="en-US" altLang="zh-CN" dirty="0"/>
              <a:t>0</a:t>
            </a:r>
            <a:endParaRPr lang="zh-CN" altLang="en-US" dirty="0"/>
          </a:p>
        </p:txBody>
      </p:sp>
      <p:sp>
        <p:nvSpPr>
          <p:cNvPr id="14" name="文本框 13">
            <a:extLst>
              <a:ext uri="{FF2B5EF4-FFF2-40B4-BE49-F238E27FC236}">
                <a16:creationId xmlns:a16="http://schemas.microsoft.com/office/drawing/2014/main" id="{14F1D598-E6EF-C29B-0270-25FC6C021974}"/>
              </a:ext>
            </a:extLst>
          </p:cNvPr>
          <p:cNvSpPr txBox="1"/>
          <p:nvPr/>
        </p:nvSpPr>
        <p:spPr>
          <a:xfrm>
            <a:off x="7177596" y="3731675"/>
            <a:ext cx="301686" cy="369332"/>
          </a:xfrm>
          <a:prstGeom prst="rect">
            <a:avLst/>
          </a:prstGeom>
          <a:noFill/>
        </p:spPr>
        <p:txBody>
          <a:bodyPr wrap="none" rtlCol="0">
            <a:spAutoFit/>
          </a:bodyPr>
          <a:lstStyle/>
          <a:p>
            <a:r>
              <a:rPr lang="en-US" altLang="zh-CN" dirty="0"/>
              <a:t>0</a:t>
            </a:r>
            <a:endParaRPr lang="zh-CN" altLang="en-US" dirty="0"/>
          </a:p>
        </p:txBody>
      </p:sp>
      <p:sp>
        <p:nvSpPr>
          <p:cNvPr id="15" name="文本框 14">
            <a:extLst>
              <a:ext uri="{FF2B5EF4-FFF2-40B4-BE49-F238E27FC236}">
                <a16:creationId xmlns:a16="http://schemas.microsoft.com/office/drawing/2014/main" id="{1AA8CA7B-5384-3DB4-44E8-440ED259E901}"/>
              </a:ext>
            </a:extLst>
          </p:cNvPr>
          <p:cNvSpPr txBox="1"/>
          <p:nvPr/>
        </p:nvSpPr>
        <p:spPr>
          <a:xfrm>
            <a:off x="7212384" y="5923934"/>
            <a:ext cx="301686" cy="369332"/>
          </a:xfrm>
          <a:prstGeom prst="rect">
            <a:avLst/>
          </a:prstGeom>
          <a:noFill/>
        </p:spPr>
        <p:txBody>
          <a:bodyPr wrap="none" rtlCol="0">
            <a:spAutoFit/>
          </a:bodyPr>
          <a:lstStyle/>
          <a:p>
            <a:r>
              <a:rPr lang="en-US" altLang="zh-CN" dirty="0"/>
              <a:t>0</a:t>
            </a:r>
            <a:endParaRPr lang="zh-CN" altLang="en-US" dirty="0"/>
          </a:p>
        </p:txBody>
      </p:sp>
      <p:sp>
        <p:nvSpPr>
          <p:cNvPr id="17" name="文本框 16">
            <a:extLst>
              <a:ext uri="{FF2B5EF4-FFF2-40B4-BE49-F238E27FC236}">
                <a16:creationId xmlns:a16="http://schemas.microsoft.com/office/drawing/2014/main" id="{E8CCD0DC-49DF-E03E-254F-165F2D712456}"/>
              </a:ext>
            </a:extLst>
          </p:cNvPr>
          <p:cNvSpPr txBox="1"/>
          <p:nvPr/>
        </p:nvSpPr>
        <p:spPr>
          <a:xfrm>
            <a:off x="8935277" y="3177677"/>
            <a:ext cx="985422" cy="2585323"/>
          </a:xfrm>
          <a:prstGeom prst="rect">
            <a:avLst/>
          </a:prstGeom>
          <a:noFill/>
        </p:spPr>
        <p:txBody>
          <a:bodyPr wrap="square" rtlCol="0">
            <a:spAutoFit/>
          </a:bodyPr>
          <a:lstStyle/>
          <a:p>
            <a:r>
              <a:rPr lang="en-US" altLang="zh-CN" dirty="0"/>
              <a:t>0</a:t>
            </a:r>
          </a:p>
          <a:p>
            <a:endParaRPr lang="en-US" altLang="zh-CN" dirty="0"/>
          </a:p>
          <a:p>
            <a:endParaRPr lang="en-US" altLang="zh-CN" dirty="0"/>
          </a:p>
          <a:p>
            <a:endParaRPr lang="en-US" altLang="zh-CN" dirty="0"/>
          </a:p>
          <a:p>
            <a:r>
              <a:rPr lang="en-US" altLang="zh-CN" dirty="0"/>
              <a:t>0</a:t>
            </a:r>
          </a:p>
          <a:p>
            <a:endParaRPr lang="en-US" altLang="zh-CN" dirty="0"/>
          </a:p>
          <a:p>
            <a:endParaRPr lang="en-US" altLang="zh-CN" dirty="0"/>
          </a:p>
          <a:p>
            <a:endParaRPr lang="en-US" altLang="zh-CN" dirty="0"/>
          </a:p>
          <a:p>
            <a:r>
              <a:rPr lang="en-US" altLang="zh-CN" dirty="0"/>
              <a:t>0</a:t>
            </a:r>
          </a:p>
        </p:txBody>
      </p:sp>
      <p:sp>
        <p:nvSpPr>
          <p:cNvPr id="18" name="文本框 17">
            <a:extLst>
              <a:ext uri="{FF2B5EF4-FFF2-40B4-BE49-F238E27FC236}">
                <a16:creationId xmlns:a16="http://schemas.microsoft.com/office/drawing/2014/main" id="{993E7264-0F59-FAA7-657B-54B51DC01630}"/>
              </a:ext>
            </a:extLst>
          </p:cNvPr>
          <p:cNvSpPr txBox="1"/>
          <p:nvPr/>
        </p:nvSpPr>
        <p:spPr>
          <a:xfrm>
            <a:off x="10601757" y="3547009"/>
            <a:ext cx="444352" cy="369332"/>
          </a:xfrm>
          <a:prstGeom prst="rect">
            <a:avLst/>
          </a:prstGeom>
          <a:noFill/>
        </p:spPr>
        <p:txBody>
          <a:bodyPr wrap="none" rtlCol="0">
            <a:spAutoFit/>
          </a:bodyPr>
          <a:lstStyle/>
          <a:p>
            <a:r>
              <a:rPr lang="en-US" altLang="zh-CN" dirty="0" err="1">
                <a:solidFill>
                  <a:srgbClr val="FF0000"/>
                </a:solidFill>
              </a:rPr>
              <a:t>D1</a:t>
            </a:r>
            <a:endParaRPr lang="zh-CN" altLang="en-US" dirty="0">
              <a:solidFill>
                <a:srgbClr val="FF0000"/>
              </a:solidFill>
            </a:endParaRPr>
          </a:p>
        </p:txBody>
      </p:sp>
    </p:spTree>
    <p:extLst>
      <p:ext uri="{BB962C8B-B14F-4D97-AF65-F5344CB8AC3E}">
        <p14:creationId xmlns:p14="http://schemas.microsoft.com/office/powerpoint/2010/main" val="2281029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6DEDB-368F-9A56-D879-2947DE05B6B2}"/>
              </a:ext>
            </a:extLst>
          </p:cNvPr>
          <p:cNvSpPr>
            <a:spLocks noGrp="1"/>
          </p:cNvSpPr>
          <p:nvPr>
            <p:ph type="title"/>
          </p:nvPr>
        </p:nvSpPr>
        <p:spPr/>
        <p:txBody>
          <a:bodyPr/>
          <a:lstStyle/>
          <a:p>
            <a:r>
              <a:rPr lang="en-GB" dirty="0"/>
              <a:t>Multiplexer uses</a:t>
            </a:r>
          </a:p>
        </p:txBody>
      </p:sp>
      <p:sp>
        <p:nvSpPr>
          <p:cNvPr id="3" name="Content Placeholder 2">
            <a:extLst>
              <a:ext uri="{FF2B5EF4-FFF2-40B4-BE49-F238E27FC236}">
                <a16:creationId xmlns:a16="http://schemas.microsoft.com/office/drawing/2014/main" id="{B18E2496-F56C-9528-B2D9-4B0244FA1B6E}"/>
              </a:ext>
            </a:extLst>
          </p:cNvPr>
          <p:cNvSpPr>
            <a:spLocks noGrp="1"/>
          </p:cNvSpPr>
          <p:nvPr>
            <p:ph sz="half" idx="1"/>
          </p:nvPr>
        </p:nvSpPr>
        <p:spPr>
          <a:xfrm>
            <a:off x="838200" y="1825625"/>
            <a:ext cx="10515600" cy="2147285"/>
          </a:xfrm>
        </p:spPr>
        <p:txBody>
          <a:bodyPr>
            <a:normAutofit lnSpcReduction="10000"/>
          </a:bodyPr>
          <a:lstStyle/>
          <a:p>
            <a:r>
              <a:rPr lang="en-GB" dirty="0"/>
              <a:t>Used to </a:t>
            </a:r>
            <a:r>
              <a:rPr lang="en-GB" dirty="0">
                <a:solidFill>
                  <a:schemeClr val="accent2"/>
                </a:solidFill>
              </a:rPr>
              <a:t>control routing(</a:t>
            </a:r>
            <a:r>
              <a:rPr lang="zh-CN" altLang="en-US" dirty="0">
                <a:solidFill>
                  <a:schemeClr val="accent2"/>
                </a:solidFill>
              </a:rPr>
              <a:t>路由</a:t>
            </a:r>
            <a:r>
              <a:rPr lang="en-US" altLang="zh-CN" dirty="0">
                <a:solidFill>
                  <a:schemeClr val="accent2"/>
                </a:solidFill>
              </a:rPr>
              <a:t>)</a:t>
            </a:r>
            <a:r>
              <a:rPr lang="en-GB" dirty="0">
                <a:solidFill>
                  <a:schemeClr val="accent2"/>
                </a:solidFill>
              </a:rPr>
              <a:t> of data and signals</a:t>
            </a:r>
          </a:p>
          <a:p>
            <a:r>
              <a:rPr lang="en-GB" dirty="0"/>
              <a:t>Example: Program Counter (PC) register</a:t>
            </a:r>
          </a:p>
          <a:p>
            <a:pPr lvl="1"/>
            <a:r>
              <a:rPr lang="en-GB" dirty="0"/>
              <a:t>Binary value if PC incremented</a:t>
            </a:r>
          </a:p>
          <a:p>
            <a:pPr lvl="1"/>
            <a:r>
              <a:rPr lang="en-GB" dirty="0"/>
              <a:t>Instruction register </a:t>
            </a:r>
            <a:r>
              <a:rPr lang="en-GB" dirty="0">
                <a:solidFill>
                  <a:schemeClr val="accent2"/>
                </a:solidFill>
              </a:rPr>
              <a:t>if branch instruction executed</a:t>
            </a:r>
            <a:r>
              <a:rPr lang="en-GB" dirty="0"/>
              <a:t>(</a:t>
            </a:r>
            <a:r>
              <a:rPr lang="zh-CN" altLang="en-US" dirty="0"/>
              <a:t>执行分支指令</a:t>
            </a:r>
            <a:r>
              <a:rPr lang="en-US" altLang="zh-CN" dirty="0"/>
              <a:t>)</a:t>
            </a:r>
            <a:endParaRPr lang="en-GB" dirty="0"/>
          </a:p>
          <a:p>
            <a:pPr lvl="1"/>
            <a:r>
              <a:rPr lang="en-GB" dirty="0"/>
              <a:t>Output from ALU (jumping a number of memory locations to a new address)</a:t>
            </a:r>
          </a:p>
        </p:txBody>
      </p:sp>
      <p:pic>
        <p:nvPicPr>
          <p:cNvPr id="5" name="Content Placeholder 4" title="A diagram illustrates multiple 4 dash to negative 1 multiplexers. Each multiplexer contains three input lines. binary counter C, instruction register I R, and A L U. two select lines, S 1 and S 2. There is an output line, P C. The input lines and output lines range from 0 to 15.">
            <a:extLst>
              <a:ext uri="{FF2B5EF4-FFF2-40B4-BE49-F238E27FC236}">
                <a16:creationId xmlns:a16="http://schemas.microsoft.com/office/drawing/2014/main" id="{386BE134-0223-9B50-5AC1-A8B6D6446F76}"/>
              </a:ext>
            </a:extLst>
          </p:cNvPr>
          <p:cNvPicPr>
            <a:picLocks noGrp="1" noChangeAspect="1"/>
          </p:cNvPicPr>
          <p:nvPr>
            <p:ph sz="half" idx="2"/>
          </p:nvPr>
        </p:nvPicPr>
        <p:blipFill rotWithShape="1">
          <a:blip r:embed="rId2">
            <a:extLst>
              <a:ext uri="{28A0092B-C50C-407E-A947-70E740481C1C}">
                <a14:useLocalDpi xmlns:a14="http://schemas.microsoft.com/office/drawing/2010/main" val="0"/>
              </a:ext>
            </a:extLst>
          </a:blip>
          <a:srcRect l="4229" t="26411" r="6453" b="56335"/>
          <a:stretch/>
        </p:blipFill>
        <p:spPr>
          <a:xfrm>
            <a:off x="2556640" y="4411297"/>
            <a:ext cx="7796049" cy="1948942"/>
          </a:xfrm>
          <a:prstGeom prst="rect">
            <a:avLst/>
          </a:prstGeom>
        </p:spPr>
      </p:pic>
      <p:sp>
        <p:nvSpPr>
          <p:cNvPr id="4" name="文本框 3">
            <a:extLst>
              <a:ext uri="{FF2B5EF4-FFF2-40B4-BE49-F238E27FC236}">
                <a16:creationId xmlns:a16="http://schemas.microsoft.com/office/drawing/2014/main" id="{9803620C-CB17-D4D6-041E-3B2DC6C57E81}"/>
              </a:ext>
            </a:extLst>
          </p:cNvPr>
          <p:cNvSpPr txBox="1"/>
          <p:nvPr/>
        </p:nvSpPr>
        <p:spPr>
          <a:xfrm>
            <a:off x="3151444" y="3788244"/>
            <a:ext cx="6365418" cy="646331"/>
          </a:xfrm>
          <a:prstGeom prst="rect">
            <a:avLst/>
          </a:prstGeom>
          <a:noFill/>
        </p:spPr>
        <p:txBody>
          <a:bodyPr wrap="square" rtlCol="0">
            <a:spAutoFit/>
          </a:bodyPr>
          <a:lstStyle/>
          <a:p>
            <a:r>
              <a:rPr lang="en-US" altLang="zh-CN" dirty="0">
                <a:solidFill>
                  <a:schemeClr val="accent2"/>
                </a:solidFill>
              </a:rPr>
              <a:t>C:   PC Counter Register   IR: Instruction Register   ALU:  ALU</a:t>
            </a:r>
          </a:p>
          <a:p>
            <a:r>
              <a:rPr lang="zh-CN" altLang="en-US" dirty="0">
                <a:solidFill>
                  <a:schemeClr val="accent2"/>
                </a:solidFill>
              </a:rPr>
              <a:t>通过</a:t>
            </a:r>
            <a:r>
              <a:rPr lang="en-US" altLang="zh-CN" dirty="0" err="1">
                <a:solidFill>
                  <a:schemeClr val="accent2"/>
                </a:solidFill>
              </a:rPr>
              <a:t>S1</a:t>
            </a:r>
            <a:r>
              <a:rPr lang="zh-CN" altLang="en-US" dirty="0">
                <a:solidFill>
                  <a:schemeClr val="accent2"/>
                </a:solidFill>
              </a:rPr>
              <a:t>，</a:t>
            </a:r>
            <a:r>
              <a:rPr lang="en-US" altLang="zh-CN" dirty="0" err="1">
                <a:solidFill>
                  <a:schemeClr val="accent2"/>
                </a:solidFill>
              </a:rPr>
              <a:t>S2</a:t>
            </a:r>
            <a:r>
              <a:rPr lang="zh-CN" altLang="en-US" dirty="0">
                <a:solidFill>
                  <a:schemeClr val="accent2"/>
                </a:solidFill>
              </a:rPr>
              <a:t>，单个</a:t>
            </a:r>
            <a:r>
              <a:rPr lang="en-US" altLang="zh-CN" dirty="0">
                <a:solidFill>
                  <a:schemeClr val="accent2"/>
                </a:solidFill>
              </a:rPr>
              <a:t>PC register</a:t>
            </a:r>
            <a:r>
              <a:rPr lang="zh-CN" altLang="en-US" dirty="0">
                <a:solidFill>
                  <a:schemeClr val="accent2"/>
                </a:solidFill>
              </a:rPr>
              <a:t>可以切换不同的用途</a:t>
            </a:r>
          </a:p>
        </p:txBody>
      </p:sp>
    </p:spTree>
    <p:extLst>
      <p:ext uri="{BB962C8B-B14F-4D97-AF65-F5344CB8AC3E}">
        <p14:creationId xmlns:p14="http://schemas.microsoft.com/office/powerpoint/2010/main" val="1537583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16CBA-1544-AD9E-C38E-D5F982D4352F}"/>
              </a:ext>
            </a:extLst>
          </p:cNvPr>
          <p:cNvSpPr>
            <a:spLocks noGrp="1"/>
          </p:cNvSpPr>
          <p:nvPr>
            <p:ph type="title"/>
          </p:nvPr>
        </p:nvSpPr>
        <p:spPr/>
        <p:txBody>
          <a:bodyPr/>
          <a:lstStyle/>
          <a:p>
            <a:r>
              <a:rPr lang="en-GB" dirty="0"/>
              <a:t>Exercise: 2-to-1 multiplexer</a:t>
            </a:r>
          </a:p>
        </p:txBody>
      </p:sp>
      <p:sp>
        <p:nvSpPr>
          <p:cNvPr id="3" name="Content Placeholder 2">
            <a:extLst>
              <a:ext uri="{FF2B5EF4-FFF2-40B4-BE49-F238E27FC236}">
                <a16:creationId xmlns:a16="http://schemas.microsoft.com/office/drawing/2014/main" id="{5A3903CE-16D0-0DAD-E9B7-DF29F5136BA0}"/>
              </a:ext>
            </a:extLst>
          </p:cNvPr>
          <p:cNvSpPr>
            <a:spLocks noGrp="1"/>
          </p:cNvSpPr>
          <p:nvPr>
            <p:ph idx="1"/>
          </p:nvPr>
        </p:nvSpPr>
        <p:spPr>
          <a:xfrm>
            <a:off x="838200" y="1825625"/>
            <a:ext cx="10515600" cy="2060971"/>
          </a:xfrm>
        </p:spPr>
        <p:txBody>
          <a:bodyPr>
            <a:normAutofit/>
          </a:bodyPr>
          <a:lstStyle/>
          <a:p>
            <a:r>
              <a:rPr lang="en-GB" dirty="0"/>
              <a:t>Use </a:t>
            </a:r>
            <a:r>
              <a:rPr lang="en-GB" dirty="0">
                <a:hlinkClick r:id="rId2"/>
              </a:rPr>
              <a:t>https://logic.ly/demo</a:t>
            </a:r>
            <a:r>
              <a:rPr lang="en-GB" dirty="0"/>
              <a:t> or pen and paper to design a 2-to-1 multiplexer</a:t>
            </a:r>
          </a:p>
          <a:p>
            <a:r>
              <a:rPr lang="en-GB" b="1" dirty="0"/>
              <a:t>Hint</a:t>
            </a:r>
            <a:r>
              <a:rPr lang="en-GB" dirty="0"/>
              <a:t>: very similar to slide 50 of last lecture.</a:t>
            </a:r>
          </a:p>
          <a:p>
            <a:pPr marL="0" indent="0">
              <a:buNone/>
            </a:pPr>
            <a:endParaRPr lang="en-GB" dirty="0"/>
          </a:p>
          <a:p>
            <a:endParaRPr lang="en-GB" dirty="0"/>
          </a:p>
          <a:p>
            <a:endParaRPr lang="en-GB" dirty="0"/>
          </a:p>
        </p:txBody>
      </p:sp>
      <p:graphicFrame>
        <p:nvGraphicFramePr>
          <p:cNvPr id="4" name="Table 3">
            <a:extLst>
              <a:ext uri="{FF2B5EF4-FFF2-40B4-BE49-F238E27FC236}">
                <a16:creationId xmlns:a16="http://schemas.microsoft.com/office/drawing/2014/main" id="{6523B177-3C1D-582E-0AE3-A0F1AB1ABF0A}"/>
              </a:ext>
            </a:extLst>
          </p:cNvPr>
          <p:cNvGraphicFramePr>
            <a:graphicFrameLocks noGrp="1"/>
          </p:cNvGraphicFramePr>
          <p:nvPr>
            <p:extLst>
              <p:ext uri="{D42A27DB-BD31-4B8C-83A1-F6EECF244321}">
                <p14:modId xmlns:p14="http://schemas.microsoft.com/office/powerpoint/2010/main" val="2640775328"/>
              </p:ext>
            </p:extLst>
          </p:nvPr>
        </p:nvGraphicFramePr>
        <p:xfrm>
          <a:off x="3805290" y="5189879"/>
          <a:ext cx="2466428" cy="1107440"/>
        </p:xfrm>
        <a:graphic>
          <a:graphicData uri="http://schemas.openxmlformats.org/drawingml/2006/table">
            <a:tbl>
              <a:tblPr firstRow="1" bandRow="1">
                <a:tableStyleId>{7E9639D4-E3E2-4D34-9284-5A2195B3D0D7}</a:tableStyleId>
              </a:tblPr>
              <a:tblGrid>
                <a:gridCol w="1233214">
                  <a:extLst>
                    <a:ext uri="{9D8B030D-6E8A-4147-A177-3AD203B41FA5}">
                      <a16:colId xmlns:a16="http://schemas.microsoft.com/office/drawing/2014/main" val="3700279771"/>
                    </a:ext>
                  </a:extLst>
                </a:gridCol>
                <a:gridCol w="1233214">
                  <a:extLst>
                    <a:ext uri="{9D8B030D-6E8A-4147-A177-3AD203B41FA5}">
                      <a16:colId xmlns:a16="http://schemas.microsoft.com/office/drawing/2014/main" val="680435529"/>
                    </a:ext>
                  </a:extLst>
                </a:gridCol>
              </a:tblGrid>
              <a:tr h="0">
                <a:tc>
                  <a:txBody>
                    <a:bodyPr/>
                    <a:lstStyle/>
                    <a:p>
                      <a:r>
                        <a:rPr lang="en-GB" dirty="0"/>
                        <a:t>S</a:t>
                      </a:r>
                    </a:p>
                  </a:txBody>
                  <a:tcPr/>
                </a:tc>
                <a:tc>
                  <a:txBody>
                    <a:bodyPr/>
                    <a:lstStyle/>
                    <a:p>
                      <a:r>
                        <a:rPr lang="en-GB" dirty="0"/>
                        <a:t>F</a:t>
                      </a:r>
                    </a:p>
                  </a:txBody>
                  <a:tcPr/>
                </a:tc>
                <a:extLst>
                  <a:ext uri="{0D108BD9-81ED-4DB2-BD59-A6C34878D82A}">
                    <a16:rowId xmlns:a16="http://schemas.microsoft.com/office/drawing/2014/main" val="461920668"/>
                  </a:ext>
                </a:extLst>
              </a:tr>
              <a:tr h="370840">
                <a:tc>
                  <a:txBody>
                    <a:bodyPr/>
                    <a:lstStyle/>
                    <a:p>
                      <a:r>
                        <a:rPr lang="en-GB" dirty="0"/>
                        <a:t>0</a:t>
                      </a:r>
                    </a:p>
                  </a:txBody>
                  <a:tcPr/>
                </a:tc>
                <a:tc>
                  <a:txBody>
                    <a:bodyPr/>
                    <a:lstStyle/>
                    <a:p>
                      <a:r>
                        <a:rPr lang="en-GB" dirty="0"/>
                        <a:t>D0</a:t>
                      </a:r>
                    </a:p>
                  </a:txBody>
                  <a:tcPr/>
                </a:tc>
                <a:extLst>
                  <a:ext uri="{0D108BD9-81ED-4DB2-BD59-A6C34878D82A}">
                    <a16:rowId xmlns:a16="http://schemas.microsoft.com/office/drawing/2014/main" val="2733539795"/>
                  </a:ext>
                </a:extLst>
              </a:tr>
              <a:tr h="370840">
                <a:tc>
                  <a:txBody>
                    <a:bodyPr/>
                    <a:lstStyle/>
                    <a:p>
                      <a:r>
                        <a:rPr lang="en-GB" dirty="0"/>
                        <a:t>1</a:t>
                      </a:r>
                    </a:p>
                  </a:txBody>
                  <a:tcPr/>
                </a:tc>
                <a:tc>
                  <a:txBody>
                    <a:bodyPr/>
                    <a:lstStyle/>
                    <a:p>
                      <a:r>
                        <a:rPr lang="en-GB" dirty="0"/>
                        <a:t>D1</a:t>
                      </a:r>
                    </a:p>
                  </a:txBody>
                  <a:tcPr/>
                </a:tc>
                <a:extLst>
                  <a:ext uri="{0D108BD9-81ED-4DB2-BD59-A6C34878D82A}">
                    <a16:rowId xmlns:a16="http://schemas.microsoft.com/office/drawing/2014/main" val="1863571767"/>
                  </a:ext>
                </a:extLst>
              </a:tr>
            </a:tbl>
          </a:graphicData>
        </a:graphic>
      </p:graphicFrame>
      <p:sp>
        <p:nvSpPr>
          <p:cNvPr id="5" name="Rectangle 4">
            <a:extLst>
              <a:ext uri="{FF2B5EF4-FFF2-40B4-BE49-F238E27FC236}">
                <a16:creationId xmlns:a16="http://schemas.microsoft.com/office/drawing/2014/main" id="{09E7DE49-8C92-12DA-D184-11F11FC4725E}"/>
              </a:ext>
            </a:extLst>
          </p:cNvPr>
          <p:cNvSpPr/>
          <p:nvPr/>
        </p:nvSpPr>
        <p:spPr>
          <a:xfrm>
            <a:off x="2073416" y="3886596"/>
            <a:ext cx="1261241" cy="13032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2-to-1</a:t>
            </a:r>
          </a:p>
          <a:p>
            <a:pPr algn="ctr"/>
            <a:r>
              <a:rPr lang="en-GB" dirty="0"/>
              <a:t>MUX</a:t>
            </a:r>
          </a:p>
        </p:txBody>
      </p:sp>
      <p:cxnSp>
        <p:nvCxnSpPr>
          <p:cNvPr id="7" name="Straight Connector 6" descr="D0 input">
            <a:extLst>
              <a:ext uri="{FF2B5EF4-FFF2-40B4-BE49-F238E27FC236}">
                <a16:creationId xmlns:a16="http://schemas.microsoft.com/office/drawing/2014/main" id="{FE26DB52-C6AE-D64F-6B99-0C3A4AFA4DCF}"/>
              </a:ext>
            </a:extLst>
          </p:cNvPr>
          <p:cNvCxnSpPr/>
          <p:nvPr/>
        </p:nvCxnSpPr>
        <p:spPr>
          <a:xfrm>
            <a:off x="1306160" y="4176709"/>
            <a:ext cx="766800" cy="0"/>
          </a:xfrm>
          <a:prstGeom prst="line">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9" name="Straight Connector 8" descr="D1 input">
            <a:extLst>
              <a:ext uri="{FF2B5EF4-FFF2-40B4-BE49-F238E27FC236}">
                <a16:creationId xmlns:a16="http://schemas.microsoft.com/office/drawing/2014/main" id="{D87E4555-0B1D-E6E9-828D-137DF41EA969}"/>
              </a:ext>
            </a:extLst>
          </p:cNvPr>
          <p:cNvCxnSpPr/>
          <p:nvPr/>
        </p:nvCxnSpPr>
        <p:spPr>
          <a:xfrm>
            <a:off x="1306161" y="4783681"/>
            <a:ext cx="767255" cy="0"/>
          </a:xfrm>
          <a:prstGeom prst="line">
            <a:avLst/>
          </a:prstGeom>
          <a:ln w="3175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1" name="Straight Connector 10" descr="S input">
            <a:extLst>
              <a:ext uri="{FF2B5EF4-FFF2-40B4-BE49-F238E27FC236}">
                <a16:creationId xmlns:a16="http://schemas.microsoft.com/office/drawing/2014/main" id="{E2C6DC12-F8B4-7593-15A8-15A7234CDA56}"/>
              </a:ext>
            </a:extLst>
          </p:cNvPr>
          <p:cNvCxnSpPr>
            <a:cxnSpLocks/>
          </p:cNvCxnSpPr>
          <p:nvPr/>
        </p:nvCxnSpPr>
        <p:spPr>
          <a:xfrm>
            <a:off x="2704036" y="5189879"/>
            <a:ext cx="0" cy="697389"/>
          </a:xfrm>
          <a:prstGeom prst="line">
            <a:avLst/>
          </a:prstGeom>
          <a:ln w="31750">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descr="F output">
            <a:extLst>
              <a:ext uri="{FF2B5EF4-FFF2-40B4-BE49-F238E27FC236}">
                <a16:creationId xmlns:a16="http://schemas.microsoft.com/office/drawing/2014/main" id="{137E2069-0C0C-128A-84CE-89E6D493EB61}"/>
              </a:ext>
            </a:extLst>
          </p:cNvPr>
          <p:cNvCxnSpPr>
            <a:cxnSpLocks/>
            <a:stCxn id="5" idx="3"/>
          </p:cNvCxnSpPr>
          <p:nvPr/>
        </p:nvCxnSpPr>
        <p:spPr>
          <a:xfrm flipV="1">
            <a:off x="3334657" y="4538237"/>
            <a:ext cx="767255" cy="1"/>
          </a:xfrm>
          <a:prstGeom prst="line">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27EA0670-3CF6-EFBD-48AF-8D1A46291219}"/>
              </a:ext>
            </a:extLst>
          </p:cNvPr>
          <p:cNvSpPr txBox="1"/>
          <p:nvPr/>
        </p:nvSpPr>
        <p:spPr>
          <a:xfrm>
            <a:off x="804710" y="3992046"/>
            <a:ext cx="451945" cy="369325"/>
          </a:xfrm>
          <a:prstGeom prst="rect">
            <a:avLst/>
          </a:prstGeom>
          <a:noFill/>
        </p:spPr>
        <p:txBody>
          <a:bodyPr wrap="square" rtlCol="0">
            <a:spAutoFit/>
          </a:bodyPr>
          <a:lstStyle/>
          <a:p>
            <a:r>
              <a:rPr lang="en-GB" dirty="0"/>
              <a:t>D0</a:t>
            </a:r>
          </a:p>
        </p:txBody>
      </p:sp>
      <p:sp>
        <p:nvSpPr>
          <p:cNvPr id="17" name="TextBox 16">
            <a:extLst>
              <a:ext uri="{FF2B5EF4-FFF2-40B4-BE49-F238E27FC236}">
                <a16:creationId xmlns:a16="http://schemas.microsoft.com/office/drawing/2014/main" id="{A2CC9B16-050C-00CA-BDC3-F0B06AD16F7D}"/>
              </a:ext>
            </a:extLst>
          </p:cNvPr>
          <p:cNvSpPr txBox="1"/>
          <p:nvPr/>
        </p:nvSpPr>
        <p:spPr>
          <a:xfrm>
            <a:off x="804710" y="4599018"/>
            <a:ext cx="451945" cy="369325"/>
          </a:xfrm>
          <a:prstGeom prst="rect">
            <a:avLst/>
          </a:prstGeom>
          <a:noFill/>
        </p:spPr>
        <p:txBody>
          <a:bodyPr wrap="square" rtlCol="0">
            <a:spAutoFit/>
          </a:bodyPr>
          <a:lstStyle/>
          <a:p>
            <a:r>
              <a:rPr lang="en-GB" dirty="0"/>
              <a:t>D1</a:t>
            </a:r>
          </a:p>
        </p:txBody>
      </p:sp>
      <p:sp>
        <p:nvSpPr>
          <p:cNvPr id="18" name="TextBox 17">
            <a:extLst>
              <a:ext uri="{FF2B5EF4-FFF2-40B4-BE49-F238E27FC236}">
                <a16:creationId xmlns:a16="http://schemas.microsoft.com/office/drawing/2014/main" id="{D86B3C4D-E65C-4BCC-A187-C730D558ED7B}"/>
              </a:ext>
            </a:extLst>
          </p:cNvPr>
          <p:cNvSpPr txBox="1"/>
          <p:nvPr/>
        </p:nvSpPr>
        <p:spPr>
          <a:xfrm>
            <a:off x="2478063" y="5988613"/>
            <a:ext cx="451945" cy="369325"/>
          </a:xfrm>
          <a:prstGeom prst="rect">
            <a:avLst/>
          </a:prstGeom>
          <a:noFill/>
        </p:spPr>
        <p:txBody>
          <a:bodyPr wrap="square" rtlCol="0">
            <a:spAutoFit/>
          </a:bodyPr>
          <a:lstStyle/>
          <a:p>
            <a:pPr algn="ctr"/>
            <a:r>
              <a:rPr lang="en-GB" dirty="0"/>
              <a:t>S</a:t>
            </a:r>
          </a:p>
        </p:txBody>
      </p:sp>
      <p:sp>
        <p:nvSpPr>
          <p:cNvPr id="19" name="TextBox 18">
            <a:extLst>
              <a:ext uri="{FF2B5EF4-FFF2-40B4-BE49-F238E27FC236}">
                <a16:creationId xmlns:a16="http://schemas.microsoft.com/office/drawing/2014/main" id="{2BB80827-B814-64FB-81E4-77527111D390}"/>
              </a:ext>
            </a:extLst>
          </p:cNvPr>
          <p:cNvSpPr txBox="1"/>
          <p:nvPr/>
        </p:nvSpPr>
        <p:spPr>
          <a:xfrm>
            <a:off x="4214479" y="4379678"/>
            <a:ext cx="451945" cy="369325"/>
          </a:xfrm>
          <a:prstGeom prst="rect">
            <a:avLst/>
          </a:prstGeom>
          <a:noFill/>
        </p:spPr>
        <p:txBody>
          <a:bodyPr wrap="square" rtlCol="0">
            <a:spAutoFit/>
          </a:bodyPr>
          <a:lstStyle/>
          <a:p>
            <a:r>
              <a:rPr lang="en-GB" dirty="0"/>
              <a:t>F</a:t>
            </a:r>
          </a:p>
        </p:txBody>
      </p:sp>
      <p:pic>
        <p:nvPicPr>
          <p:cNvPr id="8" name="图片 7">
            <a:extLst>
              <a:ext uri="{FF2B5EF4-FFF2-40B4-BE49-F238E27FC236}">
                <a16:creationId xmlns:a16="http://schemas.microsoft.com/office/drawing/2014/main" id="{638D4D67-ED83-5412-AE62-1637B81B9B7D}"/>
              </a:ext>
            </a:extLst>
          </p:cNvPr>
          <p:cNvPicPr>
            <a:picLocks noChangeAspect="1"/>
          </p:cNvPicPr>
          <p:nvPr/>
        </p:nvPicPr>
        <p:blipFill>
          <a:blip r:embed="rId3"/>
          <a:stretch>
            <a:fillRect/>
          </a:stretch>
        </p:blipFill>
        <p:spPr>
          <a:xfrm>
            <a:off x="7120357" y="3233744"/>
            <a:ext cx="4468759" cy="2730548"/>
          </a:xfrm>
          <a:prstGeom prst="rect">
            <a:avLst/>
          </a:prstGeom>
        </p:spPr>
      </p:pic>
    </p:spTree>
    <p:extLst>
      <p:ext uri="{BB962C8B-B14F-4D97-AF65-F5344CB8AC3E}">
        <p14:creationId xmlns:p14="http://schemas.microsoft.com/office/powerpoint/2010/main" val="39341746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B7D0E-DAFB-D7D9-51F8-3C5E511334D5}"/>
              </a:ext>
            </a:extLst>
          </p:cNvPr>
          <p:cNvSpPr>
            <a:spLocks noGrp="1"/>
          </p:cNvSpPr>
          <p:nvPr>
            <p:ph type="title"/>
          </p:nvPr>
        </p:nvSpPr>
        <p:spPr>
          <a:xfrm>
            <a:off x="213063" y="365125"/>
            <a:ext cx="11549849" cy="1325563"/>
          </a:xfrm>
        </p:spPr>
        <p:txBody>
          <a:bodyPr/>
          <a:lstStyle/>
          <a:p>
            <a:r>
              <a:rPr lang="en-GB" dirty="0"/>
              <a:t>Demultiplexer (</a:t>
            </a:r>
            <a:r>
              <a:rPr lang="zh-CN" altLang="en-US" dirty="0"/>
              <a:t>反向选择器</a:t>
            </a:r>
            <a:r>
              <a:rPr lang="en-GB" dirty="0"/>
              <a:t>DEMUX</a:t>
            </a:r>
            <a:r>
              <a:rPr lang="zh-CN" altLang="en-US" dirty="0"/>
              <a:t>：</a:t>
            </a:r>
            <a:r>
              <a:rPr lang="en-US" altLang="zh-CN" dirty="0"/>
              <a:t> </a:t>
            </a:r>
            <a:r>
              <a:rPr lang="en-US" altLang="zh-CN" dirty="0" err="1">
                <a:solidFill>
                  <a:schemeClr val="accent2"/>
                </a:solidFill>
              </a:rPr>
              <a:t>1in</a:t>
            </a:r>
            <a:r>
              <a:rPr lang="en-US" altLang="zh-CN" dirty="0">
                <a:solidFill>
                  <a:schemeClr val="accent2"/>
                </a:solidFill>
              </a:rPr>
              <a:t> - </a:t>
            </a:r>
            <a:r>
              <a:rPr lang="en-US" altLang="zh-CN" dirty="0" err="1">
                <a:solidFill>
                  <a:schemeClr val="accent2"/>
                </a:solidFill>
              </a:rPr>
              <a:t>4out</a:t>
            </a:r>
            <a:r>
              <a:rPr lang="en-GB" dirty="0"/>
              <a:t>)</a:t>
            </a:r>
          </a:p>
        </p:txBody>
      </p:sp>
      <p:sp>
        <p:nvSpPr>
          <p:cNvPr id="6" name="Content Placeholder 5">
            <a:extLst>
              <a:ext uri="{FF2B5EF4-FFF2-40B4-BE49-F238E27FC236}">
                <a16:creationId xmlns:a16="http://schemas.microsoft.com/office/drawing/2014/main" id="{CC080ED3-53E4-4EAF-6CEB-0ED8AEB38EF5}"/>
              </a:ext>
            </a:extLst>
          </p:cNvPr>
          <p:cNvSpPr>
            <a:spLocks noGrp="1"/>
          </p:cNvSpPr>
          <p:nvPr>
            <p:ph sz="half" idx="1"/>
          </p:nvPr>
        </p:nvSpPr>
        <p:spPr/>
        <p:txBody>
          <a:bodyPr/>
          <a:lstStyle/>
          <a:p>
            <a:r>
              <a:rPr lang="en-GB" dirty="0"/>
              <a:t>A demultiplexer does the opposite</a:t>
            </a:r>
          </a:p>
          <a:p>
            <a:r>
              <a:rPr lang="en-GB" dirty="0"/>
              <a:t>Selects output path</a:t>
            </a:r>
          </a:p>
          <a:p>
            <a:pPr lvl="1"/>
            <a:r>
              <a:rPr lang="en-GB" dirty="0">
                <a:solidFill>
                  <a:schemeClr val="accent2"/>
                </a:solidFill>
              </a:rPr>
              <a:t>S inputs determine which output line the input is sent to </a:t>
            </a:r>
          </a:p>
        </p:txBody>
      </p:sp>
      <p:pic>
        <p:nvPicPr>
          <p:cNvPr id="1026" name="Picture 2" descr="1 to 4 Demux">
            <a:extLst>
              <a:ext uri="{FF2B5EF4-FFF2-40B4-BE49-F238E27FC236}">
                <a16:creationId xmlns:a16="http://schemas.microsoft.com/office/drawing/2014/main" id="{3ADEE30E-1086-1193-3F42-DF6DFEA9CF7C}"/>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638925" y="2734469"/>
            <a:ext cx="4248150" cy="2533650"/>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30ED042-54C8-9F7C-BEE1-4E52A4818C8A}"/>
              </a:ext>
            </a:extLst>
          </p:cNvPr>
          <p:cNvSpPr txBox="1"/>
          <p:nvPr/>
        </p:nvSpPr>
        <p:spPr>
          <a:xfrm>
            <a:off x="838200" y="4509857"/>
            <a:ext cx="5992428" cy="646331"/>
          </a:xfrm>
          <a:prstGeom prst="rect">
            <a:avLst/>
          </a:prstGeom>
          <a:noFill/>
        </p:spPr>
        <p:txBody>
          <a:bodyPr wrap="square" rtlCol="0">
            <a:spAutoFit/>
          </a:bodyPr>
          <a:lstStyle/>
          <a:p>
            <a:r>
              <a:rPr lang="en-US" altLang="zh-CN" dirty="0">
                <a:solidFill>
                  <a:schemeClr val="accent2"/>
                </a:solidFill>
              </a:rPr>
              <a:t>Multiplexer</a:t>
            </a:r>
            <a:r>
              <a:rPr lang="zh-CN" altLang="en-US" dirty="0">
                <a:solidFill>
                  <a:schemeClr val="accent2"/>
                </a:solidFill>
              </a:rPr>
              <a:t>：    </a:t>
            </a:r>
            <a:r>
              <a:rPr lang="en-US" altLang="zh-CN" dirty="0">
                <a:solidFill>
                  <a:schemeClr val="accent2"/>
                </a:solidFill>
              </a:rPr>
              <a:t>input 4</a:t>
            </a:r>
            <a:r>
              <a:rPr lang="zh-CN" altLang="en-US" dirty="0">
                <a:solidFill>
                  <a:schemeClr val="accent2"/>
                </a:solidFill>
              </a:rPr>
              <a:t>选</a:t>
            </a:r>
            <a:r>
              <a:rPr lang="en-US" altLang="zh-CN" dirty="0">
                <a:solidFill>
                  <a:schemeClr val="accent2"/>
                </a:solidFill>
              </a:rPr>
              <a:t>1</a:t>
            </a:r>
            <a:r>
              <a:rPr lang="zh-CN" altLang="en-US" dirty="0">
                <a:solidFill>
                  <a:schemeClr val="accent2"/>
                </a:solidFill>
              </a:rPr>
              <a:t>，  输出到</a:t>
            </a:r>
            <a:r>
              <a:rPr lang="en-US" altLang="zh-CN" dirty="0">
                <a:solidFill>
                  <a:schemeClr val="accent2"/>
                </a:solidFill>
              </a:rPr>
              <a:t>output(4IN-1OUT)</a:t>
            </a:r>
          </a:p>
          <a:p>
            <a:r>
              <a:rPr lang="en-US" altLang="zh-CN" dirty="0">
                <a:solidFill>
                  <a:schemeClr val="accent2"/>
                </a:solidFill>
              </a:rPr>
              <a:t>Demultiplexer:  output 4</a:t>
            </a:r>
            <a:r>
              <a:rPr lang="zh-CN" altLang="en-US" dirty="0">
                <a:solidFill>
                  <a:schemeClr val="accent2"/>
                </a:solidFill>
              </a:rPr>
              <a:t>选</a:t>
            </a:r>
            <a:r>
              <a:rPr lang="en-US" altLang="zh-CN" dirty="0">
                <a:solidFill>
                  <a:schemeClr val="accent2"/>
                </a:solidFill>
              </a:rPr>
              <a:t>1</a:t>
            </a:r>
            <a:r>
              <a:rPr lang="zh-CN" altLang="en-US" dirty="0">
                <a:solidFill>
                  <a:schemeClr val="accent2"/>
                </a:solidFill>
              </a:rPr>
              <a:t>，输出到</a:t>
            </a:r>
            <a:r>
              <a:rPr lang="en-US" altLang="zh-CN" dirty="0">
                <a:solidFill>
                  <a:schemeClr val="accent2"/>
                </a:solidFill>
              </a:rPr>
              <a:t>output(1IN-4OUT)</a:t>
            </a:r>
            <a:endParaRPr lang="zh-CN" altLang="en-US" dirty="0">
              <a:solidFill>
                <a:schemeClr val="accent2"/>
              </a:solidFill>
            </a:endParaRPr>
          </a:p>
        </p:txBody>
      </p:sp>
    </p:spTree>
    <p:extLst>
      <p:ext uri="{BB962C8B-B14F-4D97-AF65-F5344CB8AC3E}">
        <p14:creationId xmlns:p14="http://schemas.microsoft.com/office/powerpoint/2010/main" val="17835981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64A097-AE56-26D2-FA9E-64FB867891A8}"/>
              </a:ext>
            </a:extLst>
          </p:cNvPr>
          <p:cNvSpPr>
            <a:spLocks noGrp="1"/>
          </p:cNvSpPr>
          <p:nvPr>
            <p:ph type="title"/>
          </p:nvPr>
        </p:nvSpPr>
        <p:spPr/>
        <p:txBody>
          <a:bodyPr/>
          <a:lstStyle/>
          <a:p>
            <a:r>
              <a:rPr lang="en-US" altLang="zh-CN" dirty="0"/>
              <a:t>Decoder</a:t>
            </a:r>
            <a:r>
              <a:rPr lang="zh-CN" altLang="en-US" dirty="0"/>
              <a:t>（解码器 </a:t>
            </a:r>
            <a:r>
              <a:rPr lang="en-US" altLang="zh-CN" dirty="0">
                <a:solidFill>
                  <a:schemeClr val="accent2"/>
                </a:solidFill>
              </a:rPr>
              <a:t>n in – </a:t>
            </a:r>
            <a:r>
              <a:rPr lang="en-US" altLang="zh-CN" dirty="0" err="1">
                <a:solidFill>
                  <a:schemeClr val="accent2"/>
                </a:solidFill>
              </a:rPr>
              <a:t>2^n</a:t>
            </a:r>
            <a:r>
              <a:rPr lang="en-US" altLang="zh-CN" dirty="0">
                <a:solidFill>
                  <a:schemeClr val="accent2"/>
                </a:solidFill>
              </a:rPr>
              <a:t> out</a:t>
            </a:r>
            <a:r>
              <a:rPr lang="zh-CN" altLang="en-US" dirty="0"/>
              <a:t>）</a:t>
            </a:r>
          </a:p>
        </p:txBody>
      </p:sp>
      <p:sp>
        <p:nvSpPr>
          <p:cNvPr id="3" name="内容占位符 2">
            <a:extLst>
              <a:ext uri="{FF2B5EF4-FFF2-40B4-BE49-F238E27FC236}">
                <a16:creationId xmlns:a16="http://schemas.microsoft.com/office/drawing/2014/main" id="{8F2A0F64-A7EA-073E-A49C-21D28671BA12}"/>
              </a:ext>
            </a:extLst>
          </p:cNvPr>
          <p:cNvSpPr>
            <a:spLocks noGrp="1"/>
          </p:cNvSpPr>
          <p:nvPr>
            <p:ph sz="half" idx="1"/>
          </p:nvPr>
        </p:nvSpPr>
        <p:spPr>
          <a:xfrm>
            <a:off x="596756" y="1804109"/>
            <a:ext cx="11353801" cy="1883072"/>
          </a:xfrm>
        </p:spPr>
        <p:txBody>
          <a:bodyPr>
            <a:normAutofit lnSpcReduction="10000"/>
          </a:bodyPr>
          <a:lstStyle/>
          <a:p>
            <a:r>
              <a:rPr lang="en-US" altLang="zh-CN" sz="2200" dirty="0"/>
              <a:t>A circuit with:</a:t>
            </a:r>
          </a:p>
          <a:p>
            <a:pPr lvl="1"/>
            <a:r>
              <a:rPr lang="en-US" altLang="zh-CN" sz="2200" i="1" dirty="0"/>
              <a:t>n</a:t>
            </a:r>
            <a:r>
              <a:rPr lang="en-US" altLang="zh-CN" sz="2200" dirty="0"/>
              <a:t> inputs    -   </a:t>
            </a:r>
            <a:r>
              <a:rPr lang="en-US" altLang="zh-CN" sz="2200" i="1" dirty="0" err="1"/>
              <a:t>2</a:t>
            </a:r>
            <a:r>
              <a:rPr lang="en-US" altLang="zh-CN" sz="2200" i="1" baseline="30000" dirty="0" err="1"/>
              <a:t>n</a:t>
            </a:r>
            <a:r>
              <a:rPr lang="en-US" altLang="zh-CN" sz="2200" dirty="0"/>
              <a:t> outputs </a:t>
            </a:r>
          </a:p>
          <a:p>
            <a:pPr lvl="1"/>
            <a:r>
              <a:rPr lang="en-US" altLang="zh-CN" sz="2200" dirty="0" err="1">
                <a:solidFill>
                  <a:schemeClr val="accent2"/>
                </a:solidFill>
              </a:rPr>
              <a:t>i</a:t>
            </a:r>
            <a:r>
              <a:rPr lang="en-US" altLang="zh-CN" dirty="0" err="1">
                <a:solidFill>
                  <a:schemeClr val="accent2"/>
                </a:solidFill>
              </a:rPr>
              <a:t>0</a:t>
            </a:r>
            <a:r>
              <a:rPr lang="en-US" altLang="zh-CN" sz="2200" dirty="0" err="1">
                <a:solidFill>
                  <a:schemeClr val="accent2"/>
                </a:solidFill>
              </a:rPr>
              <a:t>i1</a:t>
            </a:r>
            <a:r>
              <a:rPr lang="zh-CN" altLang="en-US" sz="2200" dirty="0">
                <a:solidFill>
                  <a:schemeClr val="accent2"/>
                </a:solidFill>
              </a:rPr>
              <a:t>组成的</a:t>
            </a:r>
            <a:r>
              <a:rPr lang="en-US" altLang="zh-CN" sz="2200" dirty="0">
                <a:solidFill>
                  <a:schemeClr val="accent2"/>
                </a:solidFill>
              </a:rPr>
              <a:t>2</a:t>
            </a:r>
            <a:r>
              <a:rPr lang="zh-CN" altLang="en-US" sz="2200" dirty="0">
                <a:solidFill>
                  <a:schemeClr val="accent2"/>
                </a:solidFill>
              </a:rPr>
              <a:t>进制码</a:t>
            </a:r>
            <a:r>
              <a:rPr lang="en-US" altLang="zh-CN" sz="2200" dirty="0">
                <a:solidFill>
                  <a:schemeClr val="accent2"/>
                </a:solidFill>
              </a:rPr>
              <a:t>,</a:t>
            </a:r>
            <a:r>
              <a:rPr lang="zh-CN" altLang="en-US" sz="2200" dirty="0">
                <a:solidFill>
                  <a:schemeClr val="accent2"/>
                </a:solidFill>
              </a:rPr>
              <a:t>可看做</a:t>
            </a:r>
            <a:r>
              <a:rPr lang="en-US" altLang="zh-CN" sz="2200" dirty="0">
                <a:solidFill>
                  <a:schemeClr val="accent2"/>
                </a:solidFill>
              </a:rPr>
              <a:t>1</a:t>
            </a:r>
            <a:r>
              <a:rPr lang="zh-CN" altLang="en-US" sz="2200" dirty="0">
                <a:solidFill>
                  <a:schemeClr val="accent2"/>
                </a:solidFill>
              </a:rPr>
              <a:t>的左移位数</a:t>
            </a:r>
            <a:r>
              <a:rPr lang="en-US" altLang="zh-CN" sz="2200" dirty="0">
                <a:solidFill>
                  <a:schemeClr val="accent2"/>
                </a:solidFill>
              </a:rPr>
              <a:t>, </a:t>
            </a:r>
            <a:r>
              <a:rPr lang="zh-CN" altLang="en-US" sz="2200" dirty="0">
                <a:solidFill>
                  <a:schemeClr val="accent2"/>
                </a:solidFill>
              </a:rPr>
              <a:t>用来选择</a:t>
            </a:r>
            <a:r>
              <a:rPr lang="en-US" altLang="zh-CN" sz="2200" dirty="0" err="1">
                <a:solidFill>
                  <a:schemeClr val="accent2"/>
                </a:solidFill>
              </a:rPr>
              <a:t>d3-d0</a:t>
            </a:r>
            <a:r>
              <a:rPr lang="zh-CN" altLang="en-US" sz="2200" dirty="0">
                <a:solidFill>
                  <a:schemeClr val="accent2"/>
                </a:solidFill>
              </a:rPr>
              <a:t>中的一个</a:t>
            </a:r>
            <a:r>
              <a:rPr lang="en-US" altLang="zh-CN" sz="2200" dirty="0">
                <a:solidFill>
                  <a:schemeClr val="accent2"/>
                </a:solidFill>
              </a:rPr>
              <a:t>,</a:t>
            </a:r>
          </a:p>
          <a:p>
            <a:pPr marL="457200" lvl="1" indent="0">
              <a:buNone/>
            </a:pPr>
            <a:r>
              <a:rPr lang="zh-CN" altLang="en-US" sz="2200" dirty="0">
                <a:solidFill>
                  <a:schemeClr val="accent2"/>
                </a:solidFill>
              </a:rPr>
              <a:t>   其中</a:t>
            </a:r>
            <a:r>
              <a:rPr lang="en-US" altLang="zh-CN" sz="2200" dirty="0">
                <a:solidFill>
                  <a:schemeClr val="accent2"/>
                </a:solidFill>
              </a:rPr>
              <a:t>00 : </a:t>
            </a:r>
            <a:r>
              <a:rPr lang="en-US" altLang="zh-CN" sz="2200" dirty="0" err="1">
                <a:solidFill>
                  <a:schemeClr val="accent2"/>
                </a:solidFill>
              </a:rPr>
              <a:t>d0</a:t>
            </a:r>
            <a:r>
              <a:rPr lang="en-US" altLang="zh-CN" sz="2200" dirty="0">
                <a:solidFill>
                  <a:schemeClr val="accent2"/>
                </a:solidFill>
              </a:rPr>
              <a:t>,</a:t>
            </a:r>
            <a:r>
              <a:rPr lang="zh-CN" altLang="en-US" sz="2200" dirty="0">
                <a:solidFill>
                  <a:schemeClr val="accent2"/>
                </a:solidFill>
              </a:rPr>
              <a:t>  </a:t>
            </a:r>
            <a:r>
              <a:rPr lang="en-US" altLang="zh-CN" sz="2200" dirty="0">
                <a:solidFill>
                  <a:schemeClr val="accent2"/>
                </a:solidFill>
              </a:rPr>
              <a:t>01 : </a:t>
            </a:r>
            <a:r>
              <a:rPr lang="en-US" altLang="zh-CN" sz="2200" dirty="0" err="1">
                <a:solidFill>
                  <a:schemeClr val="accent2"/>
                </a:solidFill>
              </a:rPr>
              <a:t>d1</a:t>
            </a:r>
            <a:r>
              <a:rPr lang="en-US" altLang="zh-CN" sz="2200" dirty="0">
                <a:solidFill>
                  <a:schemeClr val="accent2"/>
                </a:solidFill>
              </a:rPr>
              <a:t>,  10 : </a:t>
            </a:r>
            <a:r>
              <a:rPr lang="en-US" altLang="zh-CN" sz="2200" dirty="0" err="1">
                <a:solidFill>
                  <a:schemeClr val="accent2"/>
                </a:solidFill>
              </a:rPr>
              <a:t>d2</a:t>
            </a:r>
            <a:r>
              <a:rPr lang="en-US" altLang="zh-CN" sz="2200" dirty="0">
                <a:solidFill>
                  <a:schemeClr val="accent2"/>
                </a:solidFill>
              </a:rPr>
              <a:t>, 11 : </a:t>
            </a:r>
            <a:r>
              <a:rPr lang="en-US" altLang="zh-CN" sz="2200" dirty="0" err="1">
                <a:solidFill>
                  <a:schemeClr val="accent2"/>
                </a:solidFill>
              </a:rPr>
              <a:t>d3</a:t>
            </a:r>
            <a:r>
              <a:rPr lang="en-US" altLang="zh-CN" sz="2200" dirty="0">
                <a:solidFill>
                  <a:schemeClr val="accent2"/>
                </a:solidFill>
              </a:rPr>
              <a:t> </a:t>
            </a:r>
            <a:endParaRPr lang="en-US" altLang="zh-CN" sz="2200" dirty="0"/>
          </a:p>
          <a:p>
            <a:r>
              <a:rPr lang="en-US" altLang="zh-CN" sz="2200" dirty="0"/>
              <a:t>Determines output line based on inputs</a:t>
            </a:r>
          </a:p>
        </p:txBody>
      </p:sp>
      <p:pic>
        <p:nvPicPr>
          <p:cNvPr id="5" name="Content Placeholder 7" descr="2-to-4 decoder">
            <a:extLst>
              <a:ext uri="{FF2B5EF4-FFF2-40B4-BE49-F238E27FC236}">
                <a16:creationId xmlns:a16="http://schemas.microsoft.com/office/drawing/2014/main" id="{F049FBC8-E0CE-776D-C2A0-714A05EB728A}"/>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562850" y="3941633"/>
            <a:ext cx="4361753" cy="2634499"/>
          </a:xfrm>
          <a:prstGeom prst="rect">
            <a:avLst/>
          </a:prstGeom>
        </p:spPr>
      </p:pic>
      <p:sp>
        <p:nvSpPr>
          <p:cNvPr id="6" name="文本框 5">
            <a:extLst>
              <a:ext uri="{FF2B5EF4-FFF2-40B4-BE49-F238E27FC236}">
                <a16:creationId xmlns:a16="http://schemas.microsoft.com/office/drawing/2014/main" id="{826E0B5C-E226-DBD5-7743-8DD21CF1F4DE}"/>
              </a:ext>
            </a:extLst>
          </p:cNvPr>
          <p:cNvSpPr txBox="1"/>
          <p:nvPr/>
        </p:nvSpPr>
        <p:spPr>
          <a:xfrm>
            <a:off x="5639311" y="6492875"/>
            <a:ext cx="1837677" cy="646331"/>
          </a:xfrm>
          <a:prstGeom prst="rect">
            <a:avLst/>
          </a:prstGeom>
          <a:noFill/>
        </p:spPr>
        <p:txBody>
          <a:bodyPr wrap="square" rtlCol="0">
            <a:spAutoFit/>
          </a:bodyPr>
          <a:lstStyle/>
          <a:p>
            <a:r>
              <a:rPr lang="en-GB" altLang="zh-CN" dirty="0"/>
              <a:t>2-to-4 decoder</a:t>
            </a:r>
          </a:p>
          <a:p>
            <a:endParaRPr lang="zh-CN" altLang="en-US" dirty="0"/>
          </a:p>
        </p:txBody>
      </p:sp>
      <p:sp>
        <p:nvSpPr>
          <p:cNvPr id="7" name="文本框 6">
            <a:extLst>
              <a:ext uri="{FF2B5EF4-FFF2-40B4-BE49-F238E27FC236}">
                <a16:creationId xmlns:a16="http://schemas.microsoft.com/office/drawing/2014/main" id="{127297EC-54CC-0942-851A-68286BF437C0}"/>
              </a:ext>
            </a:extLst>
          </p:cNvPr>
          <p:cNvSpPr txBox="1"/>
          <p:nvPr/>
        </p:nvSpPr>
        <p:spPr>
          <a:xfrm>
            <a:off x="8296275" y="3336281"/>
            <a:ext cx="4438650" cy="369332"/>
          </a:xfrm>
          <a:prstGeom prst="rect">
            <a:avLst/>
          </a:prstGeom>
          <a:noFill/>
        </p:spPr>
        <p:txBody>
          <a:bodyPr wrap="square" rtlCol="0">
            <a:spAutoFit/>
          </a:bodyPr>
          <a:lstStyle/>
          <a:p>
            <a:r>
              <a:rPr lang="en-US" altLang="zh-CN" dirty="0">
                <a:hlinkClick r:id="rId3"/>
              </a:rPr>
              <a:t>mux &amp; decoder &amp; selector</a:t>
            </a:r>
            <a:r>
              <a:rPr lang="zh-CN" altLang="en-US" dirty="0">
                <a:hlinkClick r:id="rId3"/>
              </a:rPr>
              <a:t>详解</a:t>
            </a:r>
            <a:endParaRPr lang="zh-CN" altLang="en-US" dirty="0"/>
          </a:p>
        </p:txBody>
      </p:sp>
      <p:cxnSp>
        <p:nvCxnSpPr>
          <p:cNvPr id="13" name="直接连接符 12">
            <a:extLst>
              <a:ext uri="{FF2B5EF4-FFF2-40B4-BE49-F238E27FC236}">
                <a16:creationId xmlns:a16="http://schemas.microsoft.com/office/drawing/2014/main" id="{FCED888B-87A6-F975-2A11-8867CB9ACF4B}"/>
              </a:ext>
            </a:extLst>
          </p:cNvPr>
          <p:cNvCxnSpPr/>
          <p:nvPr/>
        </p:nvCxnSpPr>
        <p:spPr>
          <a:xfrm flipV="1">
            <a:off x="447675" y="3687181"/>
            <a:ext cx="11401425" cy="106364"/>
          </a:xfrm>
          <a:prstGeom prst="line">
            <a:avLst/>
          </a:prstGeom>
        </p:spPr>
        <p:style>
          <a:lnRef idx="1">
            <a:schemeClr val="dk1"/>
          </a:lnRef>
          <a:fillRef idx="0">
            <a:schemeClr val="dk1"/>
          </a:fillRef>
          <a:effectRef idx="0">
            <a:schemeClr val="dk1"/>
          </a:effectRef>
          <a:fontRef idx="minor">
            <a:schemeClr val="tx1"/>
          </a:fontRef>
        </p:style>
      </p:cxnSp>
      <p:pic>
        <p:nvPicPr>
          <p:cNvPr id="15" name="图片 14">
            <a:extLst>
              <a:ext uri="{FF2B5EF4-FFF2-40B4-BE49-F238E27FC236}">
                <a16:creationId xmlns:a16="http://schemas.microsoft.com/office/drawing/2014/main" id="{BF67B034-B8DA-A69C-E3B7-7C42F1DDE0FC}"/>
              </a:ext>
            </a:extLst>
          </p:cNvPr>
          <p:cNvPicPr>
            <a:picLocks noChangeAspect="1"/>
          </p:cNvPicPr>
          <p:nvPr/>
        </p:nvPicPr>
        <p:blipFill>
          <a:blip r:embed="rId4"/>
          <a:stretch>
            <a:fillRect/>
          </a:stretch>
        </p:blipFill>
        <p:spPr>
          <a:xfrm>
            <a:off x="241443" y="3759223"/>
            <a:ext cx="6316707" cy="2816910"/>
          </a:xfrm>
          <a:prstGeom prst="rect">
            <a:avLst/>
          </a:prstGeom>
        </p:spPr>
      </p:pic>
    </p:spTree>
    <p:extLst>
      <p:ext uri="{BB962C8B-B14F-4D97-AF65-F5344CB8AC3E}">
        <p14:creationId xmlns:p14="http://schemas.microsoft.com/office/powerpoint/2010/main" val="21287149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426FF-6A40-F2B7-73E3-87B8CF78491B}"/>
              </a:ext>
            </a:extLst>
          </p:cNvPr>
          <p:cNvSpPr>
            <a:spLocks noGrp="1"/>
          </p:cNvSpPr>
          <p:nvPr>
            <p:ph type="title"/>
          </p:nvPr>
        </p:nvSpPr>
        <p:spPr/>
        <p:txBody>
          <a:bodyPr/>
          <a:lstStyle/>
          <a:p>
            <a:r>
              <a:rPr lang="en-GB" dirty="0"/>
              <a:t>Decoder Use</a:t>
            </a:r>
          </a:p>
        </p:txBody>
      </p:sp>
      <p:sp>
        <p:nvSpPr>
          <p:cNvPr id="3" name="Content Placeholder 2">
            <a:extLst>
              <a:ext uri="{FF2B5EF4-FFF2-40B4-BE49-F238E27FC236}">
                <a16:creationId xmlns:a16="http://schemas.microsoft.com/office/drawing/2014/main" id="{6FF3F23E-D5E6-07EA-5EC2-9A8E90AE61EE}"/>
              </a:ext>
            </a:extLst>
          </p:cNvPr>
          <p:cNvSpPr>
            <a:spLocks noGrp="1"/>
          </p:cNvSpPr>
          <p:nvPr>
            <p:ph sz="half" idx="1"/>
          </p:nvPr>
        </p:nvSpPr>
        <p:spPr>
          <a:xfrm>
            <a:off x="230819" y="1825625"/>
            <a:ext cx="5788981" cy="4351338"/>
          </a:xfrm>
        </p:spPr>
        <p:txBody>
          <a:bodyPr>
            <a:normAutofit fontScale="70000" lnSpcReduction="20000"/>
          </a:bodyPr>
          <a:lstStyle/>
          <a:p>
            <a:r>
              <a:rPr lang="en-GB" dirty="0"/>
              <a:t>Example: Address Decoding</a:t>
            </a:r>
            <a:r>
              <a:rPr lang="zh-CN" altLang="en-US" dirty="0"/>
              <a:t>（地址解码）</a:t>
            </a:r>
            <a:endParaRPr lang="en-GB" dirty="0"/>
          </a:p>
          <a:p>
            <a:r>
              <a:rPr lang="en-GB" dirty="0"/>
              <a:t>Address Space</a:t>
            </a:r>
          </a:p>
          <a:p>
            <a:endParaRPr lang="en-GB" dirty="0"/>
          </a:p>
          <a:p>
            <a:endParaRPr lang="en-GB" dirty="0"/>
          </a:p>
          <a:p>
            <a:endParaRPr lang="en-GB" dirty="0"/>
          </a:p>
          <a:p>
            <a:endParaRPr lang="en-GB" dirty="0"/>
          </a:p>
          <a:p>
            <a:endParaRPr lang="en-GB" dirty="0"/>
          </a:p>
          <a:p>
            <a:endParaRPr lang="en-GB" dirty="0"/>
          </a:p>
          <a:p>
            <a:endParaRPr lang="en-GB" dirty="0"/>
          </a:p>
          <a:p>
            <a:r>
              <a:rPr lang="en-GB" dirty="0"/>
              <a:t>10-bit address</a:t>
            </a:r>
          </a:p>
          <a:p>
            <a:pPr lvl="1"/>
            <a:r>
              <a:rPr lang="en-GB" dirty="0">
                <a:solidFill>
                  <a:schemeClr val="accent2"/>
                </a:solidFill>
              </a:rPr>
              <a:t>2 bits to select chip</a:t>
            </a:r>
            <a:r>
              <a:rPr lang="zh-CN" altLang="en-US" dirty="0">
                <a:solidFill>
                  <a:schemeClr val="accent2"/>
                </a:solidFill>
              </a:rPr>
              <a:t>（</a:t>
            </a:r>
            <a:r>
              <a:rPr lang="en-US" altLang="zh-CN" dirty="0">
                <a:solidFill>
                  <a:schemeClr val="accent2"/>
                </a:solidFill>
              </a:rPr>
              <a:t>2</a:t>
            </a:r>
            <a:r>
              <a:rPr lang="zh-CN" altLang="en-US" dirty="0">
                <a:solidFill>
                  <a:schemeClr val="accent2"/>
                </a:solidFill>
              </a:rPr>
              <a:t>选</a:t>
            </a:r>
            <a:r>
              <a:rPr lang="en-US" altLang="zh-CN" dirty="0">
                <a:solidFill>
                  <a:schemeClr val="accent2"/>
                </a:solidFill>
              </a:rPr>
              <a:t>4 decoder</a:t>
            </a:r>
            <a:r>
              <a:rPr lang="zh-CN" altLang="en-US" dirty="0">
                <a:solidFill>
                  <a:schemeClr val="accent2"/>
                </a:solidFill>
              </a:rPr>
              <a:t>）</a:t>
            </a:r>
            <a:endParaRPr lang="en-GB" dirty="0">
              <a:solidFill>
                <a:schemeClr val="accent2"/>
              </a:solidFill>
            </a:endParaRPr>
          </a:p>
          <a:p>
            <a:pPr lvl="1"/>
            <a:r>
              <a:rPr lang="en-GB" dirty="0">
                <a:solidFill>
                  <a:schemeClr val="accent2"/>
                </a:solidFill>
              </a:rPr>
              <a:t>8 bits to select location in chip</a:t>
            </a:r>
            <a:r>
              <a:rPr lang="zh-CN" altLang="en-US" dirty="0">
                <a:solidFill>
                  <a:schemeClr val="accent2"/>
                </a:solidFill>
              </a:rPr>
              <a:t>（</a:t>
            </a:r>
            <a:r>
              <a:rPr lang="en-US" altLang="zh-CN" dirty="0">
                <a:solidFill>
                  <a:schemeClr val="accent2"/>
                </a:solidFill>
              </a:rPr>
              <a:t>8</a:t>
            </a:r>
            <a:r>
              <a:rPr lang="zh-CN" altLang="en-US" dirty="0">
                <a:solidFill>
                  <a:schemeClr val="accent2"/>
                </a:solidFill>
              </a:rPr>
              <a:t>选</a:t>
            </a:r>
            <a:r>
              <a:rPr lang="en-US" altLang="zh-CN" dirty="0">
                <a:solidFill>
                  <a:schemeClr val="accent2"/>
                </a:solidFill>
              </a:rPr>
              <a:t>256 decoder</a:t>
            </a:r>
            <a:r>
              <a:rPr lang="zh-CN" altLang="en-US" dirty="0">
                <a:solidFill>
                  <a:schemeClr val="accent2"/>
                </a:solidFill>
              </a:rPr>
              <a:t>）</a:t>
            </a:r>
            <a:endParaRPr lang="en-GB" dirty="0">
              <a:solidFill>
                <a:schemeClr val="accent2"/>
              </a:solidFill>
            </a:endParaRPr>
          </a:p>
          <a:p>
            <a:pPr lvl="1"/>
            <a:r>
              <a:rPr lang="zh-CN" altLang="en-US" dirty="0"/>
              <a:t>有</a:t>
            </a:r>
            <a:r>
              <a:rPr lang="en-US" altLang="zh-CN" dirty="0"/>
              <a:t>4</a:t>
            </a:r>
            <a:r>
              <a:rPr lang="zh-CN" altLang="en-US" dirty="0"/>
              <a:t>个内存条</a:t>
            </a:r>
            <a:endParaRPr lang="en-GB" dirty="0"/>
          </a:p>
          <a:p>
            <a:endParaRPr lang="en-GB" dirty="0"/>
          </a:p>
        </p:txBody>
      </p:sp>
      <p:pic>
        <p:nvPicPr>
          <p:cNvPr id="5" name="Content Placeholder 4" descr="Eight input address lines A 0 to A 7 are given to four 256 cross 8 dash bit RAM chips. A 2 dash to negative 4 decoder has 2 input address lines A 8 and A 9 that give 4 output lines. Each of the output lines enables a 256 cross 8 bit RAM chip. " title="A diagram illustrates an address decoder. ">
            <a:extLst>
              <a:ext uri="{FF2B5EF4-FFF2-40B4-BE49-F238E27FC236}">
                <a16:creationId xmlns:a16="http://schemas.microsoft.com/office/drawing/2014/main" id="{BC1D166E-F583-A183-D321-F72A7D5F028F}"/>
              </a:ext>
            </a:extLst>
          </p:cNvPr>
          <p:cNvPicPr>
            <a:picLocks noGrp="1" noChangeAspect="1"/>
          </p:cNvPicPr>
          <p:nvPr>
            <p:ph sz="half" idx="2"/>
          </p:nvPr>
        </p:nvPicPr>
        <p:blipFill rotWithShape="1">
          <a:blip r:embed="rId2">
            <a:extLst>
              <a:ext uri="{28A0092B-C50C-407E-A947-70E740481C1C}">
                <a14:useLocalDpi xmlns:a14="http://schemas.microsoft.com/office/drawing/2010/main" val="0"/>
              </a:ext>
            </a:extLst>
          </a:blip>
          <a:srcRect l="6259" t="20087" r="5047" b="39042"/>
          <a:stretch/>
        </p:blipFill>
        <p:spPr>
          <a:xfrm>
            <a:off x="6172200" y="1883999"/>
            <a:ext cx="5181600" cy="3090001"/>
          </a:xfrm>
          <a:prstGeom prst="rect">
            <a:avLst/>
          </a:prstGeom>
        </p:spPr>
      </p:pic>
      <p:graphicFrame>
        <p:nvGraphicFramePr>
          <p:cNvPr id="6" name="Table 5">
            <a:extLst>
              <a:ext uri="{FF2B5EF4-FFF2-40B4-BE49-F238E27FC236}">
                <a16:creationId xmlns:a16="http://schemas.microsoft.com/office/drawing/2014/main" id="{A631DF52-E839-BAB4-372D-C7468992B71C}"/>
              </a:ext>
            </a:extLst>
          </p:cNvPr>
          <p:cNvGraphicFramePr>
            <a:graphicFrameLocks noGrp="1"/>
          </p:cNvGraphicFramePr>
          <p:nvPr>
            <p:extLst>
              <p:ext uri="{D42A27DB-BD31-4B8C-83A1-F6EECF244321}">
                <p14:modId xmlns:p14="http://schemas.microsoft.com/office/powerpoint/2010/main" val="1312134675"/>
              </p:ext>
            </p:extLst>
          </p:nvPr>
        </p:nvGraphicFramePr>
        <p:xfrm>
          <a:off x="1748221" y="2811343"/>
          <a:ext cx="2645104" cy="1849120"/>
        </p:xfrm>
        <a:graphic>
          <a:graphicData uri="http://schemas.openxmlformats.org/drawingml/2006/table">
            <a:tbl>
              <a:tblPr firstRow="1" bandRow="1">
                <a:tableStyleId>{7E9639D4-E3E2-4D34-9284-5A2195B3D0D7}</a:tableStyleId>
              </a:tblPr>
              <a:tblGrid>
                <a:gridCol w="1322552">
                  <a:extLst>
                    <a:ext uri="{9D8B030D-6E8A-4147-A177-3AD203B41FA5}">
                      <a16:colId xmlns:a16="http://schemas.microsoft.com/office/drawing/2014/main" val="1530943324"/>
                    </a:ext>
                  </a:extLst>
                </a:gridCol>
                <a:gridCol w="1322552">
                  <a:extLst>
                    <a:ext uri="{9D8B030D-6E8A-4147-A177-3AD203B41FA5}">
                      <a16:colId xmlns:a16="http://schemas.microsoft.com/office/drawing/2014/main" val="1675926759"/>
                    </a:ext>
                  </a:extLst>
                </a:gridCol>
              </a:tblGrid>
              <a:tr h="0">
                <a:tc>
                  <a:txBody>
                    <a:bodyPr/>
                    <a:lstStyle/>
                    <a:p>
                      <a:pPr algn="ctr"/>
                      <a:r>
                        <a:rPr lang="en-GB" dirty="0"/>
                        <a:t>Address</a:t>
                      </a:r>
                    </a:p>
                  </a:txBody>
                  <a:tcPr/>
                </a:tc>
                <a:tc>
                  <a:txBody>
                    <a:bodyPr/>
                    <a:lstStyle/>
                    <a:p>
                      <a:pPr algn="ctr"/>
                      <a:r>
                        <a:rPr lang="en-GB" dirty="0"/>
                        <a:t>Chip</a:t>
                      </a:r>
                    </a:p>
                  </a:txBody>
                  <a:tcPr/>
                </a:tc>
                <a:extLst>
                  <a:ext uri="{0D108BD9-81ED-4DB2-BD59-A6C34878D82A}">
                    <a16:rowId xmlns:a16="http://schemas.microsoft.com/office/drawing/2014/main" val="44995027"/>
                  </a:ext>
                </a:extLst>
              </a:tr>
              <a:tr h="370840">
                <a:tc>
                  <a:txBody>
                    <a:bodyPr/>
                    <a:lstStyle/>
                    <a:p>
                      <a:r>
                        <a:rPr lang="en-GB" dirty="0"/>
                        <a:t>0000 – 00FF</a:t>
                      </a:r>
                    </a:p>
                  </a:txBody>
                  <a:tcPr/>
                </a:tc>
                <a:tc>
                  <a:txBody>
                    <a:bodyPr/>
                    <a:lstStyle/>
                    <a:p>
                      <a:pPr algn="ctr"/>
                      <a:r>
                        <a:rPr lang="en-GB" dirty="0"/>
                        <a:t>0</a:t>
                      </a:r>
                    </a:p>
                  </a:txBody>
                  <a:tcPr/>
                </a:tc>
                <a:extLst>
                  <a:ext uri="{0D108BD9-81ED-4DB2-BD59-A6C34878D82A}">
                    <a16:rowId xmlns:a16="http://schemas.microsoft.com/office/drawing/2014/main" val="425085282"/>
                  </a:ext>
                </a:extLst>
              </a:tr>
              <a:tr h="370840">
                <a:tc>
                  <a:txBody>
                    <a:bodyPr/>
                    <a:lstStyle/>
                    <a:p>
                      <a:r>
                        <a:rPr lang="en-GB" dirty="0"/>
                        <a:t>0100 – 01FF</a:t>
                      </a:r>
                    </a:p>
                  </a:txBody>
                  <a:tcPr/>
                </a:tc>
                <a:tc>
                  <a:txBody>
                    <a:bodyPr/>
                    <a:lstStyle/>
                    <a:p>
                      <a:pPr algn="ctr"/>
                      <a:r>
                        <a:rPr lang="en-GB" dirty="0"/>
                        <a:t>1</a:t>
                      </a:r>
                    </a:p>
                  </a:txBody>
                  <a:tcPr/>
                </a:tc>
                <a:extLst>
                  <a:ext uri="{0D108BD9-81ED-4DB2-BD59-A6C34878D82A}">
                    <a16:rowId xmlns:a16="http://schemas.microsoft.com/office/drawing/2014/main" val="1555150284"/>
                  </a:ext>
                </a:extLst>
              </a:tr>
              <a:tr h="370840">
                <a:tc>
                  <a:txBody>
                    <a:bodyPr/>
                    <a:lstStyle/>
                    <a:p>
                      <a:r>
                        <a:rPr lang="en-GB" dirty="0"/>
                        <a:t>0200 – 02FF</a:t>
                      </a:r>
                    </a:p>
                  </a:txBody>
                  <a:tcPr/>
                </a:tc>
                <a:tc>
                  <a:txBody>
                    <a:bodyPr/>
                    <a:lstStyle/>
                    <a:p>
                      <a:pPr algn="ctr"/>
                      <a:r>
                        <a:rPr lang="en-GB" dirty="0"/>
                        <a:t>2</a:t>
                      </a:r>
                    </a:p>
                  </a:txBody>
                  <a:tcPr/>
                </a:tc>
                <a:extLst>
                  <a:ext uri="{0D108BD9-81ED-4DB2-BD59-A6C34878D82A}">
                    <a16:rowId xmlns:a16="http://schemas.microsoft.com/office/drawing/2014/main" val="2062207810"/>
                  </a:ext>
                </a:extLst>
              </a:tr>
              <a:tr h="370840">
                <a:tc>
                  <a:txBody>
                    <a:bodyPr/>
                    <a:lstStyle/>
                    <a:p>
                      <a:r>
                        <a:rPr lang="en-GB" dirty="0"/>
                        <a:t>0300 – 03FF</a:t>
                      </a:r>
                    </a:p>
                  </a:txBody>
                  <a:tcPr/>
                </a:tc>
                <a:tc>
                  <a:txBody>
                    <a:bodyPr/>
                    <a:lstStyle/>
                    <a:p>
                      <a:pPr algn="ctr"/>
                      <a:r>
                        <a:rPr lang="en-GB" dirty="0"/>
                        <a:t>3</a:t>
                      </a:r>
                    </a:p>
                  </a:txBody>
                  <a:tcPr/>
                </a:tc>
                <a:extLst>
                  <a:ext uri="{0D108BD9-81ED-4DB2-BD59-A6C34878D82A}">
                    <a16:rowId xmlns:a16="http://schemas.microsoft.com/office/drawing/2014/main" val="2027870320"/>
                  </a:ext>
                </a:extLst>
              </a:tr>
            </a:tbl>
          </a:graphicData>
        </a:graphic>
      </p:graphicFrame>
    </p:spTree>
    <p:extLst>
      <p:ext uri="{BB962C8B-B14F-4D97-AF65-F5344CB8AC3E}">
        <p14:creationId xmlns:p14="http://schemas.microsoft.com/office/powerpoint/2010/main" val="2741767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3CE3A-765F-03C2-7E5F-A030F96997C1}"/>
              </a:ext>
            </a:extLst>
          </p:cNvPr>
          <p:cNvSpPr>
            <a:spLocks noGrp="1"/>
          </p:cNvSpPr>
          <p:nvPr>
            <p:ph type="title"/>
          </p:nvPr>
        </p:nvSpPr>
        <p:spPr/>
        <p:txBody>
          <a:bodyPr/>
          <a:lstStyle/>
          <a:p>
            <a:r>
              <a:rPr lang="en-GB" dirty="0"/>
              <a:t>Exercise: 1-to-2 decoder</a:t>
            </a:r>
          </a:p>
        </p:txBody>
      </p:sp>
      <p:sp>
        <p:nvSpPr>
          <p:cNvPr id="3" name="Content Placeholder 2">
            <a:extLst>
              <a:ext uri="{FF2B5EF4-FFF2-40B4-BE49-F238E27FC236}">
                <a16:creationId xmlns:a16="http://schemas.microsoft.com/office/drawing/2014/main" id="{2437352B-A3C3-70B8-CF1E-B248E14FEFAC}"/>
              </a:ext>
            </a:extLst>
          </p:cNvPr>
          <p:cNvSpPr>
            <a:spLocks noGrp="1"/>
          </p:cNvSpPr>
          <p:nvPr>
            <p:ph idx="1"/>
          </p:nvPr>
        </p:nvSpPr>
        <p:spPr/>
        <p:txBody>
          <a:bodyPr/>
          <a:lstStyle/>
          <a:p>
            <a:r>
              <a:rPr lang="en-GB" dirty="0"/>
              <a:t>Use </a:t>
            </a:r>
            <a:r>
              <a:rPr lang="en-GB" dirty="0">
                <a:hlinkClick r:id="rId2"/>
              </a:rPr>
              <a:t>https://logic.ly/demo</a:t>
            </a:r>
            <a:r>
              <a:rPr lang="en-GB" dirty="0"/>
              <a:t> or pen and paper to design a 1-to-2 decoder</a:t>
            </a:r>
          </a:p>
          <a:p>
            <a:pPr lvl="1"/>
            <a:r>
              <a:rPr lang="en-GB" dirty="0"/>
              <a:t>If input is 0, switch on bulb 1, turn off bulb 2</a:t>
            </a:r>
          </a:p>
          <a:p>
            <a:pPr lvl="1"/>
            <a:r>
              <a:rPr lang="en-GB" dirty="0"/>
              <a:t>If input is 1, turn off bulb 1, switch on bulb 2</a:t>
            </a:r>
          </a:p>
        </p:txBody>
      </p:sp>
    </p:spTree>
    <p:extLst>
      <p:ext uri="{BB962C8B-B14F-4D97-AF65-F5344CB8AC3E}">
        <p14:creationId xmlns:p14="http://schemas.microsoft.com/office/powerpoint/2010/main" val="40328924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A1D301-EC22-E04F-5ABB-F684888D1D8B}"/>
              </a:ext>
            </a:extLst>
          </p:cNvPr>
          <p:cNvSpPr>
            <a:spLocks noGrp="1"/>
          </p:cNvSpPr>
          <p:nvPr>
            <p:ph type="title"/>
          </p:nvPr>
        </p:nvSpPr>
        <p:spPr/>
        <p:txBody>
          <a:bodyPr/>
          <a:lstStyle/>
          <a:p>
            <a:r>
              <a:rPr lang="en-US" altLang="zh-CN" dirty="0"/>
              <a:t>MUX, DEMUX, Decoder</a:t>
            </a:r>
            <a:r>
              <a:rPr lang="zh-CN" altLang="en-US" dirty="0"/>
              <a:t>对比</a:t>
            </a:r>
          </a:p>
        </p:txBody>
      </p:sp>
      <p:graphicFrame>
        <p:nvGraphicFramePr>
          <p:cNvPr id="4" name="内容占位符 3">
            <a:extLst>
              <a:ext uri="{FF2B5EF4-FFF2-40B4-BE49-F238E27FC236}">
                <a16:creationId xmlns:a16="http://schemas.microsoft.com/office/drawing/2014/main" id="{117C0017-2FFF-8902-3A2E-713F780592E8}"/>
              </a:ext>
            </a:extLst>
          </p:cNvPr>
          <p:cNvGraphicFramePr>
            <a:graphicFrameLocks noGrp="1"/>
          </p:cNvGraphicFramePr>
          <p:nvPr>
            <p:ph idx="1"/>
            <p:extLst>
              <p:ext uri="{D42A27DB-BD31-4B8C-83A1-F6EECF244321}">
                <p14:modId xmlns:p14="http://schemas.microsoft.com/office/powerpoint/2010/main" val="2147835147"/>
              </p:ext>
            </p:extLst>
          </p:nvPr>
        </p:nvGraphicFramePr>
        <p:xfrm>
          <a:off x="838200" y="1945639"/>
          <a:ext cx="10953752" cy="2292986"/>
        </p:xfrm>
        <a:graphic>
          <a:graphicData uri="http://schemas.openxmlformats.org/drawingml/2006/table">
            <a:tbl>
              <a:tblPr firstRow="1" bandRow="1">
                <a:tableStyleId>{5C22544A-7EE6-4342-B048-85BDC9FD1C3A}</a:tableStyleId>
              </a:tblPr>
              <a:tblGrid>
                <a:gridCol w="1857375">
                  <a:extLst>
                    <a:ext uri="{9D8B030D-6E8A-4147-A177-3AD203B41FA5}">
                      <a16:colId xmlns:a16="http://schemas.microsoft.com/office/drawing/2014/main" val="1993758723"/>
                    </a:ext>
                  </a:extLst>
                </a:gridCol>
                <a:gridCol w="2876550">
                  <a:extLst>
                    <a:ext uri="{9D8B030D-6E8A-4147-A177-3AD203B41FA5}">
                      <a16:colId xmlns:a16="http://schemas.microsoft.com/office/drawing/2014/main" val="2605996836"/>
                    </a:ext>
                  </a:extLst>
                </a:gridCol>
                <a:gridCol w="3019425">
                  <a:extLst>
                    <a:ext uri="{9D8B030D-6E8A-4147-A177-3AD203B41FA5}">
                      <a16:colId xmlns:a16="http://schemas.microsoft.com/office/drawing/2014/main" val="1332787800"/>
                    </a:ext>
                  </a:extLst>
                </a:gridCol>
                <a:gridCol w="3200402">
                  <a:extLst>
                    <a:ext uri="{9D8B030D-6E8A-4147-A177-3AD203B41FA5}">
                      <a16:colId xmlns:a16="http://schemas.microsoft.com/office/drawing/2014/main" val="2004909881"/>
                    </a:ext>
                  </a:extLst>
                </a:gridCol>
              </a:tblGrid>
              <a:tr h="734399">
                <a:tc>
                  <a:txBody>
                    <a:bodyPr/>
                    <a:lstStyle/>
                    <a:p>
                      <a:pPr algn="ctr"/>
                      <a:endParaRPr lang="zh-CN" altLang="en-US" dirty="0"/>
                    </a:p>
                  </a:txBody>
                  <a:tcPr/>
                </a:tc>
                <a:tc>
                  <a:txBody>
                    <a:bodyPr/>
                    <a:lstStyle/>
                    <a:p>
                      <a:pPr algn="ctr"/>
                      <a:r>
                        <a:rPr lang="en-US" altLang="zh-CN" dirty="0"/>
                        <a:t>MUX</a:t>
                      </a:r>
                      <a:endParaRPr lang="zh-CN" altLang="en-US" dirty="0"/>
                    </a:p>
                  </a:txBody>
                  <a:tcPr/>
                </a:tc>
                <a:tc>
                  <a:txBody>
                    <a:bodyPr/>
                    <a:lstStyle/>
                    <a:p>
                      <a:pPr algn="ctr"/>
                      <a:r>
                        <a:rPr lang="en-US" altLang="zh-CN" dirty="0"/>
                        <a:t>DEMUX</a:t>
                      </a:r>
                      <a:endParaRPr lang="zh-CN" altLang="en-US" dirty="0"/>
                    </a:p>
                  </a:txBody>
                  <a:tcPr/>
                </a:tc>
                <a:tc>
                  <a:txBody>
                    <a:bodyPr/>
                    <a:lstStyle/>
                    <a:p>
                      <a:pPr algn="ctr"/>
                      <a:r>
                        <a:rPr lang="en-US" altLang="zh-CN" dirty="0"/>
                        <a:t>Decoder</a:t>
                      </a:r>
                      <a:endParaRPr lang="zh-CN" altLang="en-US" dirty="0"/>
                    </a:p>
                  </a:txBody>
                  <a:tcPr/>
                </a:tc>
                <a:extLst>
                  <a:ext uri="{0D108BD9-81ED-4DB2-BD59-A6C34878D82A}">
                    <a16:rowId xmlns:a16="http://schemas.microsoft.com/office/drawing/2014/main" val="1678663199"/>
                  </a:ext>
                </a:extLst>
              </a:tr>
              <a:tr h="53941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INPUT/OUTPUT</a:t>
                      </a:r>
                      <a:endParaRPr lang="zh-CN" altLang="en-US" dirty="0"/>
                    </a:p>
                    <a:p>
                      <a:endParaRPr lang="zh-CN" altLang="en-US" dirty="0"/>
                    </a:p>
                  </a:txBody>
                  <a:tcPr/>
                </a:tc>
                <a:tc>
                  <a:txBody>
                    <a:bodyPr/>
                    <a:lstStyle/>
                    <a:p>
                      <a:pPr algn="ctr"/>
                      <a:r>
                        <a:rPr lang="en-US" altLang="zh-CN" dirty="0"/>
                        <a:t>n IN    - 1 OUT</a:t>
                      </a:r>
                      <a:endParaRPr lang="zh-CN" alt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dirty="0"/>
                        <a:t>1 IN    - N OUT</a:t>
                      </a:r>
                      <a:endParaRPr lang="zh-CN" altLang="en-US" dirty="0"/>
                    </a:p>
                    <a:p>
                      <a:endParaRPr lang="zh-CN" alt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dirty="0"/>
                        <a:t>n IN – </a:t>
                      </a:r>
                      <a:r>
                        <a:rPr lang="en-US" altLang="zh-CN" dirty="0" err="1"/>
                        <a:t>2^n</a:t>
                      </a:r>
                      <a:r>
                        <a:rPr lang="en-US" altLang="zh-CN" dirty="0"/>
                        <a:t> OUT</a:t>
                      </a:r>
                      <a:endParaRPr lang="zh-CN" altLang="en-US" dirty="0"/>
                    </a:p>
                    <a:p>
                      <a:endParaRPr lang="zh-CN" altLang="en-US" dirty="0"/>
                    </a:p>
                  </a:txBody>
                  <a:tcPr/>
                </a:tc>
                <a:extLst>
                  <a:ext uri="{0D108BD9-81ED-4DB2-BD59-A6C34878D82A}">
                    <a16:rowId xmlns:a16="http://schemas.microsoft.com/office/drawing/2014/main" val="1720769680"/>
                  </a:ext>
                </a:extLst>
              </a:tr>
              <a:tr h="918507">
                <a:tc>
                  <a:txBody>
                    <a:bodyPr/>
                    <a:lstStyle/>
                    <a:p>
                      <a:r>
                        <a:rPr lang="en-US" altLang="zh-CN" dirty="0"/>
                        <a:t>Use</a:t>
                      </a:r>
                      <a:endParaRPr lang="zh-CN" altLang="en-US" dirty="0"/>
                    </a:p>
                  </a:txBody>
                  <a:tcPr/>
                </a:tc>
                <a:tc>
                  <a:txBody>
                    <a:bodyPr/>
                    <a:lstStyle/>
                    <a:p>
                      <a:pPr algn="ctr"/>
                      <a:r>
                        <a:rPr lang="en-GB" altLang="zh-CN" sz="1800" kern="1200" dirty="0">
                          <a:solidFill>
                            <a:schemeClr val="dk1"/>
                          </a:solidFill>
                          <a:latin typeface="+mn-lt"/>
                          <a:ea typeface="+mn-ea"/>
                          <a:cs typeface="+mn-cs"/>
                        </a:rPr>
                        <a:t>control routing(</a:t>
                      </a:r>
                      <a:r>
                        <a:rPr lang="zh-CN" altLang="en-US" sz="1800" kern="1200" dirty="0">
                          <a:solidFill>
                            <a:schemeClr val="dk1"/>
                          </a:solidFill>
                          <a:latin typeface="+mn-lt"/>
                          <a:ea typeface="+mn-ea"/>
                          <a:cs typeface="+mn-cs"/>
                        </a:rPr>
                        <a:t>路由</a:t>
                      </a:r>
                      <a:r>
                        <a:rPr lang="en-US" altLang="zh-CN" sz="1800" kern="1200" dirty="0">
                          <a:solidFill>
                            <a:schemeClr val="dk1"/>
                          </a:solidFill>
                          <a:latin typeface="+mn-lt"/>
                          <a:ea typeface="+mn-ea"/>
                          <a:cs typeface="+mn-cs"/>
                        </a:rPr>
                        <a:t>)</a:t>
                      </a:r>
                      <a:r>
                        <a:rPr lang="en-GB" altLang="zh-CN" sz="1800" kern="1200" dirty="0">
                          <a:solidFill>
                            <a:schemeClr val="dk1"/>
                          </a:solidFill>
                          <a:latin typeface="+mn-lt"/>
                          <a:ea typeface="+mn-ea"/>
                          <a:cs typeface="+mn-cs"/>
                        </a:rPr>
                        <a:t> of data and signals</a:t>
                      </a:r>
                    </a:p>
                    <a:p>
                      <a:pPr algn="ctr"/>
                      <a:r>
                        <a:rPr lang="en-GB" altLang="zh-CN" sz="1800" kern="1200" dirty="0">
                          <a:solidFill>
                            <a:schemeClr val="dk1"/>
                          </a:solidFill>
                          <a:latin typeface="+mn-lt"/>
                          <a:ea typeface="+mn-ea"/>
                          <a:cs typeface="+mn-cs"/>
                        </a:rPr>
                        <a:t>Eg    PC register</a:t>
                      </a:r>
                      <a:endParaRPr lang="zh-CN" altLang="en-US" sz="1800" kern="1200" dirty="0">
                        <a:solidFill>
                          <a:schemeClr val="dk1"/>
                        </a:solidFill>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tLang="zh-CN" dirty="0"/>
                        <a:t>Selects output path</a:t>
                      </a:r>
                    </a:p>
                    <a:p>
                      <a:pPr algn="ctr"/>
                      <a:endParaRPr lang="zh-CN" altLang="en-US" dirty="0"/>
                    </a:p>
                  </a:txBody>
                  <a:tcPr/>
                </a:tc>
                <a:tc>
                  <a:txBody>
                    <a:bodyPr/>
                    <a:lstStyle/>
                    <a:p>
                      <a:pPr algn="ctr"/>
                      <a:r>
                        <a:rPr lang="en-GB" altLang="zh-CN" dirty="0"/>
                        <a:t>Address Decoding</a:t>
                      </a:r>
                    </a:p>
                    <a:p>
                      <a:pPr algn="ctr"/>
                      <a:r>
                        <a:rPr lang="zh-CN" altLang="en-US" dirty="0"/>
                        <a:t>地址解码</a:t>
                      </a:r>
                    </a:p>
                  </a:txBody>
                  <a:tcPr/>
                </a:tc>
                <a:extLst>
                  <a:ext uri="{0D108BD9-81ED-4DB2-BD59-A6C34878D82A}">
                    <a16:rowId xmlns:a16="http://schemas.microsoft.com/office/drawing/2014/main" val="3733506070"/>
                  </a:ext>
                </a:extLst>
              </a:tr>
            </a:tbl>
          </a:graphicData>
        </a:graphic>
      </p:graphicFrame>
      <p:pic>
        <p:nvPicPr>
          <p:cNvPr id="6" name="图片 5">
            <a:extLst>
              <a:ext uri="{FF2B5EF4-FFF2-40B4-BE49-F238E27FC236}">
                <a16:creationId xmlns:a16="http://schemas.microsoft.com/office/drawing/2014/main" id="{D94BD5D8-51AB-D57F-FCBB-E722550AF920}"/>
              </a:ext>
            </a:extLst>
          </p:cNvPr>
          <p:cNvPicPr>
            <a:picLocks noChangeAspect="1"/>
          </p:cNvPicPr>
          <p:nvPr/>
        </p:nvPicPr>
        <p:blipFill>
          <a:blip r:embed="rId2"/>
          <a:stretch>
            <a:fillRect/>
          </a:stretch>
        </p:blipFill>
        <p:spPr>
          <a:xfrm>
            <a:off x="2672182" y="4486434"/>
            <a:ext cx="2782522" cy="1700206"/>
          </a:xfrm>
          <a:prstGeom prst="rect">
            <a:avLst/>
          </a:prstGeom>
        </p:spPr>
      </p:pic>
      <p:pic>
        <p:nvPicPr>
          <p:cNvPr id="8" name="图片 7">
            <a:extLst>
              <a:ext uri="{FF2B5EF4-FFF2-40B4-BE49-F238E27FC236}">
                <a16:creationId xmlns:a16="http://schemas.microsoft.com/office/drawing/2014/main" id="{96B20350-4F88-B656-DD14-FA664FE19FCB}"/>
              </a:ext>
            </a:extLst>
          </p:cNvPr>
          <p:cNvPicPr>
            <a:picLocks noChangeAspect="1"/>
          </p:cNvPicPr>
          <p:nvPr/>
        </p:nvPicPr>
        <p:blipFill>
          <a:blip r:embed="rId3"/>
          <a:stretch>
            <a:fillRect/>
          </a:stretch>
        </p:blipFill>
        <p:spPr>
          <a:xfrm>
            <a:off x="5733768" y="4534059"/>
            <a:ext cx="2649298" cy="1580831"/>
          </a:xfrm>
          <a:prstGeom prst="rect">
            <a:avLst/>
          </a:prstGeom>
        </p:spPr>
      </p:pic>
      <p:sp>
        <p:nvSpPr>
          <p:cNvPr id="9" name="矩形 8">
            <a:extLst>
              <a:ext uri="{FF2B5EF4-FFF2-40B4-BE49-F238E27FC236}">
                <a16:creationId xmlns:a16="http://schemas.microsoft.com/office/drawing/2014/main" id="{D48F8E55-6A49-E6E8-014E-B33D9A3BFD98}"/>
              </a:ext>
            </a:extLst>
          </p:cNvPr>
          <p:cNvSpPr/>
          <p:nvPr/>
        </p:nvSpPr>
        <p:spPr>
          <a:xfrm>
            <a:off x="3267075" y="4618375"/>
            <a:ext cx="1933575" cy="153016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1" name="图片 10">
            <a:extLst>
              <a:ext uri="{FF2B5EF4-FFF2-40B4-BE49-F238E27FC236}">
                <a16:creationId xmlns:a16="http://schemas.microsoft.com/office/drawing/2014/main" id="{882A991A-2506-FB10-9859-834CD80C3256}"/>
              </a:ext>
            </a:extLst>
          </p:cNvPr>
          <p:cNvPicPr>
            <a:picLocks noChangeAspect="1"/>
          </p:cNvPicPr>
          <p:nvPr/>
        </p:nvPicPr>
        <p:blipFill>
          <a:blip r:embed="rId4"/>
          <a:stretch>
            <a:fillRect/>
          </a:stretch>
        </p:blipFill>
        <p:spPr>
          <a:xfrm>
            <a:off x="8914299" y="4493576"/>
            <a:ext cx="2649298" cy="1887268"/>
          </a:xfrm>
          <a:prstGeom prst="rect">
            <a:avLst/>
          </a:prstGeom>
        </p:spPr>
      </p:pic>
      <p:sp>
        <p:nvSpPr>
          <p:cNvPr id="12" name="矩形 11">
            <a:extLst>
              <a:ext uri="{FF2B5EF4-FFF2-40B4-BE49-F238E27FC236}">
                <a16:creationId xmlns:a16="http://schemas.microsoft.com/office/drawing/2014/main" id="{517E56B3-8748-9F35-CB1F-57145B72EDD2}"/>
              </a:ext>
            </a:extLst>
          </p:cNvPr>
          <p:cNvSpPr/>
          <p:nvPr/>
        </p:nvSpPr>
        <p:spPr>
          <a:xfrm>
            <a:off x="9305926" y="4493576"/>
            <a:ext cx="2257672" cy="151669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924623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F88A0-F37E-D79F-306E-9180178F2ABA}"/>
              </a:ext>
            </a:extLst>
          </p:cNvPr>
          <p:cNvSpPr>
            <a:spLocks noGrp="1"/>
          </p:cNvSpPr>
          <p:nvPr>
            <p:ph type="title"/>
          </p:nvPr>
        </p:nvSpPr>
        <p:spPr/>
        <p:txBody>
          <a:bodyPr/>
          <a:lstStyle/>
          <a:p>
            <a:r>
              <a:rPr lang="en-GB" dirty="0"/>
              <a:t>Adder</a:t>
            </a:r>
            <a:r>
              <a:rPr lang="zh-CN" altLang="en-US" dirty="0"/>
              <a:t>（累加器）</a:t>
            </a:r>
            <a:endParaRPr lang="en-GB" dirty="0"/>
          </a:p>
        </p:txBody>
      </p:sp>
      <p:sp>
        <p:nvSpPr>
          <p:cNvPr id="5" name="Content Placeholder 4">
            <a:extLst>
              <a:ext uri="{FF2B5EF4-FFF2-40B4-BE49-F238E27FC236}">
                <a16:creationId xmlns:a16="http://schemas.microsoft.com/office/drawing/2014/main" id="{943E3B4F-EDC6-C149-3068-ECB33CEC4EE6}"/>
              </a:ext>
            </a:extLst>
          </p:cNvPr>
          <p:cNvSpPr>
            <a:spLocks noGrp="1"/>
          </p:cNvSpPr>
          <p:nvPr>
            <p:ph sz="half" idx="1"/>
          </p:nvPr>
        </p:nvSpPr>
        <p:spPr/>
        <p:txBody>
          <a:bodyPr/>
          <a:lstStyle/>
          <a:p>
            <a:r>
              <a:rPr lang="en-GB" dirty="0"/>
              <a:t>An adder is a circuit which </a:t>
            </a:r>
            <a:r>
              <a:rPr lang="en-GB" dirty="0">
                <a:solidFill>
                  <a:schemeClr val="accent2"/>
                </a:solidFill>
              </a:rPr>
              <a:t>adds two bit and outputs the sum and carry bits</a:t>
            </a:r>
            <a:r>
              <a:rPr lang="zh-CN" altLang="en-US" dirty="0">
                <a:solidFill>
                  <a:schemeClr val="accent2"/>
                </a:solidFill>
              </a:rPr>
              <a:t>（进位）</a:t>
            </a:r>
            <a:r>
              <a:rPr lang="en-GB" dirty="0">
                <a:solidFill>
                  <a:schemeClr val="accent2"/>
                </a:solidFill>
              </a:rPr>
              <a:t>.</a:t>
            </a:r>
          </a:p>
          <a:p>
            <a:r>
              <a:rPr lang="en-GB" dirty="0"/>
              <a:t>Remember binary addition</a:t>
            </a:r>
          </a:p>
          <a:p>
            <a:pPr lvl="1"/>
            <a:r>
              <a:rPr lang="en-GB" dirty="0"/>
              <a:t>0 + 0 = 0</a:t>
            </a:r>
          </a:p>
          <a:p>
            <a:pPr lvl="1"/>
            <a:r>
              <a:rPr lang="en-GB" dirty="0"/>
              <a:t>0 + 1 = 1</a:t>
            </a:r>
          </a:p>
          <a:p>
            <a:pPr lvl="1"/>
            <a:r>
              <a:rPr lang="en-GB" dirty="0"/>
              <a:t>1 + 0 = 1</a:t>
            </a:r>
          </a:p>
          <a:p>
            <a:pPr lvl="1"/>
            <a:r>
              <a:rPr lang="en-GB" dirty="0"/>
              <a:t>1 + 1 = 10 (value 0 plus carry 1)</a:t>
            </a:r>
          </a:p>
          <a:p>
            <a:pPr marL="457200" lvl="1" indent="0">
              <a:buNone/>
            </a:pPr>
            <a:endParaRPr lang="en-GB" dirty="0"/>
          </a:p>
        </p:txBody>
      </p:sp>
      <p:graphicFrame>
        <p:nvGraphicFramePr>
          <p:cNvPr id="7" name="Content Placeholder 6">
            <a:extLst>
              <a:ext uri="{FF2B5EF4-FFF2-40B4-BE49-F238E27FC236}">
                <a16:creationId xmlns:a16="http://schemas.microsoft.com/office/drawing/2014/main" id="{D5B27F1F-B9E2-9085-4DD2-E76218578D22}"/>
              </a:ext>
            </a:extLst>
          </p:cNvPr>
          <p:cNvGraphicFramePr>
            <a:graphicFrameLocks noGrp="1"/>
          </p:cNvGraphicFramePr>
          <p:nvPr>
            <p:ph sz="half" idx="2"/>
            <p:extLst>
              <p:ext uri="{D42A27DB-BD31-4B8C-83A1-F6EECF244321}">
                <p14:modId xmlns:p14="http://schemas.microsoft.com/office/powerpoint/2010/main" val="1662366732"/>
              </p:ext>
            </p:extLst>
          </p:nvPr>
        </p:nvGraphicFramePr>
        <p:xfrm>
          <a:off x="6172200" y="1825625"/>
          <a:ext cx="5181600" cy="1854200"/>
        </p:xfrm>
        <a:graphic>
          <a:graphicData uri="http://schemas.openxmlformats.org/drawingml/2006/table">
            <a:tbl>
              <a:tblPr firstRow="1" bandRow="1">
                <a:tableStyleId>{7E9639D4-E3E2-4D34-9284-5A2195B3D0D7}</a:tableStyleId>
              </a:tblPr>
              <a:tblGrid>
                <a:gridCol w="1295400">
                  <a:extLst>
                    <a:ext uri="{9D8B030D-6E8A-4147-A177-3AD203B41FA5}">
                      <a16:colId xmlns:a16="http://schemas.microsoft.com/office/drawing/2014/main" val="176169457"/>
                    </a:ext>
                  </a:extLst>
                </a:gridCol>
                <a:gridCol w="1295400">
                  <a:extLst>
                    <a:ext uri="{9D8B030D-6E8A-4147-A177-3AD203B41FA5}">
                      <a16:colId xmlns:a16="http://schemas.microsoft.com/office/drawing/2014/main" val="156802996"/>
                    </a:ext>
                  </a:extLst>
                </a:gridCol>
                <a:gridCol w="1295400">
                  <a:extLst>
                    <a:ext uri="{9D8B030D-6E8A-4147-A177-3AD203B41FA5}">
                      <a16:colId xmlns:a16="http://schemas.microsoft.com/office/drawing/2014/main" val="2749299097"/>
                    </a:ext>
                  </a:extLst>
                </a:gridCol>
                <a:gridCol w="1295400">
                  <a:extLst>
                    <a:ext uri="{9D8B030D-6E8A-4147-A177-3AD203B41FA5}">
                      <a16:colId xmlns:a16="http://schemas.microsoft.com/office/drawing/2014/main" val="126965062"/>
                    </a:ext>
                  </a:extLst>
                </a:gridCol>
              </a:tblGrid>
              <a:tr h="370840">
                <a:tc>
                  <a:txBody>
                    <a:bodyPr/>
                    <a:lstStyle/>
                    <a:p>
                      <a:pPr algn="ctr"/>
                      <a:r>
                        <a:rPr lang="en-GB" dirty="0"/>
                        <a:t>A</a:t>
                      </a:r>
                    </a:p>
                  </a:txBody>
                  <a:tcPr/>
                </a:tc>
                <a:tc>
                  <a:txBody>
                    <a:bodyPr/>
                    <a:lstStyle/>
                    <a:p>
                      <a:pPr algn="ctr"/>
                      <a:r>
                        <a:rPr lang="en-GB" dirty="0"/>
                        <a:t>B</a:t>
                      </a:r>
                    </a:p>
                  </a:txBody>
                  <a:tcPr/>
                </a:tc>
                <a:tc>
                  <a:txBody>
                    <a:bodyPr/>
                    <a:lstStyle/>
                    <a:p>
                      <a:pPr algn="ctr"/>
                      <a:r>
                        <a:rPr lang="en-GB" dirty="0"/>
                        <a:t>Sum</a:t>
                      </a:r>
                    </a:p>
                  </a:txBody>
                  <a:tcPr/>
                </a:tc>
                <a:tc>
                  <a:txBody>
                    <a:bodyPr/>
                    <a:lstStyle/>
                    <a:p>
                      <a:pPr algn="ctr"/>
                      <a:r>
                        <a:rPr lang="en-GB" dirty="0"/>
                        <a:t>Carry</a:t>
                      </a:r>
                    </a:p>
                  </a:txBody>
                  <a:tcPr/>
                </a:tc>
                <a:extLst>
                  <a:ext uri="{0D108BD9-81ED-4DB2-BD59-A6C34878D82A}">
                    <a16:rowId xmlns:a16="http://schemas.microsoft.com/office/drawing/2014/main" val="3799525933"/>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116504011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3078938068"/>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1348968051"/>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507881102"/>
                  </a:ext>
                </a:extLst>
              </a:tr>
            </a:tbl>
          </a:graphicData>
        </a:graphic>
      </p:graphicFrame>
    </p:spTree>
    <p:extLst>
      <p:ext uri="{BB962C8B-B14F-4D97-AF65-F5344CB8AC3E}">
        <p14:creationId xmlns:p14="http://schemas.microsoft.com/office/powerpoint/2010/main" val="6353592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4BBC4-E600-55B0-609D-0107AA9B07CF}"/>
              </a:ext>
            </a:extLst>
          </p:cNvPr>
          <p:cNvSpPr>
            <a:spLocks noGrp="1"/>
          </p:cNvSpPr>
          <p:nvPr>
            <p:ph type="title"/>
          </p:nvPr>
        </p:nvSpPr>
        <p:spPr/>
        <p:txBody>
          <a:bodyPr/>
          <a:lstStyle/>
          <a:p>
            <a:r>
              <a:rPr lang="en-GB" dirty="0"/>
              <a:t>Exercise: 1-bit Half Adder</a:t>
            </a:r>
            <a:r>
              <a:rPr lang="zh-CN" altLang="en-US" dirty="0"/>
              <a:t>（</a:t>
            </a:r>
            <a:r>
              <a:rPr lang="en-US" altLang="zh-CN" dirty="0"/>
              <a:t>1</a:t>
            </a:r>
            <a:r>
              <a:rPr lang="zh-CN" altLang="en-US" dirty="0"/>
              <a:t>位半加器）</a:t>
            </a:r>
            <a:endParaRPr lang="en-GB" dirty="0"/>
          </a:p>
        </p:txBody>
      </p:sp>
      <p:sp>
        <p:nvSpPr>
          <p:cNvPr id="5" name="Content Placeholder 4">
            <a:extLst>
              <a:ext uri="{FF2B5EF4-FFF2-40B4-BE49-F238E27FC236}">
                <a16:creationId xmlns:a16="http://schemas.microsoft.com/office/drawing/2014/main" id="{AB09A1F9-3D76-B9D8-B29B-2095AECA24BA}"/>
              </a:ext>
            </a:extLst>
          </p:cNvPr>
          <p:cNvSpPr>
            <a:spLocks noGrp="1"/>
          </p:cNvSpPr>
          <p:nvPr>
            <p:ph idx="1"/>
          </p:nvPr>
        </p:nvSpPr>
        <p:spPr/>
        <p:txBody>
          <a:bodyPr>
            <a:normAutofit fontScale="92500" lnSpcReduction="10000"/>
          </a:bodyPr>
          <a:lstStyle/>
          <a:p>
            <a:r>
              <a:rPr lang="en-GB" dirty="0"/>
              <a:t>Using </a:t>
            </a:r>
            <a:r>
              <a:rPr lang="en-GB" dirty="0">
                <a:hlinkClick r:id="rId2"/>
              </a:rPr>
              <a:t>https://logic.ly/demo</a:t>
            </a:r>
            <a:r>
              <a:rPr lang="en-GB" dirty="0"/>
              <a:t> or pen and paper, design a circuit which implements this truth table:</a:t>
            </a:r>
          </a:p>
          <a:p>
            <a:endParaRPr lang="en-GB" dirty="0"/>
          </a:p>
          <a:p>
            <a:endParaRPr lang="en-GB" dirty="0"/>
          </a:p>
          <a:p>
            <a:endParaRPr lang="en-GB" dirty="0"/>
          </a:p>
          <a:p>
            <a:endParaRPr lang="en-GB" dirty="0"/>
          </a:p>
          <a:p>
            <a:endParaRPr lang="en-GB" dirty="0"/>
          </a:p>
          <a:p>
            <a:r>
              <a:rPr lang="en-GB" dirty="0"/>
              <a:t>It should have </a:t>
            </a:r>
            <a:r>
              <a:rPr lang="en-GB" dirty="0">
                <a:solidFill>
                  <a:schemeClr val="accent2"/>
                </a:solidFill>
              </a:rPr>
              <a:t>2 inputs, A and B, and 2 outputs, Sum and Carry</a:t>
            </a:r>
            <a:r>
              <a:rPr lang="en-GB" dirty="0"/>
              <a:t>.</a:t>
            </a:r>
          </a:p>
          <a:p>
            <a:r>
              <a:rPr lang="en-GB" dirty="0"/>
              <a:t>Hint: look at the truth tables for Sum and Carry. Which logical operators are they the same as?</a:t>
            </a:r>
          </a:p>
        </p:txBody>
      </p:sp>
      <p:graphicFrame>
        <p:nvGraphicFramePr>
          <p:cNvPr id="6" name="Content Placeholder 6">
            <a:extLst>
              <a:ext uri="{FF2B5EF4-FFF2-40B4-BE49-F238E27FC236}">
                <a16:creationId xmlns:a16="http://schemas.microsoft.com/office/drawing/2014/main" id="{4E82FBD4-D02C-5287-2738-61E44EBAA96B}"/>
              </a:ext>
            </a:extLst>
          </p:cNvPr>
          <p:cNvGraphicFramePr>
            <a:graphicFrameLocks/>
          </p:cNvGraphicFramePr>
          <p:nvPr>
            <p:extLst>
              <p:ext uri="{D42A27DB-BD31-4B8C-83A1-F6EECF244321}">
                <p14:modId xmlns:p14="http://schemas.microsoft.com/office/powerpoint/2010/main" val="1384501459"/>
              </p:ext>
            </p:extLst>
          </p:nvPr>
        </p:nvGraphicFramePr>
        <p:xfrm>
          <a:off x="1064142" y="2667000"/>
          <a:ext cx="5181600" cy="1849120"/>
        </p:xfrm>
        <a:graphic>
          <a:graphicData uri="http://schemas.openxmlformats.org/drawingml/2006/table">
            <a:tbl>
              <a:tblPr firstRow="1" bandRow="1">
                <a:tableStyleId>{7E9639D4-E3E2-4D34-9284-5A2195B3D0D7}</a:tableStyleId>
              </a:tblPr>
              <a:tblGrid>
                <a:gridCol w="1295400">
                  <a:extLst>
                    <a:ext uri="{9D8B030D-6E8A-4147-A177-3AD203B41FA5}">
                      <a16:colId xmlns:a16="http://schemas.microsoft.com/office/drawing/2014/main" val="176169457"/>
                    </a:ext>
                  </a:extLst>
                </a:gridCol>
                <a:gridCol w="1295400">
                  <a:extLst>
                    <a:ext uri="{9D8B030D-6E8A-4147-A177-3AD203B41FA5}">
                      <a16:colId xmlns:a16="http://schemas.microsoft.com/office/drawing/2014/main" val="156802996"/>
                    </a:ext>
                  </a:extLst>
                </a:gridCol>
                <a:gridCol w="1295400">
                  <a:extLst>
                    <a:ext uri="{9D8B030D-6E8A-4147-A177-3AD203B41FA5}">
                      <a16:colId xmlns:a16="http://schemas.microsoft.com/office/drawing/2014/main" val="2749299097"/>
                    </a:ext>
                  </a:extLst>
                </a:gridCol>
                <a:gridCol w="1295400">
                  <a:extLst>
                    <a:ext uri="{9D8B030D-6E8A-4147-A177-3AD203B41FA5}">
                      <a16:colId xmlns:a16="http://schemas.microsoft.com/office/drawing/2014/main" val="126965062"/>
                    </a:ext>
                  </a:extLst>
                </a:gridCol>
              </a:tblGrid>
              <a:tr h="322920">
                <a:tc>
                  <a:txBody>
                    <a:bodyPr/>
                    <a:lstStyle/>
                    <a:p>
                      <a:pPr algn="ctr"/>
                      <a:r>
                        <a:rPr lang="en-GB" dirty="0"/>
                        <a:t>A</a:t>
                      </a:r>
                    </a:p>
                  </a:txBody>
                  <a:tcPr/>
                </a:tc>
                <a:tc>
                  <a:txBody>
                    <a:bodyPr/>
                    <a:lstStyle/>
                    <a:p>
                      <a:pPr algn="ctr"/>
                      <a:r>
                        <a:rPr lang="en-GB" dirty="0"/>
                        <a:t>B</a:t>
                      </a:r>
                    </a:p>
                  </a:txBody>
                  <a:tcPr/>
                </a:tc>
                <a:tc>
                  <a:txBody>
                    <a:bodyPr/>
                    <a:lstStyle/>
                    <a:p>
                      <a:pPr algn="ctr"/>
                      <a:r>
                        <a:rPr lang="en-GB" dirty="0"/>
                        <a:t>Sum</a:t>
                      </a:r>
                    </a:p>
                  </a:txBody>
                  <a:tcPr/>
                </a:tc>
                <a:tc>
                  <a:txBody>
                    <a:bodyPr/>
                    <a:lstStyle/>
                    <a:p>
                      <a:pPr algn="ctr"/>
                      <a:r>
                        <a:rPr lang="en-GB" dirty="0"/>
                        <a:t>Carry</a:t>
                      </a:r>
                    </a:p>
                  </a:txBody>
                  <a:tcPr/>
                </a:tc>
                <a:extLst>
                  <a:ext uri="{0D108BD9-81ED-4DB2-BD59-A6C34878D82A}">
                    <a16:rowId xmlns:a16="http://schemas.microsoft.com/office/drawing/2014/main" val="3799525933"/>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116504011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3078938068"/>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1348968051"/>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507881102"/>
                  </a:ext>
                </a:extLst>
              </a:tr>
            </a:tbl>
          </a:graphicData>
        </a:graphic>
      </p:graphicFrame>
      <p:pic>
        <p:nvPicPr>
          <p:cNvPr id="4" name="图片 3">
            <a:extLst>
              <a:ext uri="{FF2B5EF4-FFF2-40B4-BE49-F238E27FC236}">
                <a16:creationId xmlns:a16="http://schemas.microsoft.com/office/drawing/2014/main" id="{C330E1D6-65E7-360D-9D5B-A78D2BF556C0}"/>
              </a:ext>
            </a:extLst>
          </p:cNvPr>
          <p:cNvPicPr>
            <a:picLocks noChangeAspect="1"/>
          </p:cNvPicPr>
          <p:nvPr/>
        </p:nvPicPr>
        <p:blipFill>
          <a:blip r:embed="rId3"/>
          <a:stretch>
            <a:fillRect/>
          </a:stretch>
        </p:blipFill>
        <p:spPr>
          <a:xfrm>
            <a:off x="7227899" y="2581275"/>
            <a:ext cx="3373426" cy="2060525"/>
          </a:xfrm>
          <a:prstGeom prst="rect">
            <a:avLst/>
          </a:prstGeom>
        </p:spPr>
      </p:pic>
      <p:sp>
        <p:nvSpPr>
          <p:cNvPr id="7" name="文本框 6">
            <a:extLst>
              <a:ext uri="{FF2B5EF4-FFF2-40B4-BE49-F238E27FC236}">
                <a16:creationId xmlns:a16="http://schemas.microsoft.com/office/drawing/2014/main" id="{09F8DAA7-CF8F-5A9A-54A3-4F7BE7FFCA91}"/>
              </a:ext>
            </a:extLst>
          </p:cNvPr>
          <p:cNvSpPr txBox="1"/>
          <p:nvPr/>
        </p:nvSpPr>
        <p:spPr>
          <a:xfrm>
            <a:off x="8673483" y="2297668"/>
            <a:ext cx="646331" cy="369332"/>
          </a:xfrm>
          <a:prstGeom prst="rect">
            <a:avLst/>
          </a:prstGeom>
          <a:noFill/>
        </p:spPr>
        <p:txBody>
          <a:bodyPr wrap="none" rtlCol="0">
            <a:spAutoFit/>
          </a:bodyPr>
          <a:lstStyle/>
          <a:p>
            <a:r>
              <a:rPr lang="zh-CN" altLang="en-US" dirty="0">
                <a:solidFill>
                  <a:srgbClr val="FF0000"/>
                </a:solidFill>
              </a:rPr>
              <a:t>异或</a:t>
            </a:r>
          </a:p>
        </p:txBody>
      </p:sp>
    </p:spTree>
    <p:extLst>
      <p:ext uri="{BB962C8B-B14F-4D97-AF65-F5344CB8AC3E}">
        <p14:creationId xmlns:p14="http://schemas.microsoft.com/office/powerpoint/2010/main" val="28869778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37D1D-270D-9DD9-228B-E7D56478706F}"/>
              </a:ext>
            </a:extLst>
          </p:cNvPr>
          <p:cNvSpPr>
            <a:spLocks noGrp="1"/>
          </p:cNvSpPr>
          <p:nvPr>
            <p:ph type="title"/>
          </p:nvPr>
        </p:nvSpPr>
        <p:spPr/>
        <p:txBody>
          <a:bodyPr/>
          <a:lstStyle/>
          <a:p>
            <a:r>
              <a:rPr lang="en-GB" dirty="0"/>
              <a:t>Full 1-bit Adder</a:t>
            </a:r>
            <a:r>
              <a:rPr lang="zh-CN" altLang="en-US" dirty="0"/>
              <a:t>（</a:t>
            </a:r>
            <a:r>
              <a:rPr lang="en-US" altLang="zh-CN" dirty="0"/>
              <a:t>1</a:t>
            </a:r>
            <a:r>
              <a:rPr lang="zh-CN" altLang="en-US" dirty="0"/>
              <a:t>位全加器）</a:t>
            </a:r>
            <a:endParaRPr lang="en-GB" dirty="0"/>
          </a:p>
        </p:txBody>
      </p:sp>
      <p:sp>
        <p:nvSpPr>
          <p:cNvPr id="3" name="Content Placeholder 2">
            <a:extLst>
              <a:ext uri="{FF2B5EF4-FFF2-40B4-BE49-F238E27FC236}">
                <a16:creationId xmlns:a16="http://schemas.microsoft.com/office/drawing/2014/main" id="{310A131B-D0E4-1FAE-999F-BB74F80BFB58}"/>
              </a:ext>
            </a:extLst>
          </p:cNvPr>
          <p:cNvSpPr>
            <a:spLocks noGrp="1"/>
          </p:cNvSpPr>
          <p:nvPr>
            <p:ph sz="half" idx="1"/>
          </p:nvPr>
        </p:nvSpPr>
        <p:spPr>
          <a:xfrm>
            <a:off x="381001" y="1587500"/>
            <a:ext cx="4505324" cy="3041650"/>
          </a:xfrm>
        </p:spPr>
        <p:txBody>
          <a:bodyPr>
            <a:normAutofit fontScale="92500" lnSpcReduction="20000"/>
          </a:bodyPr>
          <a:lstStyle/>
          <a:p>
            <a:endParaRPr lang="en-GB" dirty="0"/>
          </a:p>
          <a:p>
            <a:r>
              <a:rPr lang="en-GB" dirty="0"/>
              <a:t>This should have </a:t>
            </a:r>
            <a:r>
              <a:rPr lang="en-GB" dirty="0">
                <a:solidFill>
                  <a:schemeClr val="accent2"/>
                </a:solidFill>
              </a:rPr>
              <a:t>3 inputs</a:t>
            </a:r>
          </a:p>
          <a:p>
            <a:pPr lvl="1"/>
            <a:r>
              <a:rPr lang="en-GB" dirty="0"/>
              <a:t>A</a:t>
            </a:r>
          </a:p>
          <a:p>
            <a:pPr lvl="1"/>
            <a:r>
              <a:rPr lang="en-GB" dirty="0"/>
              <a:t>B</a:t>
            </a:r>
          </a:p>
          <a:p>
            <a:pPr lvl="1"/>
            <a:r>
              <a:rPr lang="en-GB" dirty="0" err="1">
                <a:solidFill>
                  <a:schemeClr val="accent2"/>
                </a:solidFill>
              </a:rPr>
              <a:t>CarryIn</a:t>
            </a:r>
            <a:r>
              <a:rPr lang="zh-CN" altLang="en-US" dirty="0">
                <a:solidFill>
                  <a:schemeClr val="accent2"/>
                </a:solidFill>
              </a:rPr>
              <a:t>（低位的进位）</a:t>
            </a:r>
            <a:endParaRPr lang="en-US" altLang="zh-CN" dirty="0">
              <a:solidFill>
                <a:schemeClr val="accent2"/>
              </a:solidFill>
            </a:endParaRPr>
          </a:p>
          <a:p>
            <a:pPr marL="457200" lvl="1" indent="0">
              <a:buNone/>
            </a:pPr>
            <a:endParaRPr lang="en-GB" dirty="0">
              <a:solidFill>
                <a:schemeClr val="accent2"/>
              </a:solidFill>
            </a:endParaRPr>
          </a:p>
          <a:p>
            <a:r>
              <a:rPr lang="en-GB" dirty="0"/>
              <a:t>2 outputs</a:t>
            </a:r>
          </a:p>
          <a:p>
            <a:pPr lvl="1"/>
            <a:r>
              <a:rPr lang="en-GB" dirty="0"/>
              <a:t>Sum</a:t>
            </a:r>
          </a:p>
          <a:p>
            <a:pPr lvl="1"/>
            <a:r>
              <a:rPr lang="en-GB" dirty="0" err="1"/>
              <a:t>CarryOut</a:t>
            </a:r>
            <a:endParaRPr lang="en-GB" altLang="zh-CN" dirty="0"/>
          </a:p>
          <a:p>
            <a:pPr marL="457200" lvl="1" indent="0">
              <a:buNone/>
            </a:pPr>
            <a:endParaRPr lang="en-US" altLang="zh-CN" dirty="0"/>
          </a:p>
        </p:txBody>
      </p:sp>
      <p:graphicFrame>
        <p:nvGraphicFramePr>
          <p:cNvPr id="9" name="Content Placeholder 8">
            <a:extLst>
              <a:ext uri="{FF2B5EF4-FFF2-40B4-BE49-F238E27FC236}">
                <a16:creationId xmlns:a16="http://schemas.microsoft.com/office/drawing/2014/main" id="{B61DDD4F-1078-088C-30C3-65DCE4784EAB}"/>
              </a:ext>
            </a:extLst>
          </p:cNvPr>
          <p:cNvGraphicFramePr>
            <a:graphicFrameLocks noGrp="1"/>
          </p:cNvGraphicFramePr>
          <p:nvPr>
            <p:ph sz="half" idx="2"/>
            <p:extLst>
              <p:ext uri="{D42A27DB-BD31-4B8C-83A1-F6EECF244321}">
                <p14:modId xmlns:p14="http://schemas.microsoft.com/office/powerpoint/2010/main" val="3416510560"/>
              </p:ext>
            </p:extLst>
          </p:nvPr>
        </p:nvGraphicFramePr>
        <p:xfrm>
          <a:off x="4652441" y="1906449"/>
          <a:ext cx="3438525" cy="3291840"/>
        </p:xfrm>
        <a:graphic>
          <a:graphicData uri="http://schemas.openxmlformats.org/drawingml/2006/table">
            <a:tbl>
              <a:tblPr firstRow="1" bandRow="1">
                <a:tableStyleId>{7E9639D4-E3E2-4D34-9284-5A2195B3D0D7}</a:tableStyleId>
              </a:tblPr>
              <a:tblGrid>
                <a:gridCol w="687705">
                  <a:extLst>
                    <a:ext uri="{9D8B030D-6E8A-4147-A177-3AD203B41FA5}">
                      <a16:colId xmlns:a16="http://schemas.microsoft.com/office/drawing/2014/main" val="3714654940"/>
                    </a:ext>
                  </a:extLst>
                </a:gridCol>
                <a:gridCol w="687705">
                  <a:extLst>
                    <a:ext uri="{9D8B030D-6E8A-4147-A177-3AD203B41FA5}">
                      <a16:colId xmlns:a16="http://schemas.microsoft.com/office/drawing/2014/main" val="3314558278"/>
                    </a:ext>
                  </a:extLst>
                </a:gridCol>
                <a:gridCol w="687705">
                  <a:extLst>
                    <a:ext uri="{9D8B030D-6E8A-4147-A177-3AD203B41FA5}">
                      <a16:colId xmlns:a16="http://schemas.microsoft.com/office/drawing/2014/main" val="2558634172"/>
                    </a:ext>
                  </a:extLst>
                </a:gridCol>
                <a:gridCol w="687705">
                  <a:extLst>
                    <a:ext uri="{9D8B030D-6E8A-4147-A177-3AD203B41FA5}">
                      <a16:colId xmlns:a16="http://schemas.microsoft.com/office/drawing/2014/main" val="1161626246"/>
                    </a:ext>
                  </a:extLst>
                </a:gridCol>
                <a:gridCol w="687705">
                  <a:extLst>
                    <a:ext uri="{9D8B030D-6E8A-4147-A177-3AD203B41FA5}">
                      <a16:colId xmlns:a16="http://schemas.microsoft.com/office/drawing/2014/main" val="1939787915"/>
                    </a:ext>
                  </a:extLst>
                </a:gridCol>
              </a:tblGrid>
              <a:tr h="338634">
                <a:tc>
                  <a:txBody>
                    <a:bodyPr/>
                    <a:lstStyle/>
                    <a:p>
                      <a:pPr algn="ctr"/>
                      <a:r>
                        <a:rPr lang="en-GB" dirty="0"/>
                        <a:t>A</a:t>
                      </a:r>
                    </a:p>
                  </a:txBody>
                  <a:tcPr/>
                </a:tc>
                <a:tc>
                  <a:txBody>
                    <a:bodyPr/>
                    <a:lstStyle/>
                    <a:p>
                      <a:pPr algn="ctr"/>
                      <a:r>
                        <a:rPr lang="en-GB" dirty="0"/>
                        <a:t>B</a:t>
                      </a:r>
                    </a:p>
                  </a:txBody>
                  <a:tcPr/>
                </a:tc>
                <a:tc>
                  <a:txBody>
                    <a:bodyPr/>
                    <a:lstStyle/>
                    <a:p>
                      <a:pPr algn="ctr"/>
                      <a:r>
                        <a:rPr lang="en-GB" dirty="0"/>
                        <a:t>C</a:t>
                      </a:r>
                      <a:r>
                        <a:rPr lang="en-GB" baseline="-25000" dirty="0"/>
                        <a:t>in</a:t>
                      </a:r>
                    </a:p>
                  </a:txBody>
                  <a:tcPr>
                    <a:lnR w="12700" cap="flat" cmpd="sng" algn="ctr">
                      <a:solidFill>
                        <a:schemeClr val="tx1"/>
                      </a:solidFill>
                      <a:prstDash val="solid"/>
                      <a:round/>
                      <a:headEnd type="none" w="med" len="med"/>
                      <a:tailEnd type="none" w="med" len="med"/>
                    </a:lnR>
                  </a:tcPr>
                </a:tc>
                <a:tc>
                  <a:txBody>
                    <a:bodyPr/>
                    <a:lstStyle/>
                    <a:p>
                      <a:pPr algn="ctr"/>
                      <a:r>
                        <a:rPr lang="en-GB" dirty="0"/>
                        <a:t>Sum</a:t>
                      </a:r>
                    </a:p>
                  </a:txBody>
                  <a:tcPr>
                    <a:lnL w="12700" cap="flat" cmpd="sng" algn="ctr">
                      <a:solidFill>
                        <a:schemeClr val="tx1"/>
                      </a:solidFill>
                      <a:prstDash val="solid"/>
                      <a:round/>
                      <a:headEnd type="none" w="med" len="med"/>
                      <a:tailEnd type="none" w="med" len="med"/>
                    </a:lnL>
                  </a:tcPr>
                </a:tc>
                <a:tc>
                  <a:txBody>
                    <a:bodyPr/>
                    <a:lstStyle/>
                    <a:p>
                      <a:pPr algn="ctr"/>
                      <a:r>
                        <a:rPr lang="en-GB" dirty="0" err="1"/>
                        <a:t>C</a:t>
                      </a:r>
                      <a:r>
                        <a:rPr lang="en-GB" baseline="-25000" dirty="0" err="1"/>
                        <a:t>out</a:t>
                      </a:r>
                      <a:endParaRPr lang="en-GB" baseline="-25000" dirty="0"/>
                    </a:p>
                  </a:txBody>
                  <a:tcPr/>
                </a:tc>
                <a:extLst>
                  <a:ext uri="{0D108BD9-81ED-4DB2-BD59-A6C34878D82A}">
                    <a16:rowId xmlns:a16="http://schemas.microsoft.com/office/drawing/2014/main" val="2691521528"/>
                  </a:ext>
                </a:extLst>
              </a:tr>
              <a:tr h="306211">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tc>
                  <a:txBody>
                    <a:bodyPr/>
                    <a:lstStyle/>
                    <a:p>
                      <a:pPr algn="ctr"/>
                      <a:r>
                        <a:rPr lang="en-GB" dirty="0"/>
                        <a:t>0</a:t>
                      </a:r>
                    </a:p>
                  </a:txBody>
                  <a:tcPr/>
                </a:tc>
                <a:extLst>
                  <a:ext uri="{0D108BD9-81ED-4DB2-BD59-A6C34878D82A}">
                    <a16:rowId xmlns:a16="http://schemas.microsoft.com/office/drawing/2014/main" val="2144952608"/>
                  </a:ext>
                </a:extLst>
              </a:tr>
              <a:tr h="306211">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tc>
                  <a:txBody>
                    <a:bodyPr/>
                    <a:lstStyle/>
                    <a:p>
                      <a:pPr algn="ctr"/>
                      <a:r>
                        <a:rPr lang="en-GB" dirty="0"/>
                        <a:t>0</a:t>
                      </a:r>
                    </a:p>
                  </a:txBody>
                  <a:tcPr/>
                </a:tc>
                <a:extLst>
                  <a:ext uri="{0D108BD9-81ED-4DB2-BD59-A6C34878D82A}">
                    <a16:rowId xmlns:a16="http://schemas.microsoft.com/office/drawing/2014/main" val="4107134914"/>
                  </a:ext>
                </a:extLst>
              </a:tr>
              <a:tr h="306211">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tc>
                  <a:txBody>
                    <a:bodyPr/>
                    <a:lstStyle/>
                    <a:p>
                      <a:pPr algn="ctr"/>
                      <a:r>
                        <a:rPr lang="en-GB" dirty="0"/>
                        <a:t>0</a:t>
                      </a:r>
                    </a:p>
                  </a:txBody>
                  <a:tcPr/>
                </a:tc>
                <a:extLst>
                  <a:ext uri="{0D108BD9-81ED-4DB2-BD59-A6C34878D82A}">
                    <a16:rowId xmlns:a16="http://schemas.microsoft.com/office/drawing/2014/main" val="416950639"/>
                  </a:ext>
                </a:extLst>
              </a:tr>
              <a:tr h="306211">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tc>
                  <a:txBody>
                    <a:bodyPr/>
                    <a:lstStyle/>
                    <a:p>
                      <a:pPr algn="ctr"/>
                      <a:r>
                        <a:rPr lang="en-GB" dirty="0"/>
                        <a:t>1</a:t>
                      </a:r>
                    </a:p>
                  </a:txBody>
                  <a:tcPr/>
                </a:tc>
                <a:extLst>
                  <a:ext uri="{0D108BD9-81ED-4DB2-BD59-A6C34878D82A}">
                    <a16:rowId xmlns:a16="http://schemas.microsoft.com/office/drawing/2014/main" val="1564612352"/>
                  </a:ext>
                </a:extLst>
              </a:tr>
              <a:tr h="306211">
                <a:tc>
                  <a:txBody>
                    <a:bodyPr/>
                    <a:lstStyle/>
                    <a:p>
                      <a:pPr algn="ctr"/>
                      <a:r>
                        <a:rPr lang="en-GB" dirty="0"/>
                        <a:t>0</a:t>
                      </a:r>
                    </a:p>
                  </a:txBody>
                  <a:tcPr/>
                </a:tc>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tc>
                  <a:txBody>
                    <a:bodyPr/>
                    <a:lstStyle/>
                    <a:p>
                      <a:pPr algn="ctr"/>
                      <a:r>
                        <a:rPr lang="en-GB" dirty="0"/>
                        <a:t>0</a:t>
                      </a:r>
                    </a:p>
                  </a:txBody>
                  <a:tcPr/>
                </a:tc>
                <a:extLst>
                  <a:ext uri="{0D108BD9-81ED-4DB2-BD59-A6C34878D82A}">
                    <a16:rowId xmlns:a16="http://schemas.microsoft.com/office/drawing/2014/main" val="3183874507"/>
                  </a:ext>
                </a:extLst>
              </a:tr>
              <a:tr h="306211">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tc>
                  <a:txBody>
                    <a:bodyPr/>
                    <a:lstStyle/>
                    <a:p>
                      <a:pPr algn="ctr"/>
                      <a:r>
                        <a:rPr lang="en-GB" dirty="0"/>
                        <a:t>1</a:t>
                      </a:r>
                    </a:p>
                  </a:txBody>
                  <a:tcPr/>
                </a:tc>
                <a:extLst>
                  <a:ext uri="{0D108BD9-81ED-4DB2-BD59-A6C34878D82A}">
                    <a16:rowId xmlns:a16="http://schemas.microsoft.com/office/drawing/2014/main" val="1196254657"/>
                  </a:ext>
                </a:extLst>
              </a:tr>
              <a:tr h="306211">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tc>
                  <a:txBody>
                    <a:bodyPr/>
                    <a:lstStyle/>
                    <a:p>
                      <a:pPr algn="ctr"/>
                      <a:r>
                        <a:rPr lang="en-GB" dirty="0"/>
                        <a:t>1</a:t>
                      </a:r>
                    </a:p>
                  </a:txBody>
                  <a:tcPr/>
                </a:tc>
                <a:extLst>
                  <a:ext uri="{0D108BD9-81ED-4DB2-BD59-A6C34878D82A}">
                    <a16:rowId xmlns:a16="http://schemas.microsoft.com/office/drawing/2014/main" val="1431407927"/>
                  </a:ext>
                </a:extLst>
              </a:tr>
              <a:tr h="306211">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tc>
                  <a:txBody>
                    <a:bodyPr/>
                    <a:lstStyle/>
                    <a:p>
                      <a:pPr algn="ctr"/>
                      <a:r>
                        <a:rPr lang="en-GB" dirty="0"/>
                        <a:t>1</a:t>
                      </a:r>
                    </a:p>
                  </a:txBody>
                  <a:tcPr/>
                </a:tc>
                <a:extLst>
                  <a:ext uri="{0D108BD9-81ED-4DB2-BD59-A6C34878D82A}">
                    <a16:rowId xmlns:a16="http://schemas.microsoft.com/office/drawing/2014/main" val="1122599265"/>
                  </a:ext>
                </a:extLst>
              </a:tr>
            </a:tbl>
          </a:graphicData>
        </a:graphic>
      </p:graphicFrame>
      <p:sp>
        <p:nvSpPr>
          <p:cNvPr id="4" name="文本框 3">
            <a:extLst>
              <a:ext uri="{FF2B5EF4-FFF2-40B4-BE49-F238E27FC236}">
                <a16:creationId xmlns:a16="http://schemas.microsoft.com/office/drawing/2014/main" id="{5AA5FDEA-A6EB-70E4-848A-50F33509A973}"/>
              </a:ext>
            </a:extLst>
          </p:cNvPr>
          <p:cNvSpPr txBox="1"/>
          <p:nvPr/>
        </p:nvSpPr>
        <p:spPr>
          <a:xfrm>
            <a:off x="4652441" y="5659339"/>
            <a:ext cx="6539434" cy="369332"/>
          </a:xfrm>
          <a:prstGeom prst="rect">
            <a:avLst/>
          </a:prstGeom>
          <a:noFill/>
        </p:spPr>
        <p:txBody>
          <a:bodyPr wrap="square" rtlCol="0">
            <a:spAutoFit/>
          </a:bodyPr>
          <a:lstStyle/>
          <a:p>
            <a:r>
              <a:rPr lang="zh-CN" altLang="en-US" dirty="0">
                <a:solidFill>
                  <a:schemeClr val="accent2"/>
                </a:solidFill>
              </a:rPr>
              <a:t>全加器比半加器多了一个</a:t>
            </a:r>
            <a:r>
              <a:rPr lang="en-US" altLang="zh-CN" dirty="0">
                <a:solidFill>
                  <a:schemeClr val="accent2"/>
                </a:solidFill>
              </a:rPr>
              <a:t>input</a:t>
            </a:r>
            <a:r>
              <a:rPr lang="zh-CN" altLang="en-US" dirty="0">
                <a:solidFill>
                  <a:schemeClr val="accent2"/>
                </a:solidFill>
              </a:rPr>
              <a:t>：来自低位的进位</a:t>
            </a:r>
            <a:r>
              <a:rPr lang="en-US" altLang="zh-CN" dirty="0">
                <a:solidFill>
                  <a:schemeClr val="accent2"/>
                </a:solidFill>
              </a:rPr>
              <a:t>input</a:t>
            </a:r>
            <a:endParaRPr lang="zh-CN" altLang="en-US" dirty="0">
              <a:solidFill>
                <a:schemeClr val="accent2"/>
              </a:solidFill>
            </a:endParaRPr>
          </a:p>
        </p:txBody>
      </p:sp>
      <p:pic>
        <p:nvPicPr>
          <p:cNvPr id="6" name="图片 5">
            <a:extLst>
              <a:ext uri="{FF2B5EF4-FFF2-40B4-BE49-F238E27FC236}">
                <a16:creationId xmlns:a16="http://schemas.microsoft.com/office/drawing/2014/main" id="{94573EB0-5495-4ADC-7EA7-0F763DDB15C6}"/>
              </a:ext>
            </a:extLst>
          </p:cNvPr>
          <p:cNvPicPr>
            <a:picLocks noChangeAspect="1"/>
          </p:cNvPicPr>
          <p:nvPr/>
        </p:nvPicPr>
        <p:blipFill>
          <a:blip r:embed="rId2"/>
          <a:stretch>
            <a:fillRect/>
          </a:stretch>
        </p:blipFill>
        <p:spPr>
          <a:xfrm>
            <a:off x="8233840" y="2151738"/>
            <a:ext cx="3885457" cy="3046551"/>
          </a:xfrm>
          <a:prstGeom prst="rect">
            <a:avLst/>
          </a:prstGeom>
        </p:spPr>
      </p:pic>
    </p:spTree>
    <p:extLst>
      <p:ext uri="{BB962C8B-B14F-4D97-AF65-F5344CB8AC3E}">
        <p14:creationId xmlns:p14="http://schemas.microsoft.com/office/powerpoint/2010/main" val="27054113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DA38B-9A88-1191-E443-FD79CC8B0E81}"/>
              </a:ext>
            </a:extLst>
          </p:cNvPr>
          <p:cNvSpPr>
            <a:spLocks noGrp="1"/>
          </p:cNvSpPr>
          <p:nvPr>
            <p:ph type="title"/>
          </p:nvPr>
        </p:nvSpPr>
        <p:spPr/>
        <p:txBody>
          <a:bodyPr/>
          <a:lstStyle/>
          <a:p>
            <a:r>
              <a:rPr lang="en-GB" dirty="0"/>
              <a:t>Full Adder Circuit(2</a:t>
            </a:r>
            <a:r>
              <a:rPr lang="zh-CN" altLang="en-US" dirty="0"/>
              <a:t>个半加器组成</a:t>
            </a:r>
            <a:r>
              <a:rPr lang="en-US" altLang="zh-CN" dirty="0"/>
              <a:t>)</a:t>
            </a:r>
            <a:endParaRPr lang="en-GB" dirty="0"/>
          </a:p>
        </p:txBody>
      </p:sp>
      <p:sp>
        <p:nvSpPr>
          <p:cNvPr id="7" name="Content Placeholder 6">
            <a:extLst>
              <a:ext uri="{FF2B5EF4-FFF2-40B4-BE49-F238E27FC236}">
                <a16:creationId xmlns:a16="http://schemas.microsoft.com/office/drawing/2014/main" id="{923BBC44-8EB9-A4DE-31B2-A99F4C0239D4}"/>
              </a:ext>
            </a:extLst>
          </p:cNvPr>
          <p:cNvSpPr>
            <a:spLocks noGrp="1"/>
          </p:cNvSpPr>
          <p:nvPr>
            <p:ph sz="half" idx="2"/>
          </p:nvPr>
        </p:nvSpPr>
        <p:spPr>
          <a:xfrm>
            <a:off x="962025" y="1825625"/>
            <a:ext cx="10391775" cy="1509179"/>
          </a:xfrm>
        </p:spPr>
        <p:txBody>
          <a:bodyPr>
            <a:normAutofit fontScale="85000" lnSpcReduction="20000"/>
          </a:bodyPr>
          <a:lstStyle/>
          <a:p>
            <a:r>
              <a:rPr lang="zh-CN" altLang="en-US" dirty="0">
                <a:solidFill>
                  <a:schemeClr val="accent2"/>
                </a:solidFill>
              </a:rPr>
              <a:t>第</a:t>
            </a:r>
            <a:r>
              <a:rPr lang="en-US" altLang="zh-CN" dirty="0">
                <a:solidFill>
                  <a:schemeClr val="accent2"/>
                </a:solidFill>
              </a:rPr>
              <a:t>1</a:t>
            </a:r>
            <a:r>
              <a:rPr lang="zh-CN" altLang="en-US" dirty="0">
                <a:solidFill>
                  <a:schemeClr val="accent2"/>
                </a:solidFill>
              </a:rPr>
              <a:t>个半加器的</a:t>
            </a:r>
            <a:r>
              <a:rPr lang="en-US" altLang="zh-CN" dirty="0">
                <a:solidFill>
                  <a:schemeClr val="accent2"/>
                </a:solidFill>
              </a:rPr>
              <a:t>Sum</a:t>
            </a:r>
            <a:r>
              <a:rPr lang="zh-CN" altLang="en-US" dirty="0">
                <a:solidFill>
                  <a:schemeClr val="accent2"/>
                </a:solidFill>
              </a:rPr>
              <a:t>输出和低位进位</a:t>
            </a:r>
            <a:r>
              <a:rPr lang="en-US" altLang="zh-CN" dirty="0">
                <a:solidFill>
                  <a:schemeClr val="accent2"/>
                </a:solidFill>
              </a:rPr>
              <a:t>Cin</a:t>
            </a:r>
            <a:r>
              <a:rPr lang="zh-CN" altLang="en-US" dirty="0">
                <a:solidFill>
                  <a:schemeClr val="accent2"/>
                </a:solidFill>
              </a:rPr>
              <a:t>组成第</a:t>
            </a:r>
            <a:r>
              <a:rPr lang="en-US" altLang="zh-CN" dirty="0">
                <a:solidFill>
                  <a:schemeClr val="accent2"/>
                </a:solidFill>
              </a:rPr>
              <a:t>2</a:t>
            </a:r>
            <a:r>
              <a:rPr lang="zh-CN" altLang="en-US" dirty="0">
                <a:solidFill>
                  <a:schemeClr val="accent2"/>
                </a:solidFill>
              </a:rPr>
              <a:t>个半加器的</a:t>
            </a:r>
            <a:r>
              <a:rPr lang="en-US" altLang="zh-CN" dirty="0">
                <a:solidFill>
                  <a:schemeClr val="accent2"/>
                </a:solidFill>
              </a:rPr>
              <a:t>A,B</a:t>
            </a:r>
          </a:p>
          <a:p>
            <a:r>
              <a:rPr lang="zh-CN" altLang="en-US" dirty="0">
                <a:solidFill>
                  <a:schemeClr val="accent2"/>
                </a:solidFill>
              </a:rPr>
              <a:t>第</a:t>
            </a:r>
            <a:r>
              <a:rPr lang="en-US" altLang="zh-CN" dirty="0">
                <a:solidFill>
                  <a:schemeClr val="accent2"/>
                </a:solidFill>
              </a:rPr>
              <a:t>2</a:t>
            </a:r>
            <a:r>
              <a:rPr lang="zh-CN" altLang="en-US" dirty="0">
                <a:solidFill>
                  <a:schemeClr val="accent2"/>
                </a:solidFill>
              </a:rPr>
              <a:t>个半加器的进位输出和低位进位</a:t>
            </a:r>
            <a:r>
              <a:rPr lang="en-US" altLang="zh-CN" dirty="0">
                <a:solidFill>
                  <a:schemeClr val="accent2"/>
                </a:solidFill>
              </a:rPr>
              <a:t>Cin OR</a:t>
            </a:r>
            <a:r>
              <a:rPr lang="zh-CN" altLang="en-US" dirty="0">
                <a:solidFill>
                  <a:schemeClr val="accent2"/>
                </a:solidFill>
              </a:rPr>
              <a:t>成全加器的进位输出</a:t>
            </a:r>
          </a:p>
          <a:p>
            <a:endParaRPr lang="en-GB" dirty="0"/>
          </a:p>
          <a:p>
            <a:r>
              <a:rPr lang="zh-CN" altLang="en-US" dirty="0">
                <a:solidFill>
                  <a:schemeClr val="accent2"/>
                </a:solidFill>
              </a:rPr>
              <a:t>第一个半加器的</a:t>
            </a:r>
            <a:r>
              <a:rPr lang="en-US" altLang="zh-CN" dirty="0">
                <a:solidFill>
                  <a:schemeClr val="accent2"/>
                </a:solidFill>
              </a:rPr>
              <a:t>Sum</a:t>
            </a:r>
            <a:r>
              <a:rPr lang="zh-CN" altLang="en-US" dirty="0">
                <a:solidFill>
                  <a:schemeClr val="accent2"/>
                </a:solidFill>
              </a:rPr>
              <a:t>输出和低位进位</a:t>
            </a:r>
            <a:r>
              <a:rPr lang="en-US" altLang="zh-CN" dirty="0">
                <a:solidFill>
                  <a:schemeClr val="accent2"/>
                </a:solidFill>
              </a:rPr>
              <a:t>Cin</a:t>
            </a:r>
            <a:r>
              <a:rPr lang="zh-CN" altLang="en-US" dirty="0">
                <a:solidFill>
                  <a:schemeClr val="accent2"/>
                </a:solidFill>
              </a:rPr>
              <a:t>组成第二个半加器的</a:t>
            </a:r>
            <a:r>
              <a:rPr lang="en-US" altLang="zh-CN" dirty="0">
                <a:solidFill>
                  <a:schemeClr val="accent2"/>
                </a:solidFill>
              </a:rPr>
              <a:t>A,B</a:t>
            </a:r>
            <a:endParaRPr lang="zh-CN" altLang="en-US" dirty="0">
              <a:solidFill>
                <a:schemeClr val="accent2"/>
              </a:solidFill>
            </a:endParaRPr>
          </a:p>
          <a:p>
            <a:endParaRPr lang="en-GB" dirty="0"/>
          </a:p>
        </p:txBody>
      </p:sp>
      <p:pic>
        <p:nvPicPr>
          <p:cNvPr id="5" name="Content Placeholder 4" descr="A graph with lines and a white box&#10;&#10;AI-generated content may be incorrect.">
            <a:extLst>
              <a:ext uri="{FF2B5EF4-FFF2-40B4-BE49-F238E27FC236}">
                <a16:creationId xmlns:a16="http://schemas.microsoft.com/office/drawing/2014/main" id="{3DE73367-A51B-044F-2D73-C0BF29EF46D4}"/>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838200" y="2736897"/>
            <a:ext cx="10515600" cy="2787813"/>
          </a:xfrm>
        </p:spPr>
      </p:pic>
      <p:pic>
        <p:nvPicPr>
          <p:cNvPr id="3" name="图片 2">
            <a:extLst>
              <a:ext uri="{FF2B5EF4-FFF2-40B4-BE49-F238E27FC236}">
                <a16:creationId xmlns:a16="http://schemas.microsoft.com/office/drawing/2014/main" id="{79928242-30D0-52DD-BA3B-E0C5C80B16A6}"/>
              </a:ext>
            </a:extLst>
          </p:cNvPr>
          <p:cNvPicPr>
            <a:picLocks noChangeAspect="1"/>
          </p:cNvPicPr>
          <p:nvPr/>
        </p:nvPicPr>
        <p:blipFill>
          <a:blip r:embed="rId3"/>
          <a:stretch>
            <a:fillRect/>
          </a:stretch>
        </p:blipFill>
        <p:spPr>
          <a:xfrm>
            <a:off x="3869184" y="4381013"/>
            <a:ext cx="3127697" cy="2452398"/>
          </a:xfrm>
          <a:prstGeom prst="rect">
            <a:avLst/>
          </a:prstGeom>
        </p:spPr>
      </p:pic>
    </p:spTree>
    <p:extLst>
      <p:ext uri="{BB962C8B-B14F-4D97-AF65-F5344CB8AC3E}">
        <p14:creationId xmlns:p14="http://schemas.microsoft.com/office/powerpoint/2010/main" val="1734856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B8433-E000-D358-268A-2028F91C0212}"/>
              </a:ext>
            </a:extLst>
          </p:cNvPr>
          <p:cNvSpPr>
            <a:spLocks noGrp="1"/>
          </p:cNvSpPr>
          <p:nvPr>
            <p:ph type="title"/>
          </p:nvPr>
        </p:nvSpPr>
        <p:spPr/>
        <p:txBody>
          <a:bodyPr/>
          <a:lstStyle/>
          <a:p>
            <a:r>
              <a:rPr lang="en-GB" dirty="0"/>
              <a:t>Multibit adders</a:t>
            </a:r>
            <a:r>
              <a:rPr lang="zh-CN" altLang="en-US" dirty="0"/>
              <a:t>（多位全加器）</a:t>
            </a:r>
            <a:endParaRPr lang="en-GB" dirty="0"/>
          </a:p>
        </p:txBody>
      </p:sp>
      <p:pic>
        <p:nvPicPr>
          <p:cNvPr id="4" name="Content Placeholder 3" descr="The 4 bit adder has 4 1 bit adders. The first adder has 2 input lines A sub 0 and B sub 0. An input 0 is given through the terminal C sub in. The output line S sub 0 is the sum. Carry, C sub 0 from the first 1 bit adder is given as input to the second 1 bit adder, through its terminal C sub in. The second adder has 2 input lines A sub 1 and B sub 1. The output line S sub 1 is the sum. Carry, C sub 1 from the second 1 bit adder is given as input to the third 1 bit adder, through its terminal C sub in. The third adder has 2 input lines A sub 2 and B sub 2. The output line S sub 2 is the sum. Carry, C sub 2 from the third 1 bit adder is given as input to the fourth 1 bit adder, through its terminal C sub in. The fourth adder has 2 input lines A sub 3 and B sub 3. The output line S sub 3 is the sum. Carry, C sub 3 from the fourth 1 bit adder is given out as an Overflow signal." title="A diagram illustrates a 4 bit adder.">
            <a:extLst>
              <a:ext uri="{FF2B5EF4-FFF2-40B4-BE49-F238E27FC236}">
                <a16:creationId xmlns:a16="http://schemas.microsoft.com/office/drawing/2014/main" id="{EF0E7A88-9713-8BF0-8831-922FFBB4EB14}"/>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3627" t="24937" r="2720" b="55100"/>
          <a:stretch/>
        </p:blipFill>
        <p:spPr>
          <a:xfrm>
            <a:off x="3014408" y="1735181"/>
            <a:ext cx="8339392" cy="2300447"/>
          </a:xfrm>
          <a:prstGeom prst="rect">
            <a:avLst/>
          </a:prstGeom>
        </p:spPr>
      </p:pic>
      <p:pic>
        <p:nvPicPr>
          <p:cNvPr id="5" name="Picture 4" descr="The 32 bit adder has four, 8 bit adders. The first adder has 16 input lines from A sub 0 to A sub 7 and from B sub 0 to B sub 7. An input, C sub in is given to the first 8 bit adder. The output has 8 lines, S sub 0 to S sub 7 that denotes the Sum. Carry, C sub 7 from the first 8 bit adder is given as an input to the second 8 bit adder. The second adder has 16 input lines from A sub 8 to A sub 15 and from B sub 8 to B sub 15. The output has 8 lines, S sub 8 to S sub 15 that denotes the Sum. Carry, C sub 15 from the second 8 bit adder is given as an input to the third 8 bit adder. The third adder has 16 input lines from A sub 16 to A sub 23 and from B sub 16 to B sub 23. The output has 8 lines, S sub 16 to S sub 23 that denotes the Sum. Carry, C sub 23 from the third 8 bit adder is given as an input to the fourth 8 bit adder. The fourth adder has 16 input lines from A sub 24 to A sub 31 and from B sub 24 to B sub 31. The output has 8 lines, S sub 24 to S sub 31 that denotes the Sum. Carry from the fourth adder is given out as C sub out." title="A diagram illustrates a 32 bit adder.">
            <a:extLst>
              <a:ext uri="{FF2B5EF4-FFF2-40B4-BE49-F238E27FC236}">
                <a16:creationId xmlns:a16="http://schemas.microsoft.com/office/drawing/2014/main" id="{2AF6C184-5A6F-07D3-E76B-E9C57A657DA5}"/>
              </a:ext>
            </a:extLst>
          </p:cNvPr>
          <p:cNvPicPr>
            <a:picLocks noChangeAspect="1"/>
          </p:cNvPicPr>
          <p:nvPr/>
        </p:nvPicPr>
        <p:blipFill rotWithShape="1">
          <a:blip r:embed="rId3">
            <a:extLst>
              <a:ext uri="{28A0092B-C50C-407E-A947-70E740481C1C}">
                <a14:useLocalDpi xmlns:a14="http://schemas.microsoft.com/office/drawing/2010/main" val="0"/>
              </a:ext>
            </a:extLst>
          </a:blip>
          <a:srcRect l="4377" t="24477" r="4775" b="53970"/>
          <a:stretch/>
        </p:blipFill>
        <p:spPr>
          <a:xfrm>
            <a:off x="3144887" y="4035628"/>
            <a:ext cx="8208913" cy="2520280"/>
          </a:xfrm>
          <a:prstGeom prst="rect">
            <a:avLst/>
          </a:prstGeom>
        </p:spPr>
      </p:pic>
      <p:sp>
        <p:nvSpPr>
          <p:cNvPr id="6" name="TextBox 5">
            <a:extLst>
              <a:ext uri="{FF2B5EF4-FFF2-40B4-BE49-F238E27FC236}">
                <a16:creationId xmlns:a16="http://schemas.microsoft.com/office/drawing/2014/main" id="{C9F7589F-3849-F5A8-85D7-4F126970A88E}"/>
              </a:ext>
            </a:extLst>
          </p:cNvPr>
          <p:cNvSpPr txBox="1"/>
          <p:nvPr/>
        </p:nvSpPr>
        <p:spPr>
          <a:xfrm>
            <a:off x="914400" y="2243469"/>
            <a:ext cx="1983050" cy="923330"/>
          </a:xfrm>
          <a:prstGeom prst="rect">
            <a:avLst/>
          </a:prstGeom>
          <a:noFill/>
        </p:spPr>
        <p:txBody>
          <a:bodyPr wrap="square" rtlCol="0">
            <a:spAutoFit/>
          </a:bodyPr>
          <a:lstStyle/>
          <a:p>
            <a:r>
              <a:rPr lang="en-GB" dirty="0"/>
              <a:t>4-bit adder built from 1-bit full adders</a:t>
            </a:r>
          </a:p>
        </p:txBody>
      </p:sp>
      <p:sp>
        <p:nvSpPr>
          <p:cNvPr id="8" name="TextBox 7">
            <a:extLst>
              <a:ext uri="{FF2B5EF4-FFF2-40B4-BE49-F238E27FC236}">
                <a16:creationId xmlns:a16="http://schemas.microsoft.com/office/drawing/2014/main" id="{DF864453-0D54-C20E-CD4D-2EC333CCD6B8}"/>
              </a:ext>
            </a:extLst>
          </p:cNvPr>
          <p:cNvSpPr txBox="1"/>
          <p:nvPr/>
        </p:nvSpPr>
        <p:spPr>
          <a:xfrm>
            <a:off x="1031358" y="4759935"/>
            <a:ext cx="1983050" cy="923330"/>
          </a:xfrm>
          <a:prstGeom prst="rect">
            <a:avLst/>
          </a:prstGeom>
          <a:noFill/>
        </p:spPr>
        <p:txBody>
          <a:bodyPr wrap="square" rtlCol="0">
            <a:spAutoFit/>
          </a:bodyPr>
          <a:lstStyle/>
          <a:p>
            <a:r>
              <a:rPr lang="en-GB" dirty="0"/>
              <a:t>32-bit adder built from 8-bit full adders</a:t>
            </a:r>
          </a:p>
        </p:txBody>
      </p:sp>
    </p:spTree>
    <p:extLst>
      <p:ext uri="{BB962C8B-B14F-4D97-AF65-F5344CB8AC3E}">
        <p14:creationId xmlns:p14="http://schemas.microsoft.com/office/powerpoint/2010/main" val="2101936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1C277-A53F-9F1C-6A8A-11EB9988D649}"/>
              </a:ext>
            </a:extLst>
          </p:cNvPr>
          <p:cNvSpPr>
            <a:spLocks noGrp="1"/>
          </p:cNvSpPr>
          <p:nvPr>
            <p:ph type="title"/>
          </p:nvPr>
        </p:nvSpPr>
        <p:spPr/>
        <p:txBody>
          <a:bodyPr/>
          <a:lstStyle/>
          <a:p>
            <a:r>
              <a:rPr lang="en-GB" dirty="0"/>
              <a:t>Boolean Algebraic Laws</a:t>
            </a:r>
          </a:p>
        </p:txBody>
      </p:sp>
      <p:sp>
        <p:nvSpPr>
          <p:cNvPr id="4" name="Text Placeholder 3">
            <a:extLst>
              <a:ext uri="{FF2B5EF4-FFF2-40B4-BE49-F238E27FC236}">
                <a16:creationId xmlns:a16="http://schemas.microsoft.com/office/drawing/2014/main" id="{FD5C753E-0A5B-E648-4BD7-8394D8EE5750}"/>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38183359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1CAE0-BA0D-3E05-DB30-A5A3072A45D1}"/>
              </a:ext>
            </a:extLst>
          </p:cNvPr>
          <p:cNvSpPr>
            <a:spLocks noGrp="1"/>
          </p:cNvSpPr>
          <p:nvPr>
            <p:ph type="title"/>
          </p:nvPr>
        </p:nvSpPr>
        <p:spPr/>
        <p:txBody>
          <a:bodyPr/>
          <a:lstStyle/>
          <a:p>
            <a:r>
              <a:rPr lang="en-GB" dirty="0"/>
              <a:t>Boolean Algebraic Laws</a:t>
            </a:r>
          </a:p>
        </p:txBody>
      </p:sp>
      <mc:AlternateContent xmlns:mc="http://schemas.openxmlformats.org/markup-compatibility/2006">
        <mc:Choice xmlns:a14="http://schemas.microsoft.com/office/drawing/2010/main" Requires="a14">
          <p:graphicFrame>
            <p:nvGraphicFramePr>
              <p:cNvPr id="4" name="Content Placeholder 3">
                <a:extLst>
                  <a:ext uri="{FF2B5EF4-FFF2-40B4-BE49-F238E27FC236}">
                    <a16:creationId xmlns:a16="http://schemas.microsoft.com/office/drawing/2014/main" id="{816C62D3-06B8-9641-81C6-1C34E64D5E41}"/>
                  </a:ext>
                </a:extLst>
              </p:cNvPr>
              <p:cNvGraphicFramePr>
                <a:graphicFrameLocks noGrp="1"/>
              </p:cNvGraphicFramePr>
              <p:nvPr>
                <p:ph idx="1"/>
                <p:extLst>
                  <p:ext uri="{D42A27DB-BD31-4B8C-83A1-F6EECF244321}">
                    <p14:modId xmlns:p14="http://schemas.microsoft.com/office/powerpoint/2010/main" val="742364058"/>
                  </p:ext>
                </p:extLst>
              </p:nvPr>
            </p:nvGraphicFramePr>
            <p:xfrm>
              <a:off x="838200" y="1825624"/>
              <a:ext cx="10515597" cy="4524380"/>
            </p:xfrm>
            <a:graphic>
              <a:graphicData uri="http://schemas.openxmlformats.org/drawingml/2006/table">
                <a:tbl>
                  <a:tblPr firstRow="1" bandRow="1">
                    <a:tableStyleId>{7E9639D4-E3E2-4D34-9284-5A2195B3D0D7}</a:tableStyleId>
                  </a:tblPr>
                  <a:tblGrid>
                    <a:gridCol w="3505199">
                      <a:extLst>
                        <a:ext uri="{9D8B030D-6E8A-4147-A177-3AD203B41FA5}">
                          <a16:colId xmlns:a16="http://schemas.microsoft.com/office/drawing/2014/main" val="2669839795"/>
                        </a:ext>
                      </a:extLst>
                    </a:gridCol>
                    <a:gridCol w="3505199">
                      <a:extLst>
                        <a:ext uri="{9D8B030D-6E8A-4147-A177-3AD203B41FA5}">
                          <a16:colId xmlns:a16="http://schemas.microsoft.com/office/drawing/2014/main" val="3776092520"/>
                        </a:ext>
                      </a:extLst>
                    </a:gridCol>
                    <a:gridCol w="3505199">
                      <a:extLst>
                        <a:ext uri="{9D8B030D-6E8A-4147-A177-3AD203B41FA5}">
                          <a16:colId xmlns:a16="http://schemas.microsoft.com/office/drawing/2014/main" val="3290924242"/>
                        </a:ext>
                      </a:extLst>
                    </a:gridCol>
                  </a:tblGrid>
                  <a:tr h="452438">
                    <a:tc>
                      <a:txBody>
                        <a:bodyPr/>
                        <a:lstStyle/>
                        <a:p>
                          <a:pPr algn="ctr"/>
                          <a:r>
                            <a:rPr lang="en-GB" dirty="0"/>
                            <a:t>Name</a:t>
                          </a:r>
                        </a:p>
                      </a:txBody>
                      <a:tcPr/>
                    </a:tc>
                    <a:tc>
                      <a:txBody>
                        <a:bodyPr/>
                        <a:lstStyle/>
                        <a:p>
                          <a:pPr algn="ctr"/>
                          <a:r>
                            <a:rPr lang="en-GB" dirty="0"/>
                            <a:t>AND Form</a:t>
                          </a:r>
                        </a:p>
                      </a:txBody>
                      <a:tcPr/>
                    </a:tc>
                    <a:tc>
                      <a:txBody>
                        <a:bodyPr/>
                        <a:lstStyle/>
                        <a:p>
                          <a:pPr algn="ctr"/>
                          <a:r>
                            <a:rPr lang="en-GB" dirty="0"/>
                            <a:t>OR Form</a:t>
                          </a:r>
                        </a:p>
                      </a:txBody>
                      <a:tcPr/>
                    </a:tc>
                    <a:extLst>
                      <a:ext uri="{0D108BD9-81ED-4DB2-BD59-A6C34878D82A}">
                        <a16:rowId xmlns:a16="http://schemas.microsoft.com/office/drawing/2014/main" val="3091943560"/>
                      </a:ext>
                    </a:extLst>
                  </a:tr>
                  <a:tr h="452438">
                    <a:tc>
                      <a:txBody>
                        <a:bodyPr/>
                        <a:lstStyle/>
                        <a:p>
                          <a:r>
                            <a:rPr lang="en-GB" dirty="0"/>
                            <a:t>Identity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1∧</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0∨</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extLst>
                      <a:ext uri="{0D108BD9-81ED-4DB2-BD59-A6C34878D82A}">
                        <a16:rowId xmlns:a16="http://schemas.microsoft.com/office/drawing/2014/main" val="3450806422"/>
                      </a:ext>
                    </a:extLst>
                  </a:tr>
                  <a:tr h="452438">
                    <a:tc>
                      <a:txBody>
                        <a:bodyPr/>
                        <a:lstStyle/>
                        <a:p>
                          <a:r>
                            <a:rPr lang="en-GB" dirty="0"/>
                            <a:t>Null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0∧</m:t>
                                </m:r>
                                <m:r>
                                  <a:rPr lang="en-GB" b="0" i="1" smtClean="0">
                                    <a:latin typeface="Cambria Math" panose="02040503050406030204" pitchFamily="18" charset="0"/>
                                  </a:rPr>
                                  <m:t>𝐴</m:t>
                                </m:r>
                                <m:r>
                                  <a:rPr lang="en-GB" b="0" i="1" smtClean="0">
                                    <a:latin typeface="Cambria Math" panose="02040503050406030204" pitchFamily="18" charset="0"/>
                                  </a:rPr>
                                  <m:t>=0</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1∨</m:t>
                                </m:r>
                                <m:r>
                                  <a:rPr lang="en-GB" b="0" i="1" smtClean="0">
                                    <a:latin typeface="Cambria Math" panose="02040503050406030204" pitchFamily="18" charset="0"/>
                                  </a:rPr>
                                  <m:t>𝐴</m:t>
                                </m:r>
                                <m:r>
                                  <a:rPr lang="en-GB" b="0" i="1" smtClean="0">
                                    <a:latin typeface="Cambria Math" panose="02040503050406030204" pitchFamily="18" charset="0"/>
                                  </a:rPr>
                                  <m:t>=1</m:t>
                                </m:r>
                              </m:oMath>
                            </m:oMathPara>
                          </a14:m>
                          <a:endParaRPr lang="en-GB" dirty="0"/>
                        </a:p>
                      </a:txBody>
                      <a:tcPr/>
                    </a:tc>
                    <a:extLst>
                      <a:ext uri="{0D108BD9-81ED-4DB2-BD59-A6C34878D82A}">
                        <a16:rowId xmlns:a16="http://schemas.microsoft.com/office/drawing/2014/main" val="1841949700"/>
                      </a:ext>
                    </a:extLst>
                  </a:tr>
                  <a:tr h="452438">
                    <a:tc>
                      <a:txBody>
                        <a:bodyPr/>
                        <a:lstStyle/>
                        <a:p>
                          <a:r>
                            <a:rPr lang="en-GB" dirty="0"/>
                            <a:t>Idempotent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extLst>
                      <a:ext uri="{0D108BD9-81ED-4DB2-BD59-A6C34878D82A}">
                        <a16:rowId xmlns:a16="http://schemas.microsoft.com/office/drawing/2014/main" val="62802421"/>
                      </a:ext>
                    </a:extLst>
                  </a:tr>
                  <a:tr h="452438">
                    <a:tc>
                      <a:txBody>
                        <a:bodyPr/>
                        <a:lstStyle/>
                        <a:p>
                          <a:r>
                            <a:rPr lang="en-GB" dirty="0"/>
                            <a:t>Inverse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=0</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=1</m:t>
                                </m:r>
                              </m:oMath>
                            </m:oMathPara>
                          </a14:m>
                          <a:endParaRPr lang="en-GB" dirty="0"/>
                        </a:p>
                      </a:txBody>
                      <a:tcPr/>
                    </a:tc>
                    <a:extLst>
                      <a:ext uri="{0D108BD9-81ED-4DB2-BD59-A6C34878D82A}">
                        <a16:rowId xmlns:a16="http://schemas.microsoft.com/office/drawing/2014/main" val="4166828392"/>
                      </a:ext>
                    </a:extLst>
                  </a:tr>
                  <a:tr h="452438">
                    <a:tc>
                      <a:txBody>
                        <a:bodyPr/>
                        <a:lstStyle/>
                        <a:p>
                          <a:r>
                            <a:rPr lang="en-GB" dirty="0"/>
                            <a:t>Commutative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extLst>
                      <a:ext uri="{0D108BD9-81ED-4DB2-BD59-A6C34878D82A}">
                        <a16:rowId xmlns:a16="http://schemas.microsoft.com/office/drawing/2014/main" val="2697631284"/>
                      </a:ext>
                    </a:extLst>
                  </a:tr>
                  <a:tr h="452438">
                    <a:tc>
                      <a:txBody>
                        <a:bodyPr/>
                        <a:lstStyle/>
                        <a:p>
                          <a:r>
                            <a:rPr lang="en-GB" dirty="0"/>
                            <a:t>Associative Law</a:t>
                          </a:r>
                        </a:p>
                      </a:txBody>
                      <a:tcPr/>
                    </a:tc>
                    <a:tc>
                      <a:txBody>
                        <a:bodyPr/>
                        <a:lstStyle/>
                        <a:p>
                          <a:pPr/>
                          <a14:m>
                            <m:oMathPara xmlns:m="http://schemas.openxmlformats.org/officeDocument/2006/math">
                              <m:oMathParaPr>
                                <m:jc m:val="centerGroup"/>
                              </m:oMathParaPr>
                              <m:oMath xmlns:m="http://schemas.openxmlformats.org/officeDocument/2006/math">
                                <m:d>
                                  <m:dPr>
                                    <m:ctrlPr>
                                      <a:rPr lang="en-GB" b="0" i="1" smtClean="0">
                                        <a:solidFill>
                                          <a:schemeClr val="accent2"/>
                                        </a:solidFill>
                                        <a:latin typeface="Cambria Math" panose="02040503050406030204" pitchFamily="18" charset="0"/>
                                      </a:rPr>
                                    </m:ctrlPr>
                                  </m:dPr>
                                  <m:e>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𝐵</m:t>
                                    </m:r>
                                  </m:e>
                                </m:d>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𝐶</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𝐵</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𝐶</m:t>
                                </m:r>
                                <m:r>
                                  <a:rPr lang="en-GB" b="0" i="1" smtClean="0">
                                    <a:solidFill>
                                      <a:schemeClr val="accent2"/>
                                    </a:solidFill>
                                    <a:latin typeface="Cambria Math" panose="02040503050406030204" pitchFamily="18" charset="0"/>
                                  </a:rPr>
                                  <m:t>)</m:t>
                                </m:r>
                              </m:oMath>
                            </m:oMathPara>
                          </a14:m>
                          <a:endParaRPr lang="en-GB" dirty="0">
                            <a:solidFill>
                              <a:schemeClr val="accent2"/>
                            </a:solidFill>
                          </a:endParaRPr>
                        </a:p>
                      </a:txBody>
                      <a:tcPr/>
                    </a:tc>
                    <a:tc>
                      <a:txBody>
                        <a:bodyPr/>
                        <a:lstStyle/>
                        <a:p>
                          <a:pPr/>
                          <a14:m>
                            <m:oMathPara xmlns:m="http://schemas.openxmlformats.org/officeDocument/2006/math">
                              <m:oMathParaPr>
                                <m:jc m:val="centerGroup"/>
                              </m:oMathParaPr>
                              <m:oMath xmlns:m="http://schemas.openxmlformats.org/officeDocument/2006/math">
                                <m:d>
                                  <m:dPr>
                                    <m:ctrlPr>
                                      <a:rPr lang="en-GB" b="0" i="1" smtClean="0">
                                        <a:solidFill>
                                          <a:schemeClr val="accent2"/>
                                        </a:solidFill>
                                        <a:latin typeface="Cambria Math" panose="02040503050406030204" pitchFamily="18" charset="0"/>
                                      </a:rPr>
                                    </m:ctrlPr>
                                  </m:dPr>
                                  <m:e>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𝐵</m:t>
                                    </m:r>
                                  </m:e>
                                </m:d>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𝐶</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𝐵</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𝐶</m:t>
                                </m:r>
                                <m:r>
                                  <a:rPr lang="en-GB" b="0" i="1" smtClean="0">
                                    <a:solidFill>
                                      <a:schemeClr val="accent2"/>
                                    </a:solidFill>
                                    <a:latin typeface="Cambria Math" panose="02040503050406030204" pitchFamily="18" charset="0"/>
                                  </a:rPr>
                                  <m:t>)</m:t>
                                </m:r>
                              </m:oMath>
                            </m:oMathPara>
                          </a14:m>
                          <a:endParaRPr lang="en-GB" dirty="0">
                            <a:solidFill>
                              <a:schemeClr val="accent2"/>
                            </a:solidFill>
                          </a:endParaRPr>
                        </a:p>
                      </a:txBody>
                      <a:tcPr/>
                    </a:tc>
                    <a:extLst>
                      <a:ext uri="{0D108BD9-81ED-4DB2-BD59-A6C34878D82A}">
                        <a16:rowId xmlns:a16="http://schemas.microsoft.com/office/drawing/2014/main" val="3219549440"/>
                      </a:ext>
                    </a:extLst>
                  </a:tr>
                  <a:tr h="452438">
                    <a:tc>
                      <a:txBody>
                        <a:bodyPr/>
                        <a:lstStyle/>
                        <a:p>
                          <a:r>
                            <a:rPr lang="en-GB" dirty="0"/>
                            <a:t>Distributive Law</a:t>
                          </a:r>
                        </a:p>
                      </a:txBody>
                      <a:tcPr/>
                    </a:tc>
                    <a:tc>
                      <a:txBody>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i="1" dirty="0" smtClean="0">
                                        <a:latin typeface="Cambria Math" panose="02040503050406030204" pitchFamily="18" charset="0"/>
                                      </a:rPr>
                                      <m:t>𝐵</m:t>
                                    </m:r>
                                    <m:r>
                                      <a:rPr lang="en-GB" b="0" i="1" dirty="0" smtClean="0">
                                        <a:latin typeface="Cambria Math" panose="02040503050406030204" pitchFamily="18" charset="0"/>
                                      </a:rPr>
                                      <m:t>∧</m:t>
                                    </m:r>
                                    <m:r>
                                      <a:rPr lang="en-GB" i="1" dirty="0" smtClean="0">
                                        <a:latin typeface="Cambria Math" panose="02040503050406030204" pitchFamily="18" charset="0"/>
                                      </a:rPr>
                                      <m:t>𝐶</m:t>
                                    </m:r>
                                  </m:e>
                                </m:d>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𝐴</m:t>
                                    </m:r>
                                    <m:r>
                                      <a:rPr lang="en-GB" b="0" i="1" dirty="0" smtClean="0">
                                        <a:latin typeface="Cambria Math" panose="02040503050406030204" pitchFamily="18" charset="0"/>
                                      </a:rPr>
                                      <m:t>∨</m:t>
                                    </m:r>
                                    <m:r>
                                      <a:rPr lang="en-GB" b="0" i="1" dirty="0" smtClean="0">
                                        <a:latin typeface="Cambria Math" panose="02040503050406030204" pitchFamily="18" charset="0"/>
                                      </a:rPr>
                                      <m:t>𝐵</m:t>
                                    </m:r>
                                  </m:e>
                                </m:d>
                                <m:r>
                                  <a:rPr lang="en-GB" b="0" i="1" dirty="0" smtClean="0">
                                    <a:latin typeface="Cambria Math" panose="02040503050406030204" pitchFamily="18" charset="0"/>
                                  </a:rPr>
                                  <m:t>∧(</m:t>
                                </m:r>
                                <m:r>
                                  <a:rPr lang="en-GB" b="0" i="1" dirty="0" smtClean="0">
                                    <a:latin typeface="Cambria Math" panose="02040503050406030204" pitchFamily="18" charset="0"/>
                                  </a:rPr>
                                  <m:t>𝐴</m:t>
                                </m:r>
                                <m:r>
                                  <a:rPr lang="en-GB" b="0" i="1" dirty="0" smtClean="0">
                                    <a:latin typeface="Cambria Math" panose="02040503050406030204" pitchFamily="18" charset="0"/>
                                  </a:rPr>
                                  <m:t>∨</m:t>
                                </m:r>
                                <m:r>
                                  <a:rPr lang="en-GB" b="0" i="1" dirty="0" smtClean="0">
                                    <a:latin typeface="Cambria Math" panose="02040503050406030204" pitchFamily="18" charset="0"/>
                                  </a:rPr>
                                  <m:t>𝐶</m:t>
                                </m:r>
                                <m:r>
                                  <a:rPr lang="en-GB" b="0" i="1" dirty="0" smtClean="0">
                                    <a:latin typeface="Cambria Math" panose="02040503050406030204" pitchFamily="18" charset="0"/>
                                  </a:rPr>
                                  <m:t>)</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m:oMathPara>
                          </a14:m>
                          <a:endParaRPr lang="en-GB" dirty="0"/>
                        </a:p>
                      </a:txBody>
                      <a:tcPr/>
                    </a:tc>
                    <a:extLst>
                      <a:ext uri="{0D108BD9-81ED-4DB2-BD59-A6C34878D82A}">
                        <a16:rowId xmlns:a16="http://schemas.microsoft.com/office/drawing/2014/main" val="3360025627"/>
                      </a:ext>
                    </a:extLst>
                  </a:tr>
                  <a:tr h="452438">
                    <a:tc>
                      <a:txBody>
                        <a:bodyPr/>
                        <a:lstStyle/>
                        <a:p>
                          <a:r>
                            <a:rPr lang="en-GB" dirty="0"/>
                            <a:t>Absorption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d>
                                  <m:dPr>
                                    <m:ctrlPr>
                                      <a:rPr lang="en-GB" b="0" i="1" smtClean="0">
                                        <a:solidFill>
                                          <a:schemeClr val="accent2"/>
                                        </a:solidFill>
                                        <a:latin typeface="Cambria Math" panose="02040503050406030204" pitchFamily="18" charset="0"/>
                                      </a:rPr>
                                    </m:ctrlPr>
                                  </m:dPr>
                                  <m:e>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𝐵</m:t>
                                    </m:r>
                                  </m:e>
                                </m:d>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𝐴</m:t>
                                </m:r>
                              </m:oMath>
                            </m:oMathPara>
                          </a14:m>
                          <a:endParaRPr lang="en-GB" dirty="0">
                            <a:solidFill>
                              <a:schemeClr val="accent2"/>
                            </a:solidFill>
                          </a:endParaRPr>
                        </a:p>
                      </a:txBody>
                      <a:tcPr/>
                    </a:tc>
                    <a:tc>
                      <a:txBody>
                        <a:bodyPr/>
                        <a:lstStyle/>
                        <a:p>
                          <a:pPr/>
                          <a14:m>
                            <m:oMathPara xmlns:m="http://schemas.openxmlformats.org/officeDocument/2006/math">
                              <m:oMathParaPr>
                                <m:jc m:val="centerGroup"/>
                              </m:oMathParaPr>
                              <m:oMath xmlns:m="http://schemas.openxmlformats.org/officeDocument/2006/math">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𝐵</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𝐴</m:t>
                                </m:r>
                              </m:oMath>
                            </m:oMathPara>
                          </a14:m>
                          <a:endParaRPr lang="en-GB" dirty="0">
                            <a:solidFill>
                              <a:schemeClr val="accent2"/>
                            </a:solidFill>
                          </a:endParaRPr>
                        </a:p>
                      </a:txBody>
                      <a:tcPr/>
                    </a:tc>
                    <a:extLst>
                      <a:ext uri="{0D108BD9-81ED-4DB2-BD59-A6C34878D82A}">
                        <a16:rowId xmlns:a16="http://schemas.microsoft.com/office/drawing/2014/main" val="2798943848"/>
                      </a:ext>
                    </a:extLst>
                  </a:tr>
                  <a:tr h="452438">
                    <a:tc>
                      <a:txBody>
                        <a:bodyPr/>
                        <a:lstStyle/>
                        <a:p>
                          <a:r>
                            <a:rPr lang="en-GB" dirty="0"/>
                            <a:t>De Morgan’s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m:rPr>
                                        <m:sty m:val="p"/>
                                      </m:rPr>
                                      <a:rPr lang="en-GB" b="0" i="1" smtClean="0">
                                        <a:latin typeface="Cambria Math" panose="02040503050406030204" pitchFamily="18" charset="0"/>
                                      </a:rPr>
                                      <m:t>B</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oMath>
                            </m:oMathPara>
                          </a14:m>
                          <a:endParaRPr lang="en-GB" dirty="0"/>
                        </a:p>
                      </a:txBody>
                      <a:tcPr/>
                    </a:tc>
                    <a:extLst>
                      <a:ext uri="{0D108BD9-81ED-4DB2-BD59-A6C34878D82A}">
                        <a16:rowId xmlns:a16="http://schemas.microsoft.com/office/drawing/2014/main" val="1045893707"/>
                      </a:ext>
                    </a:extLst>
                  </a:tr>
                </a:tbl>
              </a:graphicData>
            </a:graphic>
          </p:graphicFrame>
        </mc:Choice>
        <mc:Fallback>
          <p:graphicFrame>
            <p:nvGraphicFramePr>
              <p:cNvPr id="4" name="Content Placeholder 3">
                <a:extLst>
                  <a:ext uri="{FF2B5EF4-FFF2-40B4-BE49-F238E27FC236}">
                    <a16:creationId xmlns:a16="http://schemas.microsoft.com/office/drawing/2014/main" id="{816C62D3-06B8-9641-81C6-1C34E64D5E41}"/>
                  </a:ext>
                </a:extLst>
              </p:cNvPr>
              <p:cNvGraphicFramePr>
                <a:graphicFrameLocks noGrp="1"/>
              </p:cNvGraphicFramePr>
              <p:nvPr>
                <p:ph idx="1"/>
                <p:extLst>
                  <p:ext uri="{D42A27DB-BD31-4B8C-83A1-F6EECF244321}">
                    <p14:modId xmlns:p14="http://schemas.microsoft.com/office/powerpoint/2010/main" val="742364058"/>
                  </p:ext>
                </p:extLst>
              </p:nvPr>
            </p:nvGraphicFramePr>
            <p:xfrm>
              <a:off x="838200" y="1825624"/>
              <a:ext cx="10515597" cy="4524380"/>
            </p:xfrm>
            <a:graphic>
              <a:graphicData uri="http://schemas.openxmlformats.org/drawingml/2006/table">
                <a:tbl>
                  <a:tblPr firstRow="1" bandRow="1">
                    <a:tableStyleId>{7E9639D4-E3E2-4D34-9284-5A2195B3D0D7}</a:tableStyleId>
                  </a:tblPr>
                  <a:tblGrid>
                    <a:gridCol w="3505199">
                      <a:extLst>
                        <a:ext uri="{9D8B030D-6E8A-4147-A177-3AD203B41FA5}">
                          <a16:colId xmlns:a16="http://schemas.microsoft.com/office/drawing/2014/main" val="2669839795"/>
                        </a:ext>
                      </a:extLst>
                    </a:gridCol>
                    <a:gridCol w="3505199">
                      <a:extLst>
                        <a:ext uri="{9D8B030D-6E8A-4147-A177-3AD203B41FA5}">
                          <a16:colId xmlns:a16="http://schemas.microsoft.com/office/drawing/2014/main" val="3776092520"/>
                        </a:ext>
                      </a:extLst>
                    </a:gridCol>
                    <a:gridCol w="3505199">
                      <a:extLst>
                        <a:ext uri="{9D8B030D-6E8A-4147-A177-3AD203B41FA5}">
                          <a16:colId xmlns:a16="http://schemas.microsoft.com/office/drawing/2014/main" val="3290924242"/>
                        </a:ext>
                      </a:extLst>
                    </a:gridCol>
                  </a:tblGrid>
                  <a:tr h="452438">
                    <a:tc>
                      <a:txBody>
                        <a:bodyPr/>
                        <a:lstStyle/>
                        <a:p>
                          <a:pPr algn="ctr"/>
                          <a:r>
                            <a:rPr lang="en-GB" dirty="0"/>
                            <a:t>Name</a:t>
                          </a:r>
                        </a:p>
                      </a:txBody>
                      <a:tcPr/>
                    </a:tc>
                    <a:tc>
                      <a:txBody>
                        <a:bodyPr/>
                        <a:lstStyle/>
                        <a:p>
                          <a:pPr algn="ctr"/>
                          <a:r>
                            <a:rPr lang="en-GB" dirty="0"/>
                            <a:t>AND Form</a:t>
                          </a:r>
                        </a:p>
                      </a:txBody>
                      <a:tcPr/>
                    </a:tc>
                    <a:tc>
                      <a:txBody>
                        <a:bodyPr/>
                        <a:lstStyle/>
                        <a:p>
                          <a:pPr algn="ctr"/>
                          <a:r>
                            <a:rPr lang="en-GB" dirty="0"/>
                            <a:t>OR Form</a:t>
                          </a:r>
                        </a:p>
                      </a:txBody>
                      <a:tcPr/>
                    </a:tc>
                    <a:extLst>
                      <a:ext uri="{0D108BD9-81ED-4DB2-BD59-A6C34878D82A}">
                        <a16:rowId xmlns:a16="http://schemas.microsoft.com/office/drawing/2014/main" val="3091943560"/>
                      </a:ext>
                    </a:extLst>
                  </a:tr>
                  <a:tr h="452438">
                    <a:tc>
                      <a:txBody>
                        <a:bodyPr/>
                        <a:lstStyle/>
                        <a:p>
                          <a:r>
                            <a:rPr lang="en-GB" dirty="0"/>
                            <a:t>Identity Law</a:t>
                          </a:r>
                        </a:p>
                      </a:txBody>
                      <a:tcPr/>
                    </a:tc>
                    <a:tc>
                      <a:txBody>
                        <a:bodyPr/>
                        <a:lstStyle/>
                        <a:p>
                          <a:endParaRPr lang="zh-CN"/>
                        </a:p>
                      </a:txBody>
                      <a:tcPr>
                        <a:blipFill>
                          <a:blip r:embed="rId2"/>
                          <a:stretch>
                            <a:fillRect l="-100000" t="-105333" r="-100000" b="-793333"/>
                          </a:stretch>
                        </a:blipFill>
                      </a:tcPr>
                    </a:tc>
                    <a:tc>
                      <a:txBody>
                        <a:bodyPr/>
                        <a:lstStyle/>
                        <a:p>
                          <a:endParaRPr lang="zh-CN"/>
                        </a:p>
                      </a:txBody>
                      <a:tcPr>
                        <a:blipFill>
                          <a:blip r:embed="rId2"/>
                          <a:stretch>
                            <a:fillRect l="-200348" t="-105333" r="-174" b="-793333"/>
                          </a:stretch>
                        </a:blipFill>
                      </a:tcPr>
                    </a:tc>
                    <a:extLst>
                      <a:ext uri="{0D108BD9-81ED-4DB2-BD59-A6C34878D82A}">
                        <a16:rowId xmlns:a16="http://schemas.microsoft.com/office/drawing/2014/main" val="3450806422"/>
                      </a:ext>
                    </a:extLst>
                  </a:tr>
                  <a:tr h="452438">
                    <a:tc>
                      <a:txBody>
                        <a:bodyPr/>
                        <a:lstStyle/>
                        <a:p>
                          <a:r>
                            <a:rPr lang="en-GB" dirty="0"/>
                            <a:t>Null Law</a:t>
                          </a:r>
                        </a:p>
                      </a:txBody>
                      <a:tcPr/>
                    </a:tc>
                    <a:tc>
                      <a:txBody>
                        <a:bodyPr/>
                        <a:lstStyle/>
                        <a:p>
                          <a:endParaRPr lang="zh-CN"/>
                        </a:p>
                      </a:txBody>
                      <a:tcPr>
                        <a:blipFill>
                          <a:blip r:embed="rId2"/>
                          <a:stretch>
                            <a:fillRect l="-100000" t="-208108" r="-100000" b="-704054"/>
                          </a:stretch>
                        </a:blipFill>
                      </a:tcPr>
                    </a:tc>
                    <a:tc>
                      <a:txBody>
                        <a:bodyPr/>
                        <a:lstStyle/>
                        <a:p>
                          <a:endParaRPr lang="zh-CN"/>
                        </a:p>
                      </a:txBody>
                      <a:tcPr>
                        <a:blipFill>
                          <a:blip r:embed="rId2"/>
                          <a:stretch>
                            <a:fillRect l="-200348" t="-208108" r="-174" b="-704054"/>
                          </a:stretch>
                        </a:blipFill>
                      </a:tcPr>
                    </a:tc>
                    <a:extLst>
                      <a:ext uri="{0D108BD9-81ED-4DB2-BD59-A6C34878D82A}">
                        <a16:rowId xmlns:a16="http://schemas.microsoft.com/office/drawing/2014/main" val="1841949700"/>
                      </a:ext>
                    </a:extLst>
                  </a:tr>
                  <a:tr h="452438">
                    <a:tc>
                      <a:txBody>
                        <a:bodyPr/>
                        <a:lstStyle/>
                        <a:p>
                          <a:r>
                            <a:rPr lang="en-GB" dirty="0"/>
                            <a:t>Idempotent Law</a:t>
                          </a:r>
                        </a:p>
                      </a:txBody>
                      <a:tcPr/>
                    </a:tc>
                    <a:tc>
                      <a:txBody>
                        <a:bodyPr/>
                        <a:lstStyle/>
                        <a:p>
                          <a:endParaRPr lang="zh-CN"/>
                        </a:p>
                      </a:txBody>
                      <a:tcPr>
                        <a:blipFill>
                          <a:blip r:embed="rId2"/>
                          <a:stretch>
                            <a:fillRect l="-100000" t="-308108" r="-100000" b="-604054"/>
                          </a:stretch>
                        </a:blipFill>
                      </a:tcPr>
                    </a:tc>
                    <a:tc>
                      <a:txBody>
                        <a:bodyPr/>
                        <a:lstStyle/>
                        <a:p>
                          <a:endParaRPr lang="zh-CN"/>
                        </a:p>
                      </a:txBody>
                      <a:tcPr>
                        <a:blipFill>
                          <a:blip r:embed="rId2"/>
                          <a:stretch>
                            <a:fillRect l="-200348" t="-308108" r="-174" b="-604054"/>
                          </a:stretch>
                        </a:blipFill>
                      </a:tcPr>
                    </a:tc>
                    <a:extLst>
                      <a:ext uri="{0D108BD9-81ED-4DB2-BD59-A6C34878D82A}">
                        <a16:rowId xmlns:a16="http://schemas.microsoft.com/office/drawing/2014/main" val="62802421"/>
                      </a:ext>
                    </a:extLst>
                  </a:tr>
                  <a:tr h="452438">
                    <a:tc>
                      <a:txBody>
                        <a:bodyPr/>
                        <a:lstStyle/>
                        <a:p>
                          <a:r>
                            <a:rPr lang="en-GB" dirty="0"/>
                            <a:t>Inverse Law</a:t>
                          </a:r>
                        </a:p>
                      </a:txBody>
                      <a:tcPr/>
                    </a:tc>
                    <a:tc>
                      <a:txBody>
                        <a:bodyPr/>
                        <a:lstStyle/>
                        <a:p>
                          <a:endParaRPr lang="zh-CN"/>
                        </a:p>
                      </a:txBody>
                      <a:tcPr>
                        <a:blipFill>
                          <a:blip r:embed="rId2"/>
                          <a:stretch>
                            <a:fillRect l="-100000" t="-402667" r="-100000" b="-496000"/>
                          </a:stretch>
                        </a:blipFill>
                      </a:tcPr>
                    </a:tc>
                    <a:tc>
                      <a:txBody>
                        <a:bodyPr/>
                        <a:lstStyle/>
                        <a:p>
                          <a:endParaRPr lang="zh-CN"/>
                        </a:p>
                      </a:txBody>
                      <a:tcPr>
                        <a:blipFill>
                          <a:blip r:embed="rId2"/>
                          <a:stretch>
                            <a:fillRect l="-200348" t="-402667" r="-174" b="-496000"/>
                          </a:stretch>
                        </a:blipFill>
                      </a:tcPr>
                    </a:tc>
                    <a:extLst>
                      <a:ext uri="{0D108BD9-81ED-4DB2-BD59-A6C34878D82A}">
                        <a16:rowId xmlns:a16="http://schemas.microsoft.com/office/drawing/2014/main" val="4166828392"/>
                      </a:ext>
                    </a:extLst>
                  </a:tr>
                  <a:tr h="452438">
                    <a:tc>
                      <a:txBody>
                        <a:bodyPr/>
                        <a:lstStyle/>
                        <a:p>
                          <a:r>
                            <a:rPr lang="en-GB" dirty="0"/>
                            <a:t>Commutative Law</a:t>
                          </a:r>
                        </a:p>
                      </a:txBody>
                      <a:tcPr/>
                    </a:tc>
                    <a:tc>
                      <a:txBody>
                        <a:bodyPr/>
                        <a:lstStyle/>
                        <a:p>
                          <a:endParaRPr lang="zh-CN"/>
                        </a:p>
                      </a:txBody>
                      <a:tcPr>
                        <a:blipFill>
                          <a:blip r:embed="rId2"/>
                          <a:stretch>
                            <a:fillRect l="-100000" t="-509459" r="-100000" b="-402703"/>
                          </a:stretch>
                        </a:blipFill>
                      </a:tcPr>
                    </a:tc>
                    <a:tc>
                      <a:txBody>
                        <a:bodyPr/>
                        <a:lstStyle/>
                        <a:p>
                          <a:endParaRPr lang="zh-CN"/>
                        </a:p>
                      </a:txBody>
                      <a:tcPr>
                        <a:blipFill>
                          <a:blip r:embed="rId2"/>
                          <a:stretch>
                            <a:fillRect l="-200348" t="-509459" r="-174" b="-402703"/>
                          </a:stretch>
                        </a:blipFill>
                      </a:tcPr>
                    </a:tc>
                    <a:extLst>
                      <a:ext uri="{0D108BD9-81ED-4DB2-BD59-A6C34878D82A}">
                        <a16:rowId xmlns:a16="http://schemas.microsoft.com/office/drawing/2014/main" val="2697631284"/>
                      </a:ext>
                    </a:extLst>
                  </a:tr>
                  <a:tr h="452438">
                    <a:tc>
                      <a:txBody>
                        <a:bodyPr/>
                        <a:lstStyle/>
                        <a:p>
                          <a:r>
                            <a:rPr lang="en-GB" dirty="0"/>
                            <a:t>Associative Law</a:t>
                          </a:r>
                        </a:p>
                      </a:txBody>
                      <a:tcPr/>
                    </a:tc>
                    <a:tc>
                      <a:txBody>
                        <a:bodyPr/>
                        <a:lstStyle/>
                        <a:p>
                          <a:endParaRPr lang="zh-CN"/>
                        </a:p>
                      </a:txBody>
                      <a:tcPr>
                        <a:blipFill>
                          <a:blip r:embed="rId2"/>
                          <a:stretch>
                            <a:fillRect l="-100000" t="-609459" r="-100000" b="-302703"/>
                          </a:stretch>
                        </a:blipFill>
                      </a:tcPr>
                    </a:tc>
                    <a:tc>
                      <a:txBody>
                        <a:bodyPr/>
                        <a:lstStyle/>
                        <a:p>
                          <a:endParaRPr lang="zh-CN"/>
                        </a:p>
                      </a:txBody>
                      <a:tcPr>
                        <a:blipFill>
                          <a:blip r:embed="rId2"/>
                          <a:stretch>
                            <a:fillRect l="-200348" t="-609459" r="-174" b="-302703"/>
                          </a:stretch>
                        </a:blipFill>
                      </a:tcPr>
                    </a:tc>
                    <a:extLst>
                      <a:ext uri="{0D108BD9-81ED-4DB2-BD59-A6C34878D82A}">
                        <a16:rowId xmlns:a16="http://schemas.microsoft.com/office/drawing/2014/main" val="3219549440"/>
                      </a:ext>
                    </a:extLst>
                  </a:tr>
                  <a:tr h="452438">
                    <a:tc>
                      <a:txBody>
                        <a:bodyPr/>
                        <a:lstStyle/>
                        <a:p>
                          <a:r>
                            <a:rPr lang="en-GB" dirty="0"/>
                            <a:t>Distributive Law</a:t>
                          </a:r>
                        </a:p>
                      </a:txBody>
                      <a:tcPr/>
                    </a:tc>
                    <a:tc>
                      <a:txBody>
                        <a:bodyPr/>
                        <a:lstStyle/>
                        <a:p>
                          <a:endParaRPr lang="zh-CN"/>
                        </a:p>
                      </a:txBody>
                      <a:tcPr>
                        <a:blipFill>
                          <a:blip r:embed="rId2"/>
                          <a:stretch>
                            <a:fillRect l="-100000" t="-709459" r="-100000" b="-202703"/>
                          </a:stretch>
                        </a:blipFill>
                      </a:tcPr>
                    </a:tc>
                    <a:tc>
                      <a:txBody>
                        <a:bodyPr/>
                        <a:lstStyle/>
                        <a:p>
                          <a:endParaRPr lang="zh-CN"/>
                        </a:p>
                      </a:txBody>
                      <a:tcPr>
                        <a:blipFill>
                          <a:blip r:embed="rId2"/>
                          <a:stretch>
                            <a:fillRect l="-200348" t="-709459" r="-174" b="-202703"/>
                          </a:stretch>
                        </a:blipFill>
                      </a:tcPr>
                    </a:tc>
                    <a:extLst>
                      <a:ext uri="{0D108BD9-81ED-4DB2-BD59-A6C34878D82A}">
                        <a16:rowId xmlns:a16="http://schemas.microsoft.com/office/drawing/2014/main" val="3360025627"/>
                      </a:ext>
                    </a:extLst>
                  </a:tr>
                  <a:tr h="452438">
                    <a:tc>
                      <a:txBody>
                        <a:bodyPr/>
                        <a:lstStyle/>
                        <a:p>
                          <a:r>
                            <a:rPr lang="en-GB" dirty="0"/>
                            <a:t>Absorption Law</a:t>
                          </a:r>
                        </a:p>
                      </a:txBody>
                      <a:tcPr/>
                    </a:tc>
                    <a:tc>
                      <a:txBody>
                        <a:bodyPr/>
                        <a:lstStyle/>
                        <a:p>
                          <a:endParaRPr lang="zh-CN"/>
                        </a:p>
                      </a:txBody>
                      <a:tcPr>
                        <a:blipFill>
                          <a:blip r:embed="rId2"/>
                          <a:stretch>
                            <a:fillRect l="-100000" t="-798667" r="-100000" b="-100000"/>
                          </a:stretch>
                        </a:blipFill>
                      </a:tcPr>
                    </a:tc>
                    <a:tc>
                      <a:txBody>
                        <a:bodyPr/>
                        <a:lstStyle/>
                        <a:p>
                          <a:endParaRPr lang="zh-CN"/>
                        </a:p>
                      </a:txBody>
                      <a:tcPr>
                        <a:blipFill>
                          <a:blip r:embed="rId2"/>
                          <a:stretch>
                            <a:fillRect l="-200348" t="-798667" r="-174" b="-100000"/>
                          </a:stretch>
                        </a:blipFill>
                      </a:tcPr>
                    </a:tc>
                    <a:extLst>
                      <a:ext uri="{0D108BD9-81ED-4DB2-BD59-A6C34878D82A}">
                        <a16:rowId xmlns:a16="http://schemas.microsoft.com/office/drawing/2014/main" val="2798943848"/>
                      </a:ext>
                    </a:extLst>
                  </a:tr>
                  <a:tr h="452438">
                    <a:tc>
                      <a:txBody>
                        <a:bodyPr/>
                        <a:lstStyle/>
                        <a:p>
                          <a:r>
                            <a:rPr lang="en-GB" dirty="0"/>
                            <a:t>De Morgan’s Law</a:t>
                          </a:r>
                        </a:p>
                      </a:txBody>
                      <a:tcPr/>
                    </a:tc>
                    <a:tc>
                      <a:txBody>
                        <a:bodyPr/>
                        <a:lstStyle/>
                        <a:p>
                          <a:endParaRPr lang="zh-CN"/>
                        </a:p>
                      </a:txBody>
                      <a:tcPr>
                        <a:blipFill>
                          <a:blip r:embed="rId2"/>
                          <a:stretch>
                            <a:fillRect l="-100000" t="-910811" r="-100000" b="-1351"/>
                          </a:stretch>
                        </a:blipFill>
                      </a:tcPr>
                    </a:tc>
                    <a:tc>
                      <a:txBody>
                        <a:bodyPr/>
                        <a:lstStyle/>
                        <a:p>
                          <a:endParaRPr lang="zh-CN"/>
                        </a:p>
                      </a:txBody>
                      <a:tcPr>
                        <a:blipFill>
                          <a:blip r:embed="rId2"/>
                          <a:stretch>
                            <a:fillRect l="-200348" t="-910811" r="-174" b="-1351"/>
                          </a:stretch>
                        </a:blipFill>
                      </a:tcPr>
                    </a:tc>
                    <a:extLst>
                      <a:ext uri="{0D108BD9-81ED-4DB2-BD59-A6C34878D82A}">
                        <a16:rowId xmlns:a16="http://schemas.microsoft.com/office/drawing/2014/main" val="1045893707"/>
                      </a:ext>
                    </a:extLst>
                  </a:tr>
                </a:tbl>
              </a:graphicData>
            </a:graphic>
          </p:graphicFrame>
        </mc:Fallback>
      </mc:AlternateContent>
    </p:spTree>
    <p:extLst>
      <p:ext uri="{BB962C8B-B14F-4D97-AF65-F5344CB8AC3E}">
        <p14:creationId xmlns:p14="http://schemas.microsoft.com/office/powerpoint/2010/main" val="24752080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Identity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1∧</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i="1">
                        <a:latin typeface="Cambria Math" panose="02040503050406030204" pitchFamily="18" charset="0"/>
                      </a:rPr>
                      <m:t>0</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57505">
                    <a:tc>
                      <a:txBody>
                        <a:bodyPr/>
                        <a:lstStyle/>
                        <a:p>
                          <a:pPr algn="ctr"/>
                          <a:r>
                            <a:rPr lang="en-GB" dirty="0"/>
                            <a:t>1</a:t>
                          </a:r>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𝟏</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3297123339"/>
                  </p:ext>
                </p:extLst>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pPr algn="ctr"/>
                          <a:r>
                            <a:rPr lang="en-GB" dirty="0"/>
                            <a:t>1</a:t>
                          </a:r>
                        </a:p>
                      </a:txBody>
                      <a:tcPr/>
                    </a:tc>
                    <a:tc>
                      <a:txBody>
                        <a:bodyPr/>
                        <a:lstStyle/>
                        <a:p>
                          <a:endParaRPr lang="en-US"/>
                        </a:p>
                      </a:txBody>
                      <a:tcPr>
                        <a:blipFill>
                          <a:blip r:embed="rId4"/>
                          <a:stretch>
                            <a:fillRect l="-100000" t="-8333" r="-100000" b="-228333"/>
                          </a:stretch>
                        </a:blipFill>
                      </a:tcPr>
                    </a:tc>
                    <a:tc>
                      <a:txBody>
                        <a:bodyPr/>
                        <a:lstStyle/>
                        <a:p>
                          <a:endParaRPr lang="en-US"/>
                        </a:p>
                      </a:txBody>
                      <a:tcPr>
                        <a:blipFill>
                          <a:blip r:embed="rId4"/>
                          <a:stretch>
                            <a:fillRect l="-201370" t="-8333" r="-685" b="-228333"/>
                          </a:stretch>
                        </a:blipFill>
                      </a:tcPr>
                    </a:tc>
                    <a:extLst>
                      <a:ext uri="{0D108BD9-81ED-4DB2-BD59-A6C34878D82A}">
                        <a16:rowId xmlns:a16="http://schemas.microsoft.com/office/drawing/2014/main" val="1853461169"/>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0">
                    <a:tc>
                      <a:txBody>
                        <a:bodyPr/>
                        <a:lstStyle/>
                        <a:p>
                          <a:pPr algn="ctr"/>
                          <a:r>
                            <a:rPr lang="en-GB" dirty="0"/>
                            <a:t>0</a:t>
                          </a:r>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0∨</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extLst>
                  <p:ext uri="{D42A27DB-BD31-4B8C-83A1-F6EECF244321}">
                    <p14:modId xmlns:p14="http://schemas.microsoft.com/office/powerpoint/2010/main" val="3080625597"/>
                  </p:ext>
                </p:extLst>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pPr algn="ctr"/>
                          <a:r>
                            <a:rPr lang="en-GB" dirty="0"/>
                            <a:t>0</a:t>
                          </a:r>
                        </a:p>
                      </a:txBody>
                      <a:tcPr/>
                    </a:tc>
                    <a:tc>
                      <a:txBody>
                        <a:bodyPr/>
                        <a:lstStyle/>
                        <a:p>
                          <a:endParaRPr lang="en-US"/>
                        </a:p>
                      </a:txBody>
                      <a:tcPr>
                        <a:blipFill>
                          <a:blip r:embed="rId5"/>
                          <a:stretch>
                            <a:fillRect l="-99320" t="-8333" r="-100000" b="-228333"/>
                          </a:stretch>
                        </a:blipFill>
                      </a:tcPr>
                    </a:tc>
                    <a:tc>
                      <a:txBody>
                        <a:bodyPr/>
                        <a:lstStyle/>
                        <a:p>
                          <a:endParaRPr lang="en-US"/>
                        </a:p>
                      </a:txBody>
                      <a:tcPr>
                        <a:blipFill>
                          <a:blip r:embed="rId5"/>
                          <a:stretch>
                            <a:fillRect l="-200685" t="-8333" r="-685"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p:spTree>
    <p:extLst>
      <p:ext uri="{BB962C8B-B14F-4D97-AF65-F5344CB8AC3E}">
        <p14:creationId xmlns:p14="http://schemas.microsoft.com/office/powerpoint/2010/main" val="13183059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Null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0∧</m:t>
                    </m:r>
                    <m:r>
                      <a:rPr lang="en-GB" b="0" i="1" smtClean="0">
                        <a:latin typeface="Cambria Math" panose="02040503050406030204" pitchFamily="18" charset="0"/>
                      </a:rPr>
                      <m:t>𝐴</m:t>
                    </m:r>
                    <m:r>
                      <a:rPr lang="en-GB" b="0" i="1" smtClean="0">
                        <a:latin typeface="Cambria Math" panose="02040503050406030204" pitchFamily="18" charset="0"/>
                      </a:rPr>
                      <m:t>=0</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i="1" smtClean="0">
                        <a:latin typeface="Cambria Math" panose="02040503050406030204" pitchFamily="18" charset="0"/>
                      </a:rPr>
                      <m:t>1</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=1</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57505">
                    <a:tc>
                      <a:txBody>
                        <a:bodyPr/>
                        <a:lstStyle/>
                        <a:p>
                          <a:pPr algn="ctr"/>
                          <a:r>
                            <a:rPr lang="en-GB" dirty="0"/>
                            <a:t>0</a:t>
                          </a:r>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2701225929"/>
                  </p:ext>
                </p:extLst>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pPr algn="ctr"/>
                          <a:r>
                            <a:rPr lang="en-GB" dirty="0"/>
                            <a:t>0</a:t>
                          </a:r>
                        </a:p>
                      </a:txBody>
                      <a:tcPr/>
                    </a:tc>
                    <a:tc>
                      <a:txBody>
                        <a:bodyPr/>
                        <a:lstStyle/>
                        <a:p>
                          <a:endParaRPr lang="en-US"/>
                        </a:p>
                      </a:txBody>
                      <a:tcPr>
                        <a:blipFill>
                          <a:blip r:embed="rId4"/>
                          <a:stretch>
                            <a:fillRect l="-100000" t="-8333" r="-100000" b="-228333"/>
                          </a:stretch>
                        </a:blipFill>
                      </a:tcPr>
                    </a:tc>
                    <a:tc>
                      <a:txBody>
                        <a:bodyPr/>
                        <a:lstStyle/>
                        <a:p>
                          <a:endParaRPr lang="en-US"/>
                        </a:p>
                      </a:txBody>
                      <a:tcPr>
                        <a:blipFill>
                          <a:blip r:embed="rId4"/>
                          <a:stretch>
                            <a:fillRect l="-201370" t="-8333" r="-685"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0">
                    <a:tc>
                      <a:txBody>
                        <a:bodyPr/>
                        <a:lstStyle/>
                        <a:p>
                          <a:pPr algn="ctr"/>
                          <a:r>
                            <a:rPr lang="en-GB" dirty="0"/>
                            <a:t>0</a:t>
                          </a:r>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1∨</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extLst>
                  <p:ext uri="{D42A27DB-BD31-4B8C-83A1-F6EECF244321}">
                    <p14:modId xmlns:p14="http://schemas.microsoft.com/office/powerpoint/2010/main" val="651177674"/>
                  </p:ext>
                </p:extLst>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pPr algn="ctr"/>
                          <a:r>
                            <a:rPr lang="en-GB" dirty="0"/>
                            <a:t>0</a:t>
                          </a:r>
                        </a:p>
                      </a:txBody>
                      <a:tcPr/>
                    </a:tc>
                    <a:tc>
                      <a:txBody>
                        <a:bodyPr/>
                        <a:lstStyle/>
                        <a:p>
                          <a:endParaRPr lang="en-US"/>
                        </a:p>
                      </a:txBody>
                      <a:tcPr>
                        <a:blipFill>
                          <a:blip r:embed="rId5"/>
                          <a:stretch>
                            <a:fillRect l="-99320" t="-8333" r="-100000" b="-228333"/>
                          </a:stretch>
                        </a:blipFill>
                      </a:tcPr>
                    </a:tc>
                    <a:tc>
                      <a:txBody>
                        <a:bodyPr/>
                        <a:lstStyle/>
                        <a:p>
                          <a:endParaRPr lang="en-US"/>
                        </a:p>
                      </a:txBody>
                      <a:tcPr>
                        <a:blipFill>
                          <a:blip r:embed="rId5"/>
                          <a:stretch>
                            <a:fillRect l="-200685" t="-8333" r="-685" b="-228333"/>
                          </a:stretch>
                        </a:blipFill>
                      </a:tcPr>
                    </a:tc>
                    <a:extLst>
                      <a:ext uri="{0D108BD9-81ED-4DB2-BD59-A6C34878D82A}">
                        <a16:rowId xmlns:a16="http://schemas.microsoft.com/office/drawing/2014/main" val="1853461169"/>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p:spTree>
    <p:extLst>
      <p:ext uri="{BB962C8B-B14F-4D97-AF65-F5344CB8AC3E}">
        <p14:creationId xmlns:p14="http://schemas.microsoft.com/office/powerpoint/2010/main" val="31903212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Idempotent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1848788877"/>
                  </p:ext>
                </p:extLst>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endParaRPr lang="en-US"/>
                        </a:p>
                      </a:txBody>
                      <a:tcPr>
                        <a:blipFill>
                          <a:blip r:embed="rId4"/>
                          <a:stretch>
                            <a:fillRect l="-685" r="-201370" b="-228333"/>
                          </a:stretch>
                        </a:blipFill>
                      </a:tcPr>
                    </a:tc>
                    <a:tc>
                      <a:txBody>
                        <a:bodyPr/>
                        <a:lstStyle/>
                        <a:p>
                          <a:endParaRPr lang="en-US"/>
                        </a:p>
                      </a:txBody>
                      <a:tcPr>
                        <a:blipFill>
                          <a:blip r:embed="rId4"/>
                          <a:stretch>
                            <a:fillRect l="-100000" r="-100000" b="-228333"/>
                          </a:stretch>
                        </a:blipFill>
                      </a:tcPr>
                    </a:tc>
                    <a:tc>
                      <a:txBody>
                        <a:bodyPr/>
                        <a:lstStyle/>
                        <a:p>
                          <a:endParaRPr lang="en-US"/>
                        </a:p>
                      </a:txBody>
                      <a:tcPr>
                        <a:blipFill>
                          <a:blip r:embed="rId4"/>
                          <a:stretch>
                            <a:fillRect l="-201370" r="-685"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0">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extLst>
                  <p:ext uri="{D42A27DB-BD31-4B8C-83A1-F6EECF244321}">
                    <p14:modId xmlns:p14="http://schemas.microsoft.com/office/powerpoint/2010/main" val="2497955041"/>
                  </p:ext>
                </p:extLst>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endParaRPr lang="en-US"/>
                        </a:p>
                      </a:txBody>
                      <a:tcPr>
                        <a:blipFill>
                          <a:blip r:embed="rId5"/>
                          <a:stretch>
                            <a:fillRect t="-1667" r="-201370" b="-228333"/>
                          </a:stretch>
                        </a:blipFill>
                      </a:tcPr>
                    </a:tc>
                    <a:tc>
                      <a:txBody>
                        <a:bodyPr/>
                        <a:lstStyle/>
                        <a:p>
                          <a:endParaRPr lang="en-US"/>
                        </a:p>
                      </a:txBody>
                      <a:tcPr>
                        <a:blipFill>
                          <a:blip r:embed="rId5"/>
                          <a:stretch>
                            <a:fillRect l="-99320" t="-1667" r="-100000" b="-228333"/>
                          </a:stretch>
                        </a:blipFill>
                      </a:tcPr>
                    </a:tc>
                    <a:tc>
                      <a:txBody>
                        <a:bodyPr/>
                        <a:lstStyle/>
                        <a:p>
                          <a:endParaRPr lang="en-US"/>
                        </a:p>
                      </a:txBody>
                      <a:tcPr>
                        <a:blipFill>
                          <a:blip r:embed="rId5"/>
                          <a:stretch>
                            <a:fillRect l="-200685" t="-1667" r="-685"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p:spTree>
    <p:extLst>
      <p:ext uri="{BB962C8B-B14F-4D97-AF65-F5344CB8AC3E}">
        <p14:creationId xmlns:p14="http://schemas.microsoft.com/office/powerpoint/2010/main" val="2713335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Inverse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=0</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=1</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60" y="3119120"/>
              <a:ext cx="2890518" cy="1107440"/>
            </p:xfrm>
            <a:graphic>
              <a:graphicData uri="http://schemas.openxmlformats.org/drawingml/2006/table">
                <a:tbl>
                  <a:tblPr firstRow="1" bandRow="1">
                    <a:tableStyleId>{7E9639D4-E3E2-4D34-9284-5A2195B3D0D7}</a:tableStyleId>
                  </a:tblPr>
                  <a:tblGrid>
                    <a:gridCol w="963506">
                      <a:extLst>
                        <a:ext uri="{9D8B030D-6E8A-4147-A177-3AD203B41FA5}">
                          <a16:colId xmlns:a16="http://schemas.microsoft.com/office/drawing/2014/main" val="1817906471"/>
                        </a:ext>
                      </a:extLst>
                    </a:gridCol>
                    <a:gridCol w="963506">
                      <a:extLst>
                        <a:ext uri="{9D8B030D-6E8A-4147-A177-3AD203B41FA5}">
                          <a16:colId xmlns:a16="http://schemas.microsoft.com/office/drawing/2014/main" val="3260625661"/>
                        </a:ext>
                      </a:extLst>
                    </a:gridCol>
                    <a:gridCol w="963506">
                      <a:extLst>
                        <a:ext uri="{9D8B030D-6E8A-4147-A177-3AD203B41FA5}">
                          <a16:colId xmlns:a16="http://schemas.microsoft.com/office/drawing/2014/main" val="3117082201"/>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dirty="0" smtClean="0">
                                    <a:latin typeface="Cambria Math" panose="02040503050406030204" pitchFamily="18" charset="0"/>
                                  </a:rPr>
                                  <m:t>¬</m:t>
                                </m:r>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3595901495"/>
                  </p:ext>
                </p:extLst>
              </p:nvPr>
            </p:nvGraphicFramePr>
            <p:xfrm>
              <a:off x="1356360" y="3119120"/>
              <a:ext cx="2890518" cy="1107440"/>
            </p:xfrm>
            <a:graphic>
              <a:graphicData uri="http://schemas.openxmlformats.org/drawingml/2006/table">
                <a:tbl>
                  <a:tblPr firstRow="1" bandRow="1">
                    <a:tableStyleId>{7E9639D4-E3E2-4D34-9284-5A2195B3D0D7}</a:tableStyleId>
                  </a:tblPr>
                  <a:tblGrid>
                    <a:gridCol w="963506">
                      <a:extLst>
                        <a:ext uri="{9D8B030D-6E8A-4147-A177-3AD203B41FA5}">
                          <a16:colId xmlns:a16="http://schemas.microsoft.com/office/drawing/2014/main" val="1817906471"/>
                        </a:ext>
                      </a:extLst>
                    </a:gridCol>
                    <a:gridCol w="963506">
                      <a:extLst>
                        <a:ext uri="{9D8B030D-6E8A-4147-A177-3AD203B41FA5}">
                          <a16:colId xmlns:a16="http://schemas.microsoft.com/office/drawing/2014/main" val="3260625661"/>
                        </a:ext>
                      </a:extLst>
                    </a:gridCol>
                    <a:gridCol w="963506">
                      <a:extLst>
                        <a:ext uri="{9D8B030D-6E8A-4147-A177-3AD203B41FA5}">
                          <a16:colId xmlns:a16="http://schemas.microsoft.com/office/drawing/2014/main" val="3117082201"/>
                        </a:ext>
                      </a:extLst>
                    </a:gridCol>
                  </a:tblGrid>
                  <a:tr h="365760">
                    <a:tc>
                      <a:txBody>
                        <a:bodyPr/>
                        <a:lstStyle/>
                        <a:p>
                          <a:endParaRPr lang="en-US"/>
                        </a:p>
                      </a:txBody>
                      <a:tcPr>
                        <a:blipFill>
                          <a:blip r:embed="rId4"/>
                          <a:stretch>
                            <a:fillRect l="-633" r="-201266" b="-228333"/>
                          </a:stretch>
                        </a:blipFill>
                      </a:tcPr>
                    </a:tc>
                    <a:tc>
                      <a:txBody>
                        <a:bodyPr/>
                        <a:lstStyle/>
                        <a:p>
                          <a:endParaRPr lang="en-US"/>
                        </a:p>
                      </a:txBody>
                      <a:tcPr>
                        <a:blipFill>
                          <a:blip r:embed="rId4"/>
                          <a:stretch>
                            <a:fillRect l="-100000" r="-100000" b="-228333"/>
                          </a:stretch>
                        </a:blipFill>
                      </a:tcPr>
                    </a:tc>
                    <a:tc>
                      <a:txBody>
                        <a:bodyPr/>
                        <a:lstStyle/>
                        <a:p>
                          <a:endParaRPr lang="en-US"/>
                        </a:p>
                      </a:txBody>
                      <a:tcPr>
                        <a:blipFill>
                          <a:blip r:embed="rId4"/>
                          <a:stretch>
                            <a:fillRect l="-201266" r="-633"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nvGraphicFramePr>
            <p:xfrm>
              <a:off x="6514148" y="3105785"/>
              <a:ext cx="3046413" cy="1107440"/>
            </p:xfrm>
            <a:graphic>
              <a:graphicData uri="http://schemas.openxmlformats.org/drawingml/2006/table">
                <a:tbl>
                  <a:tblPr firstRow="1" bandRow="1">
                    <a:tableStyleId>{7E9639D4-E3E2-4D34-9284-5A2195B3D0D7}</a:tableStyleId>
                  </a:tblPr>
                  <a:tblGrid>
                    <a:gridCol w="1015471">
                      <a:extLst>
                        <a:ext uri="{9D8B030D-6E8A-4147-A177-3AD203B41FA5}">
                          <a16:colId xmlns:a16="http://schemas.microsoft.com/office/drawing/2014/main" val="1817906471"/>
                        </a:ext>
                      </a:extLst>
                    </a:gridCol>
                    <a:gridCol w="1015471">
                      <a:extLst>
                        <a:ext uri="{9D8B030D-6E8A-4147-A177-3AD203B41FA5}">
                          <a16:colId xmlns:a16="http://schemas.microsoft.com/office/drawing/2014/main" val="3260625661"/>
                        </a:ext>
                      </a:extLst>
                    </a:gridCol>
                    <a:gridCol w="1015471">
                      <a:extLst>
                        <a:ext uri="{9D8B030D-6E8A-4147-A177-3AD203B41FA5}">
                          <a16:colId xmlns:a16="http://schemas.microsoft.com/office/drawing/2014/main" val="3117082201"/>
                        </a:ext>
                      </a:extLst>
                    </a:gridCol>
                  </a:tblGrid>
                  <a:tr h="0">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dirty="0" smtClean="0">
                                    <a:latin typeface="Cambria Math" panose="02040503050406030204" pitchFamily="18" charset="0"/>
                                  </a:rPr>
                                  <m:t>¬</m:t>
                                </m:r>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extLst>
                  <p:ext uri="{D42A27DB-BD31-4B8C-83A1-F6EECF244321}">
                    <p14:modId xmlns:p14="http://schemas.microsoft.com/office/powerpoint/2010/main" val="2917924530"/>
                  </p:ext>
                </p:extLst>
              </p:nvPr>
            </p:nvGraphicFramePr>
            <p:xfrm>
              <a:off x="6514148" y="3105785"/>
              <a:ext cx="3046413" cy="1107440"/>
            </p:xfrm>
            <a:graphic>
              <a:graphicData uri="http://schemas.openxmlformats.org/drawingml/2006/table">
                <a:tbl>
                  <a:tblPr firstRow="1" bandRow="1">
                    <a:tableStyleId>{7E9639D4-E3E2-4D34-9284-5A2195B3D0D7}</a:tableStyleId>
                  </a:tblPr>
                  <a:tblGrid>
                    <a:gridCol w="1015471">
                      <a:extLst>
                        <a:ext uri="{9D8B030D-6E8A-4147-A177-3AD203B41FA5}">
                          <a16:colId xmlns:a16="http://schemas.microsoft.com/office/drawing/2014/main" val="1817906471"/>
                        </a:ext>
                      </a:extLst>
                    </a:gridCol>
                    <a:gridCol w="1015471">
                      <a:extLst>
                        <a:ext uri="{9D8B030D-6E8A-4147-A177-3AD203B41FA5}">
                          <a16:colId xmlns:a16="http://schemas.microsoft.com/office/drawing/2014/main" val="3260625661"/>
                        </a:ext>
                      </a:extLst>
                    </a:gridCol>
                    <a:gridCol w="1015471">
                      <a:extLst>
                        <a:ext uri="{9D8B030D-6E8A-4147-A177-3AD203B41FA5}">
                          <a16:colId xmlns:a16="http://schemas.microsoft.com/office/drawing/2014/main" val="3117082201"/>
                        </a:ext>
                      </a:extLst>
                    </a:gridCol>
                  </a:tblGrid>
                  <a:tr h="365760">
                    <a:tc>
                      <a:txBody>
                        <a:bodyPr/>
                        <a:lstStyle/>
                        <a:p>
                          <a:endParaRPr lang="en-US"/>
                        </a:p>
                      </a:txBody>
                      <a:tcPr>
                        <a:blipFill>
                          <a:blip r:embed="rId5"/>
                          <a:stretch>
                            <a:fillRect t="-1667" r="-200599" b="-228333"/>
                          </a:stretch>
                        </a:blipFill>
                      </a:tcPr>
                    </a:tc>
                    <a:tc>
                      <a:txBody>
                        <a:bodyPr/>
                        <a:lstStyle/>
                        <a:p>
                          <a:endParaRPr lang="en-US"/>
                        </a:p>
                      </a:txBody>
                      <a:tcPr>
                        <a:blipFill>
                          <a:blip r:embed="rId5"/>
                          <a:stretch>
                            <a:fillRect l="-100000" t="-1667" r="-100599" b="-228333"/>
                          </a:stretch>
                        </a:blipFill>
                      </a:tcPr>
                    </a:tc>
                    <a:tc>
                      <a:txBody>
                        <a:bodyPr/>
                        <a:lstStyle/>
                        <a:p>
                          <a:endParaRPr lang="en-US"/>
                        </a:p>
                      </a:txBody>
                      <a:tcPr>
                        <a:blipFill>
                          <a:blip r:embed="rId5"/>
                          <a:stretch>
                            <a:fillRect l="-200000" t="-1667" r="-599"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p:spTree>
    <p:extLst>
      <p:ext uri="{BB962C8B-B14F-4D97-AF65-F5344CB8AC3E}">
        <p14:creationId xmlns:p14="http://schemas.microsoft.com/office/powerpoint/2010/main" val="8741735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Commutative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59" y="3119120"/>
              <a:ext cx="3362960" cy="1849120"/>
            </p:xfrm>
            <a:graphic>
              <a:graphicData uri="http://schemas.openxmlformats.org/drawingml/2006/table">
                <a:tbl>
                  <a:tblPr firstRow="1" bandRow="1">
                    <a:tableStyleId>{7E9639D4-E3E2-4D34-9284-5A2195B3D0D7}</a:tableStyleId>
                  </a:tblPr>
                  <a:tblGrid>
                    <a:gridCol w="840740">
                      <a:extLst>
                        <a:ext uri="{9D8B030D-6E8A-4147-A177-3AD203B41FA5}">
                          <a16:colId xmlns:a16="http://schemas.microsoft.com/office/drawing/2014/main" val="1817906471"/>
                        </a:ext>
                      </a:extLst>
                    </a:gridCol>
                    <a:gridCol w="840740">
                      <a:extLst>
                        <a:ext uri="{9D8B030D-6E8A-4147-A177-3AD203B41FA5}">
                          <a16:colId xmlns:a16="http://schemas.microsoft.com/office/drawing/2014/main" val="3260625661"/>
                        </a:ext>
                      </a:extLst>
                    </a:gridCol>
                    <a:gridCol w="840740">
                      <a:extLst>
                        <a:ext uri="{9D8B030D-6E8A-4147-A177-3AD203B41FA5}">
                          <a16:colId xmlns:a16="http://schemas.microsoft.com/office/drawing/2014/main" val="3117082201"/>
                        </a:ext>
                      </a:extLst>
                    </a:gridCol>
                    <a:gridCol w="840740">
                      <a:extLst>
                        <a:ext uri="{9D8B030D-6E8A-4147-A177-3AD203B41FA5}">
                          <a16:colId xmlns:a16="http://schemas.microsoft.com/office/drawing/2014/main" val="2292869562"/>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tc>
                      <a:txBody>
                        <a:bodyPr/>
                        <a:lstStyle/>
                        <a:p>
                          <a:pPr algn="ctr"/>
                          <a14:m>
                            <m:oMath xmlns:m="http://schemas.openxmlformats.org/officeDocument/2006/math">
                              <m:r>
                                <a:rPr lang="en-GB" b="1" i="1" baseline="0" smtClean="0">
                                  <a:latin typeface="Cambria Math" panose="02040503050406030204" pitchFamily="18" charset="0"/>
                                </a:rPr>
                                <m:t>𝑩</m:t>
                              </m:r>
                              <m:r>
                                <a:rPr lang="en-GB" b="1" i="1" baseline="0" smtClean="0">
                                  <a:latin typeface="Cambria Math" panose="02040503050406030204" pitchFamily="18" charset="0"/>
                                </a:rPr>
                                <m:t>∧</m:t>
                              </m:r>
                              <m:r>
                                <a:rPr lang="en-GB" b="1" i="1" baseline="0" smtClean="0">
                                  <a:latin typeface="Cambria Math" panose="02040503050406030204" pitchFamily="18" charset="0"/>
                                </a:rPr>
                                <m:t>𝑨</m:t>
                              </m:r>
                            </m:oMath>
                          </a14:m>
                          <a:r>
                            <a:rPr lang="en-GB" baseline="0" dirty="0"/>
                            <a:t> </a:t>
                          </a:r>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3157346635"/>
                  </p:ext>
                </p:extLst>
              </p:nvPr>
            </p:nvGraphicFramePr>
            <p:xfrm>
              <a:off x="1356359" y="3119120"/>
              <a:ext cx="3362960" cy="1849120"/>
            </p:xfrm>
            <a:graphic>
              <a:graphicData uri="http://schemas.openxmlformats.org/drawingml/2006/table">
                <a:tbl>
                  <a:tblPr firstRow="1" bandRow="1">
                    <a:tableStyleId>{7E9639D4-E3E2-4D34-9284-5A2195B3D0D7}</a:tableStyleId>
                  </a:tblPr>
                  <a:tblGrid>
                    <a:gridCol w="840740">
                      <a:extLst>
                        <a:ext uri="{9D8B030D-6E8A-4147-A177-3AD203B41FA5}">
                          <a16:colId xmlns:a16="http://schemas.microsoft.com/office/drawing/2014/main" val="1817906471"/>
                        </a:ext>
                      </a:extLst>
                    </a:gridCol>
                    <a:gridCol w="840740">
                      <a:extLst>
                        <a:ext uri="{9D8B030D-6E8A-4147-A177-3AD203B41FA5}">
                          <a16:colId xmlns:a16="http://schemas.microsoft.com/office/drawing/2014/main" val="3260625661"/>
                        </a:ext>
                      </a:extLst>
                    </a:gridCol>
                    <a:gridCol w="840740">
                      <a:extLst>
                        <a:ext uri="{9D8B030D-6E8A-4147-A177-3AD203B41FA5}">
                          <a16:colId xmlns:a16="http://schemas.microsoft.com/office/drawing/2014/main" val="3117082201"/>
                        </a:ext>
                      </a:extLst>
                    </a:gridCol>
                    <a:gridCol w="840740">
                      <a:extLst>
                        <a:ext uri="{9D8B030D-6E8A-4147-A177-3AD203B41FA5}">
                          <a16:colId xmlns:a16="http://schemas.microsoft.com/office/drawing/2014/main" val="2292869562"/>
                        </a:ext>
                      </a:extLst>
                    </a:gridCol>
                  </a:tblGrid>
                  <a:tr h="365760">
                    <a:tc>
                      <a:txBody>
                        <a:bodyPr/>
                        <a:lstStyle/>
                        <a:p>
                          <a:endParaRPr lang="en-US"/>
                        </a:p>
                      </a:txBody>
                      <a:tcPr>
                        <a:blipFill>
                          <a:blip r:embed="rId4"/>
                          <a:stretch>
                            <a:fillRect l="-725" r="-301449" b="-431667"/>
                          </a:stretch>
                        </a:blipFill>
                      </a:tcPr>
                    </a:tc>
                    <a:tc>
                      <a:txBody>
                        <a:bodyPr/>
                        <a:lstStyle/>
                        <a:p>
                          <a:endParaRPr lang="en-US"/>
                        </a:p>
                      </a:txBody>
                      <a:tcPr>
                        <a:blipFill>
                          <a:blip r:embed="rId4"/>
                          <a:stretch>
                            <a:fillRect l="-100000" r="-199281" b="-431667"/>
                          </a:stretch>
                        </a:blipFill>
                      </a:tcPr>
                    </a:tc>
                    <a:tc>
                      <a:txBody>
                        <a:bodyPr/>
                        <a:lstStyle/>
                        <a:p>
                          <a:endParaRPr lang="en-US"/>
                        </a:p>
                      </a:txBody>
                      <a:tcPr>
                        <a:blipFill>
                          <a:blip r:embed="rId4"/>
                          <a:stretch>
                            <a:fillRect l="-201449" r="-100725" b="-431667"/>
                          </a:stretch>
                        </a:blipFill>
                      </a:tcPr>
                    </a:tc>
                    <a:tc>
                      <a:txBody>
                        <a:bodyPr/>
                        <a:lstStyle/>
                        <a:p>
                          <a:endParaRPr lang="en-US"/>
                        </a:p>
                      </a:txBody>
                      <a:tcPr>
                        <a:blipFill>
                          <a:blip r:embed="rId4"/>
                          <a:stretch>
                            <a:fillRect l="-301449" r="-725"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Content Placeholder 3">
                <a:extLst>
                  <a:ext uri="{FF2B5EF4-FFF2-40B4-BE49-F238E27FC236}">
                    <a16:creationId xmlns:a16="http://schemas.microsoft.com/office/drawing/2014/main" id="{E4304697-5455-8439-F8DE-F78E7A3F8843}"/>
                  </a:ext>
                </a:extLst>
              </p:cNvPr>
              <p:cNvGraphicFramePr>
                <a:graphicFrameLocks/>
              </p:cNvGraphicFramePr>
              <p:nvPr/>
            </p:nvGraphicFramePr>
            <p:xfrm>
              <a:off x="6629399" y="3118486"/>
              <a:ext cx="3362960" cy="1849120"/>
            </p:xfrm>
            <a:graphic>
              <a:graphicData uri="http://schemas.openxmlformats.org/drawingml/2006/table">
                <a:tbl>
                  <a:tblPr firstRow="1" bandRow="1">
                    <a:tableStyleId>{7E9639D4-E3E2-4D34-9284-5A2195B3D0D7}</a:tableStyleId>
                  </a:tblPr>
                  <a:tblGrid>
                    <a:gridCol w="840740">
                      <a:extLst>
                        <a:ext uri="{9D8B030D-6E8A-4147-A177-3AD203B41FA5}">
                          <a16:colId xmlns:a16="http://schemas.microsoft.com/office/drawing/2014/main" val="1817906471"/>
                        </a:ext>
                      </a:extLst>
                    </a:gridCol>
                    <a:gridCol w="840740">
                      <a:extLst>
                        <a:ext uri="{9D8B030D-6E8A-4147-A177-3AD203B41FA5}">
                          <a16:colId xmlns:a16="http://schemas.microsoft.com/office/drawing/2014/main" val="3260625661"/>
                        </a:ext>
                      </a:extLst>
                    </a:gridCol>
                    <a:gridCol w="840740">
                      <a:extLst>
                        <a:ext uri="{9D8B030D-6E8A-4147-A177-3AD203B41FA5}">
                          <a16:colId xmlns:a16="http://schemas.microsoft.com/office/drawing/2014/main" val="3117082201"/>
                        </a:ext>
                      </a:extLst>
                    </a:gridCol>
                    <a:gridCol w="840740">
                      <a:extLst>
                        <a:ext uri="{9D8B030D-6E8A-4147-A177-3AD203B41FA5}">
                          <a16:colId xmlns:a16="http://schemas.microsoft.com/office/drawing/2014/main" val="2292869562"/>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tc>
                      <a:txBody>
                        <a:bodyPr/>
                        <a:lstStyle/>
                        <a:p>
                          <a:pPr algn="ctr"/>
                          <a14:m>
                            <m:oMath xmlns:m="http://schemas.openxmlformats.org/officeDocument/2006/math">
                              <m:r>
                                <a:rPr lang="en-GB" b="1" i="1" baseline="0" smtClean="0">
                                  <a:latin typeface="Cambria Math" panose="02040503050406030204" pitchFamily="18" charset="0"/>
                                </a:rPr>
                                <m:t>𝑩</m:t>
                              </m:r>
                              <m:r>
                                <a:rPr lang="en-GB" b="1" i="1" baseline="0" smtClean="0">
                                  <a:latin typeface="Cambria Math" panose="02040503050406030204" pitchFamily="18" charset="0"/>
                                </a:rPr>
                                <m:t>∨</m:t>
                              </m:r>
                              <m:r>
                                <a:rPr lang="en-GB" b="1" i="1" baseline="0" smtClean="0">
                                  <a:latin typeface="Cambria Math" panose="02040503050406030204" pitchFamily="18" charset="0"/>
                                </a:rPr>
                                <m:t>𝑨</m:t>
                              </m:r>
                            </m:oMath>
                          </a14:m>
                          <a:r>
                            <a:rPr lang="en-GB" baseline="0" dirty="0"/>
                            <a:t> </a:t>
                          </a:r>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Choice>
        <mc:Fallback xmlns="">
          <p:graphicFrame>
            <p:nvGraphicFramePr>
              <p:cNvPr id="3" name="Content Placeholder 3">
                <a:extLst>
                  <a:ext uri="{FF2B5EF4-FFF2-40B4-BE49-F238E27FC236}">
                    <a16:creationId xmlns:a16="http://schemas.microsoft.com/office/drawing/2014/main" id="{E4304697-5455-8439-F8DE-F78E7A3F8843}"/>
                  </a:ext>
                </a:extLst>
              </p:cNvPr>
              <p:cNvGraphicFramePr>
                <a:graphicFrameLocks/>
              </p:cNvGraphicFramePr>
              <p:nvPr>
                <p:extLst>
                  <p:ext uri="{D42A27DB-BD31-4B8C-83A1-F6EECF244321}">
                    <p14:modId xmlns:p14="http://schemas.microsoft.com/office/powerpoint/2010/main" val="3176573426"/>
                  </p:ext>
                </p:extLst>
              </p:nvPr>
            </p:nvGraphicFramePr>
            <p:xfrm>
              <a:off x="6629399" y="3118486"/>
              <a:ext cx="3362960" cy="1849120"/>
            </p:xfrm>
            <a:graphic>
              <a:graphicData uri="http://schemas.openxmlformats.org/drawingml/2006/table">
                <a:tbl>
                  <a:tblPr firstRow="1" bandRow="1">
                    <a:tableStyleId>{7E9639D4-E3E2-4D34-9284-5A2195B3D0D7}</a:tableStyleId>
                  </a:tblPr>
                  <a:tblGrid>
                    <a:gridCol w="840740">
                      <a:extLst>
                        <a:ext uri="{9D8B030D-6E8A-4147-A177-3AD203B41FA5}">
                          <a16:colId xmlns:a16="http://schemas.microsoft.com/office/drawing/2014/main" val="1817906471"/>
                        </a:ext>
                      </a:extLst>
                    </a:gridCol>
                    <a:gridCol w="840740">
                      <a:extLst>
                        <a:ext uri="{9D8B030D-6E8A-4147-A177-3AD203B41FA5}">
                          <a16:colId xmlns:a16="http://schemas.microsoft.com/office/drawing/2014/main" val="3260625661"/>
                        </a:ext>
                      </a:extLst>
                    </a:gridCol>
                    <a:gridCol w="840740">
                      <a:extLst>
                        <a:ext uri="{9D8B030D-6E8A-4147-A177-3AD203B41FA5}">
                          <a16:colId xmlns:a16="http://schemas.microsoft.com/office/drawing/2014/main" val="3117082201"/>
                        </a:ext>
                      </a:extLst>
                    </a:gridCol>
                    <a:gridCol w="840740">
                      <a:extLst>
                        <a:ext uri="{9D8B030D-6E8A-4147-A177-3AD203B41FA5}">
                          <a16:colId xmlns:a16="http://schemas.microsoft.com/office/drawing/2014/main" val="2292869562"/>
                        </a:ext>
                      </a:extLst>
                    </a:gridCol>
                  </a:tblGrid>
                  <a:tr h="365760">
                    <a:tc>
                      <a:txBody>
                        <a:bodyPr/>
                        <a:lstStyle/>
                        <a:p>
                          <a:endParaRPr lang="en-US"/>
                        </a:p>
                      </a:txBody>
                      <a:tcPr>
                        <a:blipFill>
                          <a:blip r:embed="rId5"/>
                          <a:stretch>
                            <a:fillRect l="-725" r="-301449" b="-431667"/>
                          </a:stretch>
                        </a:blipFill>
                      </a:tcPr>
                    </a:tc>
                    <a:tc>
                      <a:txBody>
                        <a:bodyPr/>
                        <a:lstStyle/>
                        <a:p>
                          <a:endParaRPr lang="en-US"/>
                        </a:p>
                      </a:txBody>
                      <a:tcPr>
                        <a:blipFill>
                          <a:blip r:embed="rId5"/>
                          <a:stretch>
                            <a:fillRect l="-100000" r="-199281" b="-431667"/>
                          </a:stretch>
                        </a:blipFill>
                      </a:tcPr>
                    </a:tc>
                    <a:tc>
                      <a:txBody>
                        <a:bodyPr/>
                        <a:lstStyle/>
                        <a:p>
                          <a:endParaRPr lang="en-US"/>
                        </a:p>
                      </a:txBody>
                      <a:tcPr>
                        <a:blipFill>
                          <a:blip r:embed="rId5"/>
                          <a:stretch>
                            <a:fillRect l="-201449" r="-100725" b="-431667"/>
                          </a:stretch>
                        </a:blipFill>
                      </a:tcPr>
                    </a:tc>
                    <a:tc>
                      <a:txBody>
                        <a:bodyPr/>
                        <a:lstStyle/>
                        <a:p>
                          <a:endParaRPr lang="en-US"/>
                        </a:p>
                      </a:txBody>
                      <a:tcPr>
                        <a:blipFill>
                          <a:blip r:embed="rId5"/>
                          <a:stretch>
                            <a:fillRect l="-301449" r="-725"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Fallback>
      </mc:AlternateContent>
    </p:spTree>
    <p:extLst>
      <p:ext uri="{BB962C8B-B14F-4D97-AF65-F5344CB8AC3E}">
        <p14:creationId xmlns:p14="http://schemas.microsoft.com/office/powerpoint/2010/main" val="4091116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Associative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normAutofit fontScale="92500" lnSpcReduction="20000"/>
              </a:bodyPr>
              <a:lstStyle/>
              <a:p>
                <a:r>
                  <a:rPr lang="en-GB" dirty="0"/>
                  <a:t>Truth table:</a:t>
                </a:r>
              </a:p>
              <a:p>
                <a:endParaRPr lang="en-GB" dirty="0"/>
              </a:p>
              <a:p>
                <a:endParaRPr lang="en-GB" dirty="0"/>
              </a:p>
              <a:p>
                <a:endParaRPr lang="en-GB" dirty="0"/>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m:rPr>
                        <m:sty m:val="p"/>
                      </m:rPr>
                      <a:rPr lang="en-GB" b="0" i="1" smtClean="0">
                        <a:latin typeface="Cambria Math" panose="02040503050406030204" pitchFamily="18" charset="0"/>
                      </a:rPr>
                      <m:t>C</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1891" t="-4139"/>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normAutofit fontScale="92500" lnSpcReduction="20000"/>
              </a:bodyPr>
              <a:lstStyle/>
              <a:p>
                <a:r>
                  <a:rPr lang="en-GB" dirty="0"/>
                  <a:t>Truth table:</a:t>
                </a:r>
              </a:p>
              <a:p>
                <a:endParaRPr lang="en-GB" dirty="0"/>
              </a:p>
              <a:p>
                <a:endParaRPr lang="en-GB" dirty="0"/>
              </a:p>
              <a:p>
                <a:endParaRPr lang="en-GB" dirty="0"/>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d>
                      <m:dPr>
                        <m:ctrlPr>
                          <a:rPr lang="en-GB" i="1">
                            <a:latin typeface="Cambria Math" panose="02040503050406030204" pitchFamily="18" charset="0"/>
                          </a:rPr>
                        </m:ctrlPr>
                      </m:dPr>
                      <m:e>
                        <m:r>
                          <a:rPr lang="en-GB" i="1">
                            <a:latin typeface="Cambria Math" panose="02040503050406030204" pitchFamily="18" charset="0"/>
                          </a:rPr>
                          <m:t>𝐴</m:t>
                        </m:r>
                        <m:r>
                          <a:rPr lang="en-GB" b="0" i="1" smtClean="0">
                            <a:latin typeface="Cambria Math" panose="02040503050406030204" pitchFamily="18" charset="0"/>
                          </a:rPr>
                          <m:t>∨</m:t>
                        </m:r>
                        <m:r>
                          <a:rPr lang="en-GB" i="1">
                            <a:latin typeface="Cambria Math" panose="02040503050406030204" pitchFamily="18" charset="0"/>
                          </a:rPr>
                          <m:t>𝐵</m:t>
                        </m:r>
                      </m:e>
                    </m:d>
                    <m:r>
                      <a:rPr lang="en-GB" b="0" i="1" smtClean="0">
                        <a:latin typeface="Cambria Math" panose="02040503050406030204" pitchFamily="18" charset="0"/>
                      </a:rPr>
                      <m:t>∨</m:t>
                    </m:r>
                    <m:r>
                      <m:rPr>
                        <m:sty m:val="p"/>
                      </m:rPr>
                      <a:rPr lang="en-GB" i="1">
                        <a:latin typeface="Cambria Math" panose="02040503050406030204" pitchFamily="18" charset="0"/>
                      </a:rPr>
                      <m:t>C</m:t>
                    </m:r>
                    <m:r>
                      <a:rPr lang="en-GB" i="1">
                        <a:latin typeface="Cambria Math" panose="02040503050406030204" pitchFamily="18" charset="0"/>
                      </a:rPr>
                      <m:t>=</m:t>
                    </m:r>
                    <m:r>
                      <a:rPr lang="en-GB" i="1">
                        <a:latin typeface="Cambria Math" panose="02040503050406030204" pitchFamily="18" charset="0"/>
                      </a:rPr>
                      <m:t>𝐴</m:t>
                    </m:r>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𝐵</m:t>
                    </m:r>
                    <m:r>
                      <a:rPr lang="en-GB" b="0" i="1" smtClean="0">
                        <a:latin typeface="Cambria Math" panose="02040503050406030204" pitchFamily="18" charset="0"/>
                      </a:rPr>
                      <m:t>∨</m:t>
                    </m:r>
                    <m:r>
                      <a:rPr lang="en-GB" i="1">
                        <a:latin typeface="Cambria Math" panose="02040503050406030204" pitchFamily="18" charset="0"/>
                      </a:rPr>
                      <m:t>𝐶</m:t>
                    </m:r>
                    <m:r>
                      <a:rPr lang="en-GB" i="1">
                        <a:latin typeface="Cambria Math" panose="02040503050406030204" pitchFamily="18" charset="0"/>
                      </a:rPr>
                      <m:t>)</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1882" t="-413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178560" y="2868456"/>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461516">
                      <a:extLst>
                        <a:ext uri="{9D8B030D-6E8A-4147-A177-3AD203B41FA5}">
                          <a16:colId xmlns:a16="http://schemas.microsoft.com/office/drawing/2014/main" val="3117082201"/>
                        </a:ext>
                      </a:extLst>
                    </a:gridCol>
                    <a:gridCol w="1316272">
                      <a:extLst>
                        <a:ext uri="{9D8B030D-6E8A-4147-A177-3AD203B41FA5}">
                          <a16:colId xmlns:a16="http://schemas.microsoft.com/office/drawing/2014/main" val="2292869562"/>
                        </a:ext>
                      </a:extLst>
                    </a:gridCol>
                  </a:tblGrid>
                  <a:tr h="321733">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𝐴</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smtClean="0">
                                    <a:latin typeface="Cambria Math" panose="02040503050406030204" pitchFamily="18" charset="0"/>
                                  </a:rPr>
                                  <m:t>𝑩</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𝐶</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d>
                                  <m:dPr>
                                    <m:ctrlPr>
                                      <a:rPr lang="en-GB" sz="1400" b="1" i="1" smtClean="0">
                                        <a:latin typeface="Cambria Math" panose="02040503050406030204" pitchFamily="18" charset="0"/>
                                      </a:rPr>
                                    </m:ctrlPr>
                                  </m:dPr>
                                  <m:e>
                                    <m:r>
                                      <a:rPr lang="en-GB" sz="1400" b="1" i="1" smtClean="0">
                                        <a:latin typeface="Cambria Math" panose="02040503050406030204" pitchFamily="18" charset="0"/>
                                      </a:rPr>
                                      <m:t>𝑨</m:t>
                                    </m:r>
                                    <m:r>
                                      <a:rPr lang="en-GB" sz="1400" b="1" i="1" smtClean="0">
                                        <a:latin typeface="Cambria Math" panose="02040503050406030204" pitchFamily="18" charset="0"/>
                                      </a:rPr>
                                      <m:t>∧</m:t>
                                    </m:r>
                                    <m:r>
                                      <a:rPr lang="en-GB" sz="1400" b="1" i="1" smtClean="0">
                                        <a:latin typeface="Cambria Math" panose="02040503050406030204" pitchFamily="18" charset="0"/>
                                      </a:rPr>
                                      <m:t>𝑩</m:t>
                                    </m:r>
                                  </m:e>
                                </m:d>
                                <m:r>
                                  <a:rPr lang="en-GB" sz="1400" b="1" i="1" smtClean="0">
                                    <a:latin typeface="Cambria Math" panose="02040503050406030204" pitchFamily="18" charset="0"/>
                                  </a:rPr>
                                  <m:t>∧</m:t>
                                </m:r>
                                <m:r>
                                  <a:rPr lang="en-GB" sz="1400" b="1" i="1" smtClean="0">
                                    <a:latin typeface="Cambria Math" panose="02040503050406030204" pitchFamily="18" charset="0"/>
                                  </a:rPr>
                                  <m:t>𝑪</m:t>
                                </m:r>
                              </m:oMath>
                            </m:oMathPara>
                          </a14:m>
                          <a:endParaRPr lang="en-GB" sz="1400" dirty="0"/>
                        </a:p>
                      </a:txBody>
                      <a:tcPr/>
                    </a:tc>
                    <a:tc>
                      <a:txBody>
                        <a:bodyPr/>
                        <a:lstStyle/>
                        <a:p>
                          <a:pPr algn="ctr"/>
                          <a14:m>
                            <m:oMath xmlns:m="http://schemas.openxmlformats.org/officeDocument/2006/math">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a14:m>
                          <a:r>
                            <a:rPr lang="en-GB" sz="1400" baseline="0" dirty="0"/>
                            <a:t> </a:t>
                          </a:r>
                          <a:endParaRPr lang="en-GB" sz="1400" dirty="0"/>
                        </a:p>
                      </a:txBody>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2219625284"/>
                  </p:ext>
                </p:extLst>
              </p:nvPr>
            </p:nvGraphicFramePr>
            <p:xfrm>
              <a:off x="1178560" y="2868456"/>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461516">
                      <a:extLst>
                        <a:ext uri="{9D8B030D-6E8A-4147-A177-3AD203B41FA5}">
                          <a16:colId xmlns:a16="http://schemas.microsoft.com/office/drawing/2014/main" val="3117082201"/>
                        </a:ext>
                      </a:extLst>
                    </a:gridCol>
                    <a:gridCol w="1316272">
                      <a:extLst>
                        <a:ext uri="{9D8B030D-6E8A-4147-A177-3AD203B41FA5}">
                          <a16:colId xmlns:a16="http://schemas.microsoft.com/office/drawing/2014/main" val="2292869562"/>
                        </a:ext>
                      </a:extLst>
                    </a:gridCol>
                  </a:tblGrid>
                  <a:tr h="321733">
                    <a:tc>
                      <a:txBody>
                        <a:bodyPr/>
                        <a:lstStyle/>
                        <a:p>
                          <a:endParaRPr lang="en-US"/>
                        </a:p>
                      </a:txBody>
                      <a:tcPr>
                        <a:blipFill>
                          <a:blip r:embed="rId4"/>
                          <a:stretch>
                            <a:fillRect l="-1176" r="-708235" b="-811321"/>
                          </a:stretch>
                        </a:blipFill>
                      </a:tcPr>
                    </a:tc>
                    <a:tc>
                      <a:txBody>
                        <a:bodyPr/>
                        <a:lstStyle/>
                        <a:p>
                          <a:endParaRPr lang="en-US"/>
                        </a:p>
                      </a:txBody>
                      <a:tcPr>
                        <a:blipFill>
                          <a:blip r:embed="rId4"/>
                          <a:stretch>
                            <a:fillRect l="-122857" r="-760000" b="-811321"/>
                          </a:stretch>
                        </a:blipFill>
                      </a:tcPr>
                    </a:tc>
                    <a:tc>
                      <a:txBody>
                        <a:bodyPr/>
                        <a:lstStyle/>
                        <a:p>
                          <a:endParaRPr lang="en-US"/>
                        </a:p>
                      </a:txBody>
                      <a:tcPr>
                        <a:blipFill>
                          <a:blip r:embed="rId4"/>
                          <a:stretch>
                            <a:fillRect l="-208000" r="-609333" b="-811321"/>
                          </a:stretch>
                        </a:blipFill>
                      </a:tcPr>
                    </a:tc>
                    <a:tc>
                      <a:txBody>
                        <a:bodyPr/>
                        <a:lstStyle/>
                        <a:p>
                          <a:endParaRPr lang="en-US"/>
                        </a:p>
                      </a:txBody>
                      <a:tcPr>
                        <a:blipFill>
                          <a:blip r:embed="rId4"/>
                          <a:stretch>
                            <a:fillRect l="-96250" r="-90417" b="-811321"/>
                          </a:stretch>
                        </a:blipFill>
                      </a:tcPr>
                    </a:tc>
                    <a:tc>
                      <a:txBody>
                        <a:bodyPr/>
                        <a:lstStyle/>
                        <a:p>
                          <a:endParaRPr lang="en-US"/>
                        </a:p>
                      </a:txBody>
                      <a:tcPr>
                        <a:blipFill>
                          <a:blip r:embed="rId4"/>
                          <a:stretch>
                            <a:fillRect l="-218056" r="-463" b="-811321"/>
                          </a:stretch>
                        </a:blipFill>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46D18BEF-5817-C4B8-132E-36BB7E5BA90F}"/>
                  </a:ext>
                </a:extLst>
              </p:cNvPr>
              <p:cNvGraphicFramePr>
                <a:graphicFrameLocks/>
              </p:cNvGraphicFramePr>
              <p:nvPr/>
            </p:nvGraphicFramePr>
            <p:xfrm>
              <a:off x="6502400" y="2861632"/>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461516">
                      <a:extLst>
                        <a:ext uri="{9D8B030D-6E8A-4147-A177-3AD203B41FA5}">
                          <a16:colId xmlns:a16="http://schemas.microsoft.com/office/drawing/2014/main" val="3117082201"/>
                        </a:ext>
                      </a:extLst>
                    </a:gridCol>
                    <a:gridCol w="1316272">
                      <a:extLst>
                        <a:ext uri="{9D8B030D-6E8A-4147-A177-3AD203B41FA5}">
                          <a16:colId xmlns:a16="http://schemas.microsoft.com/office/drawing/2014/main" val="2292869562"/>
                        </a:ext>
                      </a:extLst>
                    </a:gridCol>
                  </a:tblGrid>
                  <a:tr h="321733">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𝐴</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smtClean="0">
                                    <a:latin typeface="Cambria Math" panose="02040503050406030204" pitchFamily="18" charset="0"/>
                                  </a:rPr>
                                  <m:t>𝑩</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𝐶</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d>
                                  <m:dPr>
                                    <m:ctrlPr>
                                      <a:rPr lang="en-GB" sz="1400" b="1" i="1" smtClean="0">
                                        <a:latin typeface="Cambria Math" panose="02040503050406030204" pitchFamily="18" charset="0"/>
                                      </a:rPr>
                                    </m:ctrlPr>
                                  </m:dPr>
                                  <m:e>
                                    <m:r>
                                      <a:rPr lang="en-GB" sz="1400" b="1" i="1" smtClean="0">
                                        <a:latin typeface="Cambria Math" panose="02040503050406030204" pitchFamily="18" charset="0"/>
                                      </a:rPr>
                                      <m:t>𝑨</m:t>
                                    </m:r>
                                    <m:r>
                                      <a:rPr lang="en-GB" sz="1400" b="1" i="1" smtClean="0">
                                        <a:latin typeface="Cambria Math" panose="02040503050406030204" pitchFamily="18" charset="0"/>
                                      </a:rPr>
                                      <m:t>∨</m:t>
                                    </m:r>
                                    <m:r>
                                      <a:rPr lang="en-GB" sz="1400" b="1" i="1" smtClean="0">
                                        <a:latin typeface="Cambria Math" panose="02040503050406030204" pitchFamily="18" charset="0"/>
                                      </a:rPr>
                                      <m:t>𝑩</m:t>
                                    </m:r>
                                  </m:e>
                                </m:d>
                                <m:r>
                                  <a:rPr lang="en-GB" sz="1400" b="1" i="1" smtClean="0">
                                    <a:latin typeface="Cambria Math" panose="02040503050406030204" pitchFamily="18" charset="0"/>
                                  </a:rPr>
                                  <m:t>∨</m:t>
                                </m:r>
                                <m:r>
                                  <a:rPr lang="en-GB" sz="1400" b="1" i="1" smtClean="0">
                                    <a:latin typeface="Cambria Math" panose="02040503050406030204" pitchFamily="18" charset="0"/>
                                  </a:rPr>
                                  <m:t>𝑪</m:t>
                                </m:r>
                              </m:oMath>
                            </m:oMathPara>
                          </a14:m>
                          <a:endParaRPr lang="en-GB" sz="1400" dirty="0"/>
                        </a:p>
                      </a:txBody>
                      <a:tcPr/>
                    </a:tc>
                    <a:tc>
                      <a:txBody>
                        <a:bodyPr/>
                        <a:lstStyle/>
                        <a:p>
                          <a:pPr algn="ctr"/>
                          <a14:m>
                            <m:oMath xmlns:m="http://schemas.openxmlformats.org/officeDocument/2006/math">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a14:m>
                          <a:r>
                            <a:rPr lang="en-GB" sz="1400" baseline="0" dirty="0"/>
                            <a:t> </a:t>
                          </a:r>
                          <a:endParaRPr lang="en-GB" sz="1400" dirty="0"/>
                        </a:p>
                      </a:txBody>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Choice>
        <mc:Fallback xmlns="">
          <p:graphicFrame>
            <p:nvGraphicFramePr>
              <p:cNvPr id="9" name="Content Placeholder 3">
                <a:extLst>
                  <a:ext uri="{FF2B5EF4-FFF2-40B4-BE49-F238E27FC236}">
                    <a16:creationId xmlns:a16="http://schemas.microsoft.com/office/drawing/2014/main" id="{46D18BEF-5817-C4B8-132E-36BB7E5BA90F}"/>
                  </a:ext>
                </a:extLst>
              </p:cNvPr>
              <p:cNvGraphicFramePr>
                <a:graphicFrameLocks/>
              </p:cNvGraphicFramePr>
              <p:nvPr>
                <p:extLst>
                  <p:ext uri="{D42A27DB-BD31-4B8C-83A1-F6EECF244321}">
                    <p14:modId xmlns:p14="http://schemas.microsoft.com/office/powerpoint/2010/main" val="2686627101"/>
                  </p:ext>
                </p:extLst>
              </p:nvPr>
            </p:nvGraphicFramePr>
            <p:xfrm>
              <a:off x="6502400" y="2861632"/>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461516">
                      <a:extLst>
                        <a:ext uri="{9D8B030D-6E8A-4147-A177-3AD203B41FA5}">
                          <a16:colId xmlns:a16="http://schemas.microsoft.com/office/drawing/2014/main" val="3117082201"/>
                        </a:ext>
                      </a:extLst>
                    </a:gridCol>
                    <a:gridCol w="1316272">
                      <a:extLst>
                        <a:ext uri="{9D8B030D-6E8A-4147-A177-3AD203B41FA5}">
                          <a16:colId xmlns:a16="http://schemas.microsoft.com/office/drawing/2014/main" val="2292869562"/>
                        </a:ext>
                      </a:extLst>
                    </a:gridCol>
                  </a:tblGrid>
                  <a:tr h="321733">
                    <a:tc>
                      <a:txBody>
                        <a:bodyPr/>
                        <a:lstStyle/>
                        <a:p>
                          <a:endParaRPr lang="en-US"/>
                        </a:p>
                      </a:txBody>
                      <a:tcPr>
                        <a:blipFill>
                          <a:blip r:embed="rId5"/>
                          <a:stretch>
                            <a:fillRect t="-1887" r="-708235" b="-811321"/>
                          </a:stretch>
                        </a:blipFill>
                      </a:tcPr>
                    </a:tc>
                    <a:tc>
                      <a:txBody>
                        <a:bodyPr/>
                        <a:lstStyle/>
                        <a:p>
                          <a:endParaRPr lang="en-US"/>
                        </a:p>
                      </a:txBody>
                      <a:tcPr>
                        <a:blipFill>
                          <a:blip r:embed="rId5"/>
                          <a:stretch>
                            <a:fillRect l="-121429" t="-1887" r="-760000" b="-811321"/>
                          </a:stretch>
                        </a:blipFill>
                      </a:tcPr>
                    </a:tc>
                    <a:tc>
                      <a:txBody>
                        <a:bodyPr/>
                        <a:lstStyle/>
                        <a:p>
                          <a:endParaRPr lang="en-US"/>
                        </a:p>
                      </a:txBody>
                      <a:tcPr>
                        <a:blipFill>
                          <a:blip r:embed="rId5"/>
                          <a:stretch>
                            <a:fillRect l="-206667" t="-1887" r="-609333" b="-811321"/>
                          </a:stretch>
                        </a:blipFill>
                      </a:tcPr>
                    </a:tc>
                    <a:tc>
                      <a:txBody>
                        <a:bodyPr/>
                        <a:lstStyle/>
                        <a:p>
                          <a:endParaRPr lang="en-US"/>
                        </a:p>
                      </a:txBody>
                      <a:tcPr>
                        <a:blipFill>
                          <a:blip r:embed="rId5"/>
                          <a:stretch>
                            <a:fillRect l="-95833" t="-1887" r="-90417" b="-811321"/>
                          </a:stretch>
                        </a:blipFill>
                      </a:tcPr>
                    </a:tc>
                    <a:tc>
                      <a:txBody>
                        <a:bodyPr/>
                        <a:lstStyle/>
                        <a:p>
                          <a:endParaRPr lang="en-US"/>
                        </a:p>
                      </a:txBody>
                      <a:tcPr>
                        <a:blipFill>
                          <a:blip r:embed="rId5"/>
                          <a:stretch>
                            <a:fillRect l="-217593" t="-1887" r="-463" b="-811321"/>
                          </a:stretch>
                        </a:blipFill>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Fallback>
      </mc:AlternateContent>
    </p:spTree>
    <p:extLst>
      <p:ext uri="{BB962C8B-B14F-4D97-AF65-F5344CB8AC3E}">
        <p14:creationId xmlns:p14="http://schemas.microsoft.com/office/powerpoint/2010/main" val="779114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Distributive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normAutofit fontScale="77500" lnSpcReduction="20000"/>
              </a:bodyPr>
              <a:lstStyle/>
              <a:p>
                <a:r>
                  <a:rPr lang="en-GB" dirty="0"/>
                  <a:t>Truth table:</a:t>
                </a:r>
              </a:p>
              <a:p>
                <a:endParaRPr lang="en-GB" dirty="0"/>
              </a:p>
              <a:p>
                <a:endParaRPr lang="en-GB" dirty="0"/>
              </a:p>
              <a:p>
                <a:endParaRPr lang="en-GB" dirty="0"/>
              </a:p>
              <a:p>
                <a:endParaRPr lang="en-GB" dirty="0"/>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a:latin typeface="Cambria Math" panose="02040503050406030204" pitchFamily="18" charset="0"/>
                      </a:rPr>
                      <m:t>𝐴</m:t>
                    </m:r>
                    <m:r>
                      <a:rPr lang="en-GB" b="0" i="1">
                        <a:latin typeface="Cambria Math" panose="02040503050406030204" pitchFamily="18" charset="0"/>
                      </a:rPr>
                      <m:t>∨(</m:t>
                    </m:r>
                    <m:r>
                      <a:rPr lang="en-GB" b="0" i="1">
                        <a:latin typeface="Cambria Math" panose="02040503050406030204" pitchFamily="18" charset="0"/>
                      </a:rPr>
                      <m:t>𝐵</m:t>
                    </m:r>
                    <m:r>
                      <a:rPr lang="en-GB" b="0" i="1">
                        <a:latin typeface="Cambria Math" panose="02040503050406030204" pitchFamily="18" charset="0"/>
                      </a:rPr>
                      <m:t>∧</m:t>
                    </m:r>
                    <m:r>
                      <a:rPr lang="en-GB" b="0" i="1">
                        <a:latin typeface="Cambria Math" panose="02040503050406030204" pitchFamily="18" charset="0"/>
                      </a:rPr>
                      <m:t>𝐶</m:t>
                    </m:r>
                    <m:r>
                      <a:rPr lang="en-GB" b="0" i="1">
                        <a:latin typeface="Cambria Math" panose="02040503050406030204" pitchFamily="18" charset="0"/>
                      </a:rPr>
                      <m:t>)=</m:t>
                    </m:r>
                    <m:d>
                      <m:dPr>
                        <m:ctrlPr>
                          <a:rPr lang="en-GB" i="1">
                            <a:latin typeface="Cambria Math" panose="02040503050406030204" pitchFamily="18" charset="0"/>
                          </a:rPr>
                        </m:ctrlPr>
                      </m:dPr>
                      <m:e>
                        <m:r>
                          <a:rPr lang="en-GB" b="0" i="1">
                            <a:latin typeface="Cambria Math" panose="02040503050406030204" pitchFamily="18" charset="0"/>
                          </a:rPr>
                          <m:t>𝐴</m:t>
                        </m:r>
                        <m:r>
                          <a:rPr lang="en-GB" b="0" i="1">
                            <a:latin typeface="Cambria Math" panose="02040503050406030204" pitchFamily="18" charset="0"/>
                          </a:rPr>
                          <m:t>∨</m:t>
                        </m:r>
                        <m:r>
                          <a:rPr lang="en-GB" b="0" i="1">
                            <a:latin typeface="Cambria Math" panose="02040503050406030204" pitchFamily="18" charset="0"/>
                          </a:rPr>
                          <m:t>𝐵</m:t>
                        </m:r>
                      </m:e>
                    </m:d>
                    <m:r>
                      <a:rPr lang="en-GB" b="0" i="1">
                        <a:latin typeface="Cambria Math" panose="02040503050406030204" pitchFamily="18" charset="0"/>
                      </a:rPr>
                      <m:t>∧(</m:t>
                    </m:r>
                    <m:r>
                      <a:rPr lang="en-GB" b="0" i="1">
                        <a:latin typeface="Cambria Math" panose="02040503050406030204" pitchFamily="18" charset="0"/>
                      </a:rPr>
                      <m:t>𝐴</m:t>
                    </m:r>
                    <m:r>
                      <a:rPr lang="en-GB" b="0" i="1">
                        <a:latin typeface="Cambria Math" panose="02040503050406030204" pitchFamily="18" charset="0"/>
                      </a:rPr>
                      <m:t>∨</m:t>
                    </m:r>
                    <m:r>
                      <a:rPr lang="en-GB" b="0" i="1">
                        <a:latin typeface="Cambria Math" panose="02040503050406030204" pitchFamily="18" charset="0"/>
                      </a:rPr>
                      <m:t>𝐶</m:t>
                    </m:r>
                    <m:r>
                      <a:rPr lang="en-GB" b="0" i="1">
                        <a:latin typeface="Cambria Math" panose="02040503050406030204" pitchFamily="18" charset="0"/>
                      </a:rPr>
                      <m:t>)</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1418" t="-3477" b="-1987"/>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normAutofit fontScale="77500" lnSpcReduction="20000"/>
              </a:bodyPr>
              <a:lstStyle/>
              <a:p>
                <a:r>
                  <a:rPr lang="en-GB" dirty="0"/>
                  <a:t>Truth table:</a:t>
                </a:r>
              </a:p>
              <a:p>
                <a:endParaRPr lang="en-GB" dirty="0"/>
              </a:p>
              <a:p>
                <a:endParaRPr lang="en-GB" dirty="0"/>
              </a:p>
              <a:p>
                <a:endParaRPr lang="en-GB" dirty="0"/>
              </a:p>
              <a:p>
                <a:endParaRPr lang="en-GB" dirty="0"/>
              </a:p>
              <a:p>
                <a:endParaRPr lang="en-GB" dirty="0"/>
              </a:p>
              <a:p>
                <a:endParaRPr lang="en-GB" dirty="0"/>
              </a:p>
              <a:p>
                <a:endParaRPr lang="en-GB" b="0" i="1" dirty="0">
                  <a:latin typeface="Cambria Math" panose="02040503050406030204" pitchFamily="18" charset="0"/>
                </a:endParaRPr>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1412" t="-3477" b="-198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178560" y="2868456"/>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243628">
                      <a:extLst>
                        <a:ext uri="{9D8B030D-6E8A-4147-A177-3AD203B41FA5}">
                          <a16:colId xmlns:a16="http://schemas.microsoft.com/office/drawing/2014/main" val="3117082201"/>
                        </a:ext>
                      </a:extLst>
                    </a:gridCol>
                    <a:gridCol w="1534160">
                      <a:extLst>
                        <a:ext uri="{9D8B030D-6E8A-4147-A177-3AD203B41FA5}">
                          <a16:colId xmlns:a16="http://schemas.microsoft.com/office/drawing/2014/main" val="2292869562"/>
                        </a:ext>
                      </a:extLst>
                    </a:gridCol>
                  </a:tblGrid>
                  <a:tr h="321733">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𝐴</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smtClean="0">
                                    <a:latin typeface="Cambria Math" panose="02040503050406030204" pitchFamily="18" charset="0"/>
                                  </a:rPr>
                                  <m:t>𝑩</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𝐶</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m:oMathPara>
                          </a14:m>
                          <a:endParaRPr lang="en-GB" sz="1400" dirty="0"/>
                        </a:p>
                      </a:txBody>
                      <a:tcPr/>
                    </a:tc>
                    <a:tc>
                      <a:txBody>
                        <a:bodyPr/>
                        <a:lstStyle/>
                        <a:p>
                          <a:pPr algn="ctr"/>
                          <a14:m>
                            <m:oMath xmlns:m="http://schemas.openxmlformats.org/officeDocument/2006/math">
                              <m:d>
                                <m:dPr>
                                  <m:ctrlPr>
                                    <a:rPr lang="en-GB" sz="1400" b="1" i="1" baseline="0" smtClean="0">
                                      <a:latin typeface="Cambria Math" panose="02040503050406030204" pitchFamily="18" charset="0"/>
                                    </a:rPr>
                                  </m:ctrlPr>
                                </m:dPr>
                                <m:e>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e>
                              </m:d>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a14:m>
                          <a:r>
                            <a:rPr lang="en-GB" sz="1400" baseline="0" dirty="0"/>
                            <a:t> </a:t>
                          </a:r>
                          <a:endParaRPr lang="en-GB" sz="1400" dirty="0"/>
                        </a:p>
                      </a:txBody>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999310753"/>
                  </p:ext>
                </p:extLst>
              </p:nvPr>
            </p:nvGraphicFramePr>
            <p:xfrm>
              <a:off x="1178560" y="2868456"/>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243628">
                      <a:extLst>
                        <a:ext uri="{9D8B030D-6E8A-4147-A177-3AD203B41FA5}">
                          <a16:colId xmlns:a16="http://schemas.microsoft.com/office/drawing/2014/main" val="3117082201"/>
                        </a:ext>
                      </a:extLst>
                    </a:gridCol>
                    <a:gridCol w="1534160">
                      <a:extLst>
                        <a:ext uri="{9D8B030D-6E8A-4147-A177-3AD203B41FA5}">
                          <a16:colId xmlns:a16="http://schemas.microsoft.com/office/drawing/2014/main" val="2292869562"/>
                        </a:ext>
                      </a:extLst>
                    </a:gridCol>
                  </a:tblGrid>
                  <a:tr h="321733">
                    <a:tc>
                      <a:txBody>
                        <a:bodyPr/>
                        <a:lstStyle/>
                        <a:p>
                          <a:endParaRPr lang="en-US"/>
                        </a:p>
                      </a:txBody>
                      <a:tcPr>
                        <a:blipFill>
                          <a:blip r:embed="rId4"/>
                          <a:stretch>
                            <a:fillRect l="-1176" r="-708235" b="-811321"/>
                          </a:stretch>
                        </a:blipFill>
                      </a:tcPr>
                    </a:tc>
                    <a:tc>
                      <a:txBody>
                        <a:bodyPr/>
                        <a:lstStyle/>
                        <a:p>
                          <a:endParaRPr lang="en-US"/>
                        </a:p>
                      </a:txBody>
                      <a:tcPr>
                        <a:blipFill>
                          <a:blip r:embed="rId4"/>
                          <a:stretch>
                            <a:fillRect l="-122857" r="-760000" b="-811321"/>
                          </a:stretch>
                        </a:blipFill>
                      </a:tcPr>
                    </a:tc>
                    <a:tc>
                      <a:txBody>
                        <a:bodyPr/>
                        <a:lstStyle/>
                        <a:p>
                          <a:endParaRPr lang="en-US"/>
                        </a:p>
                      </a:txBody>
                      <a:tcPr>
                        <a:blipFill>
                          <a:blip r:embed="rId4"/>
                          <a:stretch>
                            <a:fillRect l="-208000" r="-609333" b="-811321"/>
                          </a:stretch>
                        </a:blipFill>
                      </a:tcPr>
                    </a:tc>
                    <a:tc>
                      <a:txBody>
                        <a:bodyPr/>
                        <a:lstStyle/>
                        <a:p>
                          <a:endParaRPr lang="en-US"/>
                        </a:p>
                      </a:txBody>
                      <a:tcPr>
                        <a:blipFill>
                          <a:blip r:embed="rId4"/>
                          <a:stretch>
                            <a:fillRect l="-113235" r="-124020" b="-811321"/>
                          </a:stretch>
                        </a:blipFill>
                      </a:tcPr>
                    </a:tc>
                    <a:tc>
                      <a:txBody>
                        <a:bodyPr/>
                        <a:lstStyle/>
                        <a:p>
                          <a:endParaRPr lang="en-US"/>
                        </a:p>
                      </a:txBody>
                      <a:tcPr>
                        <a:blipFill>
                          <a:blip r:embed="rId4"/>
                          <a:stretch>
                            <a:fillRect l="-172619" r="-397" b="-811321"/>
                          </a:stretch>
                        </a:blipFill>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Content Placeholder 3">
                <a:extLst>
                  <a:ext uri="{FF2B5EF4-FFF2-40B4-BE49-F238E27FC236}">
                    <a16:creationId xmlns:a16="http://schemas.microsoft.com/office/drawing/2014/main" id="{E4DD660A-0A5B-6E93-5820-E147A662A4FD}"/>
                  </a:ext>
                </a:extLst>
              </p:cNvPr>
              <p:cNvGraphicFramePr>
                <a:graphicFrameLocks/>
              </p:cNvGraphicFramePr>
              <p:nvPr/>
            </p:nvGraphicFramePr>
            <p:xfrm>
              <a:off x="6336347" y="2868455"/>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243628">
                      <a:extLst>
                        <a:ext uri="{9D8B030D-6E8A-4147-A177-3AD203B41FA5}">
                          <a16:colId xmlns:a16="http://schemas.microsoft.com/office/drawing/2014/main" val="3117082201"/>
                        </a:ext>
                      </a:extLst>
                    </a:gridCol>
                    <a:gridCol w="1534160">
                      <a:extLst>
                        <a:ext uri="{9D8B030D-6E8A-4147-A177-3AD203B41FA5}">
                          <a16:colId xmlns:a16="http://schemas.microsoft.com/office/drawing/2014/main" val="2292869562"/>
                        </a:ext>
                      </a:extLst>
                    </a:gridCol>
                  </a:tblGrid>
                  <a:tr h="321733">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𝐴</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smtClean="0">
                                    <a:latin typeface="Cambria Math" panose="02040503050406030204" pitchFamily="18" charset="0"/>
                                  </a:rPr>
                                  <m:t>𝑩</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𝐶</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m:oMathPara>
                          </a14:m>
                          <a:endParaRPr lang="en-GB" sz="1400" dirty="0"/>
                        </a:p>
                      </a:txBody>
                      <a:tcPr/>
                    </a:tc>
                    <a:tc>
                      <a:txBody>
                        <a:bodyPr/>
                        <a:lstStyle/>
                        <a:p>
                          <a:pPr algn="ctr"/>
                          <a14:m>
                            <m:oMath xmlns:m="http://schemas.openxmlformats.org/officeDocument/2006/math">
                              <m:d>
                                <m:dPr>
                                  <m:ctrlPr>
                                    <a:rPr lang="en-GB" sz="1400" b="1" i="1" baseline="0" smtClean="0">
                                      <a:latin typeface="Cambria Math" panose="02040503050406030204" pitchFamily="18" charset="0"/>
                                    </a:rPr>
                                  </m:ctrlPr>
                                </m:dPr>
                                <m:e>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e>
                              </m:d>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a14:m>
                          <a:r>
                            <a:rPr lang="en-GB" sz="1400" baseline="0" dirty="0"/>
                            <a:t> </a:t>
                          </a:r>
                          <a:endParaRPr lang="en-GB" sz="1400" dirty="0"/>
                        </a:p>
                      </a:txBody>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Choice>
        <mc:Fallback xmlns="">
          <p:graphicFrame>
            <p:nvGraphicFramePr>
              <p:cNvPr id="3" name="Content Placeholder 3">
                <a:extLst>
                  <a:ext uri="{FF2B5EF4-FFF2-40B4-BE49-F238E27FC236}">
                    <a16:creationId xmlns:a16="http://schemas.microsoft.com/office/drawing/2014/main" id="{E4DD660A-0A5B-6E93-5820-E147A662A4FD}"/>
                  </a:ext>
                </a:extLst>
              </p:cNvPr>
              <p:cNvGraphicFramePr>
                <a:graphicFrameLocks/>
              </p:cNvGraphicFramePr>
              <p:nvPr>
                <p:extLst>
                  <p:ext uri="{D42A27DB-BD31-4B8C-83A1-F6EECF244321}">
                    <p14:modId xmlns:p14="http://schemas.microsoft.com/office/powerpoint/2010/main" val="488060199"/>
                  </p:ext>
                </p:extLst>
              </p:nvPr>
            </p:nvGraphicFramePr>
            <p:xfrm>
              <a:off x="6336347" y="2868455"/>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243628">
                      <a:extLst>
                        <a:ext uri="{9D8B030D-6E8A-4147-A177-3AD203B41FA5}">
                          <a16:colId xmlns:a16="http://schemas.microsoft.com/office/drawing/2014/main" val="3117082201"/>
                        </a:ext>
                      </a:extLst>
                    </a:gridCol>
                    <a:gridCol w="1534160">
                      <a:extLst>
                        <a:ext uri="{9D8B030D-6E8A-4147-A177-3AD203B41FA5}">
                          <a16:colId xmlns:a16="http://schemas.microsoft.com/office/drawing/2014/main" val="2292869562"/>
                        </a:ext>
                      </a:extLst>
                    </a:gridCol>
                  </a:tblGrid>
                  <a:tr h="321733">
                    <a:tc>
                      <a:txBody>
                        <a:bodyPr/>
                        <a:lstStyle/>
                        <a:p>
                          <a:endParaRPr lang="en-US"/>
                        </a:p>
                      </a:txBody>
                      <a:tcPr>
                        <a:blipFill>
                          <a:blip r:embed="rId5"/>
                          <a:stretch>
                            <a:fillRect l="-1176" r="-708235" b="-811321"/>
                          </a:stretch>
                        </a:blipFill>
                      </a:tcPr>
                    </a:tc>
                    <a:tc>
                      <a:txBody>
                        <a:bodyPr/>
                        <a:lstStyle/>
                        <a:p>
                          <a:endParaRPr lang="en-US"/>
                        </a:p>
                      </a:txBody>
                      <a:tcPr>
                        <a:blipFill>
                          <a:blip r:embed="rId5"/>
                          <a:stretch>
                            <a:fillRect l="-122857" r="-760000" b="-811321"/>
                          </a:stretch>
                        </a:blipFill>
                      </a:tcPr>
                    </a:tc>
                    <a:tc>
                      <a:txBody>
                        <a:bodyPr/>
                        <a:lstStyle/>
                        <a:p>
                          <a:endParaRPr lang="en-US"/>
                        </a:p>
                      </a:txBody>
                      <a:tcPr>
                        <a:blipFill>
                          <a:blip r:embed="rId5"/>
                          <a:stretch>
                            <a:fillRect l="-208000" r="-609333" b="-811321"/>
                          </a:stretch>
                        </a:blipFill>
                      </a:tcPr>
                    </a:tc>
                    <a:tc>
                      <a:txBody>
                        <a:bodyPr/>
                        <a:lstStyle/>
                        <a:p>
                          <a:endParaRPr lang="en-US"/>
                        </a:p>
                      </a:txBody>
                      <a:tcPr>
                        <a:blipFill>
                          <a:blip r:embed="rId5"/>
                          <a:stretch>
                            <a:fillRect l="-113235" r="-124020" b="-811321"/>
                          </a:stretch>
                        </a:blipFill>
                      </a:tcPr>
                    </a:tc>
                    <a:tc>
                      <a:txBody>
                        <a:bodyPr/>
                        <a:lstStyle/>
                        <a:p>
                          <a:endParaRPr lang="en-US"/>
                        </a:p>
                      </a:txBody>
                      <a:tcPr>
                        <a:blipFill>
                          <a:blip r:embed="rId5"/>
                          <a:stretch>
                            <a:fillRect l="-172619" r="-397" b="-811321"/>
                          </a:stretch>
                        </a:blipFill>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Fallback>
      </mc:AlternateContent>
    </p:spTree>
    <p:extLst>
      <p:ext uri="{BB962C8B-B14F-4D97-AF65-F5344CB8AC3E}">
        <p14:creationId xmlns:p14="http://schemas.microsoft.com/office/powerpoint/2010/main" val="1268831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Absorption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58" y="3119120"/>
              <a:ext cx="3154682" cy="1849120"/>
            </p:xfrm>
            <a:graphic>
              <a:graphicData uri="http://schemas.openxmlformats.org/drawingml/2006/table">
                <a:tbl>
                  <a:tblPr firstRow="1" bandRow="1">
                    <a:tableStyleId>{7E9639D4-E3E2-4D34-9284-5A2195B3D0D7}</a:tableStyleId>
                  </a:tblPr>
                  <a:tblGrid>
                    <a:gridCol w="919482">
                      <a:extLst>
                        <a:ext uri="{9D8B030D-6E8A-4147-A177-3AD203B41FA5}">
                          <a16:colId xmlns:a16="http://schemas.microsoft.com/office/drawing/2014/main" val="1817906471"/>
                        </a:ext>
                      </a:extLst>
                    </a:gridCol>
                    <a:gridCol w="701040">
                      <a:extLst>
                        <a:ext uri="{9D8B030D-6E8A-4147-A177-3AD203B41FA5}">
                          <a16:colId xmlns:a16="http://schemas.microsoft.com/office/drawing/2014/main" val="3260625661"/>
                        </a:ext>
                      </a:extLst>
                    </a:gridCol>
                    <a:gridCol w="1534160">
                      <a:extLst>
                        <a:ext uri="{9D8B030D-6E8A-4147-A177-3AD203B41FA5}">
                          <a16:colId xmlns:a16="http://schemas.microsoft.com/office/drawing/2014/main" val="3117082201"/>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1656731353"/>
                  </p:ext>
                </p:extLst>
              </p:nvPr>
            </p:nvGraphicFramePr>
            <p:xfrm>
              <a:off x="1356358" y="3119120"/>
              <a:ext cx="3154682" cy="1849120"/>
            </p:xfrm>
            <a:graphic>
              <a:graphicData uri="http://schemas.openxmlformats.org/drawingml/2006/table">
                <a:tbl>
                  <a:tblPr firstRow="1" bandRow="1">
                    <a:tableStyleId>{7E9639D4-E3E2-4D34-9284-5A2195B3D0D7}</a:tableStyleId>
                  </a:tblPr>
                  <a:tblGrid>
                    <a:gridCol w="919482">
                      <a:extLst>
                        <a:ext uri="{9D8B030D-6E8A-4147-A177-3AD203B41FA5}">
                          <a16:colId xmlns:a16="http://schemas.microsoft.com/office/drawing/2014/main" val="1817906471"/>
                        </a:ext>
                      </a:extLst>
                    </a:gridCol>
                    <a:gridCol w="701040">
                      <a:extLst>
                        <a:ext uri="{9D8B030D-6E8A-4147-A177-3AD203B41FA5}">
                          <a16:colId xmlns:a16="http://schemas.microsoft.com/office/drawing/2014/main" val="3260625661"/>
                        </a:ext>
                      </a:extLst>
                    </a:gridCol>
                    <a:gridCol w="1534160">
                      <a:extLst>
                        <a:ext uri="{9D8B030D-6E8A-4147-A177-3AD203B41FA5}">
                          <a16:colId xmlns:a16="http://schemas.microsoft.com/office/drawing/2014/main" val="3117082201"/>
                        </a:ext>
                      </a:extLst>
                    </a:gridCol>
                  </a:tblGrid>
                  <a:tr h="365760">
                    <a:tc>
                      <a:txBody>
                        <a:bodyPr/>
                        <a:lstStyle/>
                        <a:p>
                          <a:endParaRPr lang="en-US"/>
                        </a:p>
                      </a:txBody>
                      <a:tcPr>
                        <a:blipFill>
                          <a:blip r:embed="rId4"/>
                          <a:stretch>
                            <a:fillRect l="-662" r="-244371" b="-431667"/>
                          </a:stretch>
                        </a:blipFill>
                      </a:tcPr>
                    </a:tc>
                    <a:tc>
                      <a:txBody>
                        <a:bodyPr/>
                        <a:lstStyle/>
                        <a:p>
                          <a:endParaRPr lang="en-US"/>
                        </a:p>
                      </a:txBody>
                      <a:tcPr>
                        <a:blipFill>
                          <a:blip r:embed="rId4"/>
                          <a:stretch>
                            <a:fillRect l="-132174" r="-220870" b="-431667"/>
                          </a:stretch>
                        </a:blipFill>
                      </a:tcPr>
                    </a:tc>
                    <a:tc>
                      <a:txBody>
                        <a:bodyPr/>
                        <a:lstStyle/>
                        <a:p>
                          <a:endParaRPr lang="en-US"/>
                        </a:p>
                      </a:txBody>
                      <a:tcPr>
                        <a:blipFill>
                          <a:blip r:embed="rId4"/>
                          <a:stretch>
                            <a:fillRect l="-105952" r="-794"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540EA46F-C352-65D6-1366-A63FD1F12A97}"/>
                  </a:ext>
                </a:extLst>
              </p:cNvPr>
              <p:cNvGraphicFramePr>
                <a:graphicFrameLocks/>
              </p:cNvGraphicFramePr>
              <p:nvPr/>
            </p:nvGraphicFramePr>
            <p:xfrm>
              <a:off x="6355078" y="3119120"/>
              <a:ext cx="3124202" cy="1849120"/>
            </p:xfrm>
            <a:graphic>
              <a:graphicData uri="http://schemas.openxmlformats.org/drawingml/2006/table">
                <a:tbl>
                  <a:tblPr firstRow="1" bandRow="1">
                    <a:tableStyleId>{7E9639D4-E3E2-4D34-9284-5A2195B3D0D7}</a:tableStyleId>
                  </a:tblPr>
                  <a:tblGrid>
                    <a:gridCol w="919482">
                      <a:extLst>
                        <a:ext uri="{9D8B030D-6E8A-4147-A177-3AD203B41FA5}">
                          <a16:colId xmlns:a16="http://schemas.microsoft.com/office/drawing/2014/main" val="1817906471"/>
                        </a:ext>
                      </a:extLst>
                    </a:gridCol>
                    <a:gridCol w="701040">
                      <a:extLst>
                        <a:ext uri="{9D8B030D-6E8A-4147-A177-3AD203B41FA5}">
                          <a16:colId xmlns:a16="http://schemas.microsoft.com/office/drawing/2014/main" val="3260625661"/>
                        </a:ext>
                      </a:extLst>
                    </a:gridCol>
                    <a:gridCol w="1503680">
                      <a:extLst>
                        <a:ext uri="{9D8B030D-6E8A-4147-A177-3AD203B41FA5}">
                          <a16:colId xmlns:a16="http://schemas.microsoft.com/office/drawing/2014/main" val="3117082201"/>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Choice>
        <mc:Fallback xmlns="">
          <p:graphicFrame>
            <p:nvGraphicFramePr>
              <p:cNvPr id="9" name="Content Placeholder 3">
                <a:extLst>
                  <a:ext uri="{FF2B5EF4-FFF2-40B4-BE49-F238E27FC236}">
                    <a16:creationId xmlns:a16="http://schemas.microsoft.com/office/drawing/2014/main" id="{540EA46F-C352-65D6-1366-A63FD1F12A97}"/>
                  </a:ext>
                </a:extLst>
              </p:cNvPr>
              <p:cNvGraphicFramePr>
                <a:graphicFrameLocks/>
              </p:cNvGraphicFramePr>
              <p:nvPr>
                <p:extLst>
                  <p:ext uri="{D42A27DB-BD31-4B8C-83A1-F6EECF244321}">
                    <p14:modId xmlns:p14="http://schemas.microsoft.com/office/powerpoint/2010/main" val="3822114531"/>
                  </p:ext>
                </p:extLst>
              </p:nvPr>
            </p:nvGraphicFramePr>
            <p:xfrm>
              <a:off x="6355078" y="3119120"/>
              <a:ext cx="3124202" cy="1849120"/>
            </p:xfrm>
            <a:graphic>
              <a:graphicData uri="http://schemas.openxmlformats.org/drawingml/2006/table">
                <a:tbl>
                  <a:tblPr firstRow="1" bandRow="1">
                    <a:tableStyleId>{7E9639D4-E3E2-4D34-9284-5A2195B3D0D7}</a:tableStyleId>
                  </a:tblPr>
                  <a:tblGrid>
                    <a:gridCol w="919482">
                      <a:extLst>
                        <a:ext uri="{9D8B030D-6E8A-4147-A177-3AD203B41FA5}">
                          <a16:colId xmlns:a16="http://schemas.microsoft.com/office/drawing/2014/main" val="1817906471"/>
                        </a:ext>
                      </a:extLst>
                    </a:gridCol>
                    <a:gridCol w="701040">
                      <a:extLst>
                        <a:ext uri="{9D8B030D-6E8A-4147-A177-3AD203B41FA5}">
                          <a16:colId xmlns:a16="http://schemas.microsoft.com/office/drawing/2014/main" val="3260625661"/>
                        </a:ext>
                      </a:extLst>
                    </a:gridCol>
                    <a:gridCol w="1503680">
                      <a:extLst>
                        <a:ext uri="{9D8B030D-6E8A-4147-A177-3AD203B41FA5}">
                          <a16:colId xmlns:a16="http://schemas.microsoft.com/office/drawing/2014/main" val="3117082201"/>
                        </a:ext>
                      </a:extLst>
                    </a:gridCol>
                  </a:tblGrid>
                  <a:tr h="365760">
                    <a:tc>
                      <a:txBody>
                        <a:bodyPr/>
                        <a:lstStyle/>
                        <a:p>
                          <a:endParaRPr lang="en-US"/>
                        </a:p>
                      </a:txBody>
                      <a:tcPr>
                        <a:blipFill>
                          <a:blip r:embed="rId5"/>
                          <a:stretch>
                            <a:fillRect l="-662" r="-241060" b="-431667"/>
                          </a:stretch>
                        </a:blipFill>
                      </a:tcPr>
                    </a:tc>
                    <a:tc>
                      <a:txBody>
                        <a:bodyPr/>
                        <a:lstStyle/>
                        <a:p>
                          <a:endParaRPr lang="en-US"/>
                        </a:p>
                      </a:txBody>
                      <a:tcPr>
                        <a:blipFill>
                          <a:blip r:embed="rId5"/>
                          <a:stretch>
                            <a:fillRect l="-132174" r="-216522" b="-431667"/>
                          </a:stretch>
                        </a:blipFill>
                      </a:tcPr>
                    </a:tc>
                    <a:tc>
                      <a:txBody>
                        <a:bodyPr/>
                        <a:lstStyle/>
                        <a:p>
                          <a:endParaRPr lang="en-US"/>
                        </a:p>
                      </a:txBody>
                      <a:tcPr>
                        <a:blipFill>
                          <a:blip r:embed="rId5"/>
                          <a:stretch>
                            <a:fillRect l="-108097" r="-810"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Fallback>
      </mc:AlternateContent>
    </p:spTree>
    <p:extLst>
      <p:ext uri="{BB962C8B-B14F-4D97-AF65-F5344CB8AC3E}">
        <p14:creationId xmlns:p14="http://schemas.microsoft.com/office/powerpoint/2010/main" val="19183313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De Morgan’s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58" y="3119120"/>
              <a:ext cx="3693162" cy="1849120"/>
            </p:xfrm>
            <a:graphic>
              <a:graphicData uri="http://schemas.openxmlformats.org/drawingml/2006/table">
                <a:tbl>
                  <a:tblPr firstRow="1" bandRow="1">
                    <a:tableStyleId>{7E9639D4-E3E2-4D34-9284-5A2195B3D0D7}</a:tableStyleId>
                  </a:tblPr>
                  <a:tblGrid>
                    <a:gridCol w="612556">
                      <a:extLst>
                        <a:ext uri="{9D8B030D-6E8A-4147-A177-3AD203B41FA5}">
                          <a16:colId xmlns:a16="http://schemas.microsoft.com/office/drawing/2014/main" val="1817906471"/>
                        </a:ext>
                      </a:extLst>
                    </a:gridCol>
                    <a:gridCol w="630395">
                      <a:extLst>
                        <a:ext uri="{9D8B030D-6E8A-4147-A177-3AD203B41FA5}">
                          <a16:colId xmlns:a16="http://schemas.microsoft.com/office/drawing/2014/main" val="3260625661"/>
                        </a:ext>
                      </a:extLst>
                    </a:gridCol>
                    <a:gridCol w="1367837">
                      <a:extLst>
                        <a:ext uri="{9D8B030D-6E8A-4147-A177-3AD203B41FA5}">
                          <a16:colId xmlns:a16="http://schemas.microsoft.com/office/drawing/2014/main" val="3117082201"/>
                        </a:ext>
                      </a:extLst>
                    </a:gridCol>
                    <a:gridCol w="1082374">
                      <a:extLst>
                        <a:ext uri="{9D8B030D-6E8A-4147-A177-3AD203B41FA5}">
                          <a16:colId xmlns:a16="http://schemas.microsoft.com/office/drawing/2014/main" val="1966142344"/>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m:t>
                                </m:r>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r>
                                  <a:rPr lang="en-GB" b="1" i="1" smtClean="0">
                                    <a:latin typeface="Cambria Math" panose="02040503050406030204" pitchFamily="18" charset="0"/>
                                  </a:rPr>
                                  <m:t>)</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m:t>
                                </m:r>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3531058755"/>
                  </p:ext>
                </p:extLst>
              </p:nvPr>
            </p:nvGraphicFramePr>
            <p:xfrm>
              <a:off x="1356358" y="3119120"/>
              <a:ext cx="3693162" cy="1849120"/>
            </p:xfrm>
            <a:graphic>
              <a:graphicData uri="http://schemas.openxmlformats.org/drawingml/2006/table">
                <a:tbl>
                  <a:tblPr firstRow="1" bandRow="1">
                    <a:tableStyleId>{7E9639D4-E3E2-4D34-9284-5A2195B3D0D7}</a:tableStyleId>
                  </a:tblPr>
                  <a:tblGrid>
                    <a:gridCol w="612556">
                      <a:extLst>
                        <a:ext uri="{9D8B030D-6E8A-4147-A177-3AD203B41FA5}">
                          <a16:colId xmlns:a16="http://schemas.microsoft.com/office/drawing/2014/main" val="1817906471"/>
                        </a:ext>
                      </a:extLst>
                    </a:gridCol>
                    <a:gridCol w="630395">
                      <a:extLst>
                        <a:ext uri="{9D8B030D-6E8A-4147-A177-3AD203B41FA5}">
                          <a16:colId xmlns:a16="http://schemas.microsoft.com/office/drawing/2014/main" val="3260625661"/>
                        </a:ext>
                      </a:extLst>
                    </a:gridCol>
                    <a:gridCol w="1367837">
                      <a:extLst>
                        <a:ext uri="{9D8B030D-6E8A-4147-A177-3AD203B41FA5}">
                          <a16:colId xmlns:a16="http://schemas.microsoft.com/office/drawing/2014/main" val="3117082201"/>
                        </a:ext>
                      </a:extLst>
                    </a:gridCol>
                    <a:gridCol w="1082374">
                      <a:extLst>
                        <a:ext uri="{9D8B030D-6E8A-4147-A177-3AD203B41FA5}">
                          <a16:colId xmlns:a16="http://schemas.microsoft.com/office/drawing/2014/main" val="1966142344"/>
                        </a:ext>
                      </a:extLst>
                    </a:gridCol>
                  </a:tblGrid>
                  <a:tr h="365760">
                    <a:tc>
                      <a:txBody>
                        <a:bodyPr/>
                        <a:lstStyle/>
                        <a:p>
                          <a:endParaRPr lang="en-US"/>
                        </a:p>
                      </a:txBody>
                      <a:tcPr>
                        <a:blipFill>
                          <a:blip r:embed="rId4"/>
                          <a:stretch>
                            <a:fillRect l="-990" r="-501980" b="-431667"/>
                          </a:stretch>
                        </a:blipFill>
                      </a:tcPr>
                    </a:tc>
                    <a:tc>
                      <a:txBody>
                        <a:bodyPr/>
                        <a:lstStyle/>
                        <a:p>
                          <a:endParaRPr lang="en-US"/>
                        </a:p>
                      </a:txBody>
                      <a:tcPr>
                        <a:blipFill>
                          <a:blip r:embed="rId4"/>
                          <a:stretch>
                            <a:fillRect l="-99029" r="-392233" b="-431667"/>
                          </a:stretch>
                        </a:blipFill>
                      </a:tcPr>
                    </a:tc>
                    <a:tc>
                      <a:txBody>
                        <a:bodyPr/>
                        <a:lstStyle/>
                        <a:p>
                          <a:endParaRPr lang="en-US"/>
                        </a:p>
                      </a:txBody>
                      <a:tcPr>
                        <a:blipFill>
                          <a:blip r:embed="rId4"/>
                          <a:stretch>
                            <a:fillRect l="-91111" r="-79556" b="-431667"/>
                          </a:stretch>
                        </a:blipFill>
                      </a:tcPr>
                    </a:tc>
                    <a:tc>
                      <a:txBody>
                        <a:bodyPr/>
                        <a:lstStyle/>
                        <a:p>
                          <a:endParaRPr lang="en-US"/>
                        </a:p>
                      </a:txBody>
                      <a:tcPr>
                        <a:blipFill>
                          <a:blip r:embed="rId4"/>
                          <a:stretch>
                            <a:fillRect l="-241573" r="-562"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Content Placeholder 3">
                <a:extLst>
                  <a:ext uri="{FF2B5EF4-FFF2-40B4-BE49-F238E27FC236}">
                    <a16:creationId xmlns:a16="http://schemas.microsoft.com/office/drawing/2014/main" id="{1725B17F-44DE-7186-B00C-9AC062F0126C}"/>
                  </a:ext>
                </a:extLst>
              </p:cNvPr>
              <p:cNvGraphicFramePr>
                <a:graphicFrameLocks/>
              </p:cNvGraphicFramePr>
              <p:nvPr/>
            </p:nvGraphicFramePr>
            <p:xfrm>
              <a:off x="6659878" y="3119120"/>
              <a:ext cx="3693162" cy="1849120"/>
            </p:xfrm>
            <a:graphic>
              <a:graphicData uri="http://schemas.openxmlformats.org/drawingml/2006/table">
                <a:tbl>
                  <a:tblPr firstRow="1" bandRow="1">
                    <a:tableStyleId>{7E9639D4-E3E2-4D34-9284-5A2195B3D0D7}</a:tableStyleId>
                  </a:tblPr>
                  <a:tblGrid>
                    <a:gridCol w="612556">
                      <a:extLst>
                        <a:ext uri="{9D8B030D-6E8A-4147-A177-3AD203B41FA5}">
                          <a16:colId xmlns:a16="http://schemas.microsoft.com/office/drawing/2014/main" val="1817906471"/>
                        </a:ext>
                      </a:extLst>
                    </a:gridCol>
                    <a:gridCol w="630395">
                      <a:extLst>
                        <a:ext uri="{9D8B030D-6E8A-4147-A177-3AD203B41FA5}">
                          <a16:colId xmlns:a16="http://schemas.microsoft.com/office/drawing/2014/main" val="3260625661"/>
                        </a:ext>
                      </a:extLst>
                    </a:gridCol>
                    <a:gridCol w="1367837">
                      <a:extLst>
                        <a:ext uri="{9D8B030D-6E8A-4147-A177-3AD203B41FA5}">
                          <a16:colId xmlns:a16="http://schemas.microsoft.com/office/drawing/2014/main" val="3117082201"/>
                        </a:ext>
                      </a:extLst>
                    </a:gridCol>
                    <a:gridCol w="1082374">
                      <a:extLst>
                        <a:ext uri="{9D8B030D-6E8A-4147-A177-3AD203B41FA5}">
                          <a16:colId xmlns:a16="http://schemas.microsoft.com/office/drawing/2014/main" val="1966142344"/>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m:t>
                                </m:r>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r>
                                  <a:rPr lang="en-GB" b="1" i="1" smtClean="0">
                                    <a:latin typeface="Cambria Math" panose="02040503050406030204" pitchFamily="18" charset="0"/>
                                  </a:rPr>
                                  <m:t>)</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m:t>
                                </m:r>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Choice>
        <mc:Fallback xmlns="">
          <p:graphicFrame>
            <p:nvGraphicFramePr>
              <p:cNvPr id="3" name="Content Placeholder 3">
                <a:extLst>
                  <a:ext uri="{FF2B5EF4-FFF2-40B4-BE49-F238E27FC236}">
                    <a16:creationId xmlns:a16="http://schemas.microsoft.com/office/drawing/2014/main" id="{1725B17F-44DE-7186-B00C-9AC062F0126C}"/>
                  </a:ext>
                </a:extLst>
              </p:cNvPr>
              <p:cNvGraphicFramePr>
                <a:graphicFrameLocks/>
              </p:cNvGraphicFramePr>
              <p:nvPr>
                <p:extLst>
                  <p:ext uri="{D42A27DB-BD31-4B8C-83A1-F6EECF244321}">
                    <p14:modId xmlns:p14="http://schemas.microsoft.com/office/powerpoint/2010/main" val="731330589"/>
                  </p:ext>
                </p:extLst>
              </p:nvPr>
            </p:nvGraphicFramePr>
            <p:xfrm>
              <a:off x="6659878" y="3119120"/>
              <a:ext cx="3693162" cy="1849120"/>
            </p:xfrm>
            <a:graphic>
              <a:graphicData uri="http://schemas.openxmlformats.org/drawingml/2006/table">
                <a:tbl>
                  <a:tblPr firstRow="1" bandRow="1">
                    <a:tableStyleId>{7E9639D4-E3E2-4D34-9284-5A2195B3D0D7}</a:tableStyleId>
                  </a:tblPr>
                  <a:tblGrid>
                    <a:gridCol w="612556">
                      <a:extLst>
                        <a:ext uri="{9D8B030D-6E8A-4147-A177-3AD203B41FA5}">
                          <a16:colId xmlns:a16="http://schemas.microsoft.com/office/drawing/2014/main" val="1817906471"/>
                        </a:ext>
                      </a:extLst>
                    </a:gridCol>
                    <a:gridCol w="630395">
                      <a:extLst>
                        <a:ext uri="{9D8B030D-6E8A-4147-A177-3AD203B41FA5}">
                          <a16:colId xmlns:a16="http://schemas.microsoft.com/office/drawing/2014/main" val="3260625661"/>
                        </a:ext>
                      </a:extLst>
                    </a:gridCol>
                    <a:gridCol w="1367837">
                      <a:extLst>
                        <a:ext uri="{9D8B030D-6E8A-4147-A177-3AD203B41FA5}">
                          <a16:colId xmlns:a16="http://schemas.microsoft.com/office/drawing/2014/main" val="3117082201"/>
                        </a:ext>
                      </a:extLst>
                    </a:gridCol>
                    <a:gridCol w="1082374">
                      <a:extLst>
                        <a:ext uri="{9D8B030D-6E8A-4147-A177-3AD203B41FA5}">
                          <a16:colId xmlns:a16="http://schemas.microsoft.com/office/drawing/2014/main" val="1966142344"/>
                        </a:ext>
                      </a:extLst>
                    </a:gridCol>
                  </a:tblGrid>
                  <a:tr h="365760">
                    <a:tc>
                      <a:txBody>
                        <a:bodyPr/>
                        <a:lstStyle/>
                        <a:p>
                          <a:endParaRPr lang="en-US"/>
                        </a:p>
                      </a:txBody>
                      <a:tcPr>
                        <a:blipFill>
                          <a:blip r:embed="rId5"/>
                          <a:stretch>
                            <a:fillRect l="-990" r="-501980" b="-431667"/>
                          </a:stretch>
                        </a:blipFill>
                      </a:tcPr>
                    </a:tc>
                    <a:tc>
                      <a:txBody>
                        <a:bodyPr/>
                        <a:lstStyle/>
                        <a:p>
                          <a:endParaRPr lang="en-US"/>
                        </a:p>
                      </a:txBody>
                      <a:tcPr>
                        <a:blipFill>
                          <a:blip r:embed="rId5"/>
                          <a:stretch>
                            <a:fillRect l="-99029" r="-392233" b="-431667"/>
                          </a:stretch>
                        </a:blipFill>
                      </a:tcPr>
                    </a:tc>
                    <a:tc>
                      <a:txBody>
                        <a:bodyPr/>
                        <a:lstStyle/>
                        <a:p>
                          <a:endParaRPr lang="en-US"/>
                        </a:p>
                      </a:txBody>
                      <a:tcPr>
                        <a:blipFill>
                          <a:blip r:embed="rId5"/>
                          <a:stretch>
                            <a:fillRect l="-91111" r="-79556" b="-431667"/>
                          </a:stretch>
                        </a:blipFill>
                      </a:tcPr>
                    </a:tc>
                    <a:tc>
                      <a:txBody>
                        <a:bodyPr/>
                        <a:lstStyle/>
                        <a:p>
                          <a:endParaRPr lang="en-US"/>
                        </a:p>
                      </a:txBody>
                      <a:tcPr>
                        <a:blipFill>
                          <a:blip r:embed="rId5"/>
                          <a:stretch>
                            <a:fillRect l="-241573" r="-562"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Fallback>
      </mc:AlternateContent>
    </p:spTree>
    <p:extLst>
      <p:ext uri="{BB962C8B-B14F-4D97-AF65-F5344CB8AC3E}">
        <p14:creationId xmlns:p14="http://schemas.microsoft.com/office/powerpoint/2010/main" val="37134919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4C76E07-CE54-4578-E80B-1C569A9EE148}"/>
              </a:ext>
            </a:extLst>
          </p:cNvPr>
          <p:cNvSpPr>
            <a:spLocks noGrp="1"/>
          </p:cNvSpPr>
          <p:nvPr>
            <p:ph type="title"/>
          </p:nvPr>
        </p:nvSpPr>
        <p:spPr/>
        <p:txBody>
          <a:bodyPr/>
          <a:lstStyle/>
          <a:p>
            <a:r>
              <a:rPr lang="en-GB" dirty="0"/>
              <a:t>Example: simplifying Boolean expressions</a:t>
            </a:r>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31B09BE-24E6-1C1E-F69A-0C7F1068ABE3}"/>
                  </a:ext>
                </a:extLst>
              </p:cNvPr>
              <p:cNvSpPr>
                <a:spLocks noGrp="1"/>
              </p:cNvSpPr>
              <p:nvPr>
                <p:ph idx="1"/>
              </p:nvPr>
            </p:nvSpPr>
            <p:spPr/>
            <p:txBody>
              <a:bodyPr/>
              <a:lstStyle/>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oMath>
                </a14:m>
                <a:endParaRPr lang="en-GB" b="0" dirty="0"/>
              </a:p>
              <a:p>
                <a14:m>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oMath>
                </a14:m>
                <a:r>
                  <a:rPr lang="en-GB" dirty="0"/>
                  <a:t> (De Morgan’s Law)</a:t>
                </a:r>
              </a:p>
              <a:p>
                <a14:m>
                  <m:oMath xmlns:m="http://schemas.openxmlformats.org/officeDocument/2006/math">
                    <m:r>
                      <a:rPr lang="en-GB"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𝐴</m:t>
                        </m:r>
                        <m:r>
                          <a:rPr lang="en-GB" b="0" i="1" dirty="0" smtClean="0">
                            <a:latin typeface="Cambria Math" panose="02040503050406030204" pitchFamily="18" charset="0"/>
                          </a:rPr>
                          <m:t>∧¬</m:t>
                        </m:r>
                        <m:r>
                          <a:rPr lang="en-GB" b="0" i="1" dirty="0" smtClean="0">
                            <a:latin typeface="Cambria Math" panose="02040503050406030204" pitchFamily="18" charset="0"/>
                          </a:rPr>
                          <m:t>𝐴</m:t>
                        </m:r>
                      </m:e>
                    </m:d>
                    <m:r>
                      <a:rPr lang="en-GB" b="0" i="1" dirty="0" smtClean="0">
                        <a:latin typeface="Cambria Math" panose="02040503050406030204" pitchFamily="18" charset="0"/>
                      </a:rPr>
                      <m:t>∧¬</m:t>
                    </m:r>
                    <m:r>
                      <a:rPr lang="en-GB" b="0" i="1" dirty="0" smtClean="0">
                        <a:latin typeface="Cambria Math" panose="02040503050406030204" pitchFamily="18" charset="0"/>
                      </a:rPr>
                      <m:t>𝐵</m:t>
                    </m:r>
                  </m:oMath>
                </a14:m>
                <a:r>
                  <a:rPr lang="en-GB" b="0" dirty="0"/>
                  <a:t> (Associative Law)</a:t>
                </a:r>
              </a:p>
              <a:p>
                <a14:m>
                  <m:oMath xmlns:m="http://schemas.openxmlformats.org/officeDocument/2006/math">
                    <m:r>
                      <a:rPr lang="en-GB" b="0" i="1" smtClean="0">
                        <a:latin typeface="Cambria Math" panose="02040503050406030204" pitchFamily="18" charset="0"/>
                      </a:rPr>
                      <m:t>≡0∧¬</m:t>
                    </m:r>
                    <m:r>
                      <a:rPr lang="en-GB" b="0" i="1" smtClean="0">
                        <a:latin typeface="Cambria Math" panose="02040503050406030204" pitchFamily="18" charset="0"/>
                      </a:rPr>
                      <m:t>𝐵</m:t>
                    </m:r>
                  </m:oMath>
                </a14:m>
                <a:r>
                  <a:rPr lang="en-GB" b="0" dirty="0"/>
                  <a:t> (Inverse Law)</a:t>
                </a:r>
              </a:p>
              <a:p>
                <a14:m>
                  <m:oMath xmlns:m="http://schemas.openxmlformats.org/officeDocument/2006/math">
                    <m:r>
                      <a:rPr lang="en-GB" b="0" i="1" smtClean="0">
                        <a:latin typeface="Cambria Math" panose="02040503050406030204" pitchFamily="18" charset="0"/>
                      </a:rPr>
                      <m:t>≡0</m:t>
                    </m:r>
                  </m:oMath>
                </a14:m>
                <a:r>
                  <a:rPr lang="en-GB" dirty="0"/>
                  <a:t> (Null Law)</a:t>
                </a:r>
              </a:p>
            </p:txBody>
          </p:sp>
        </mc:Choice>
        <mc:Fallback xmlns="">
          <p:sp>
            <p:nvSpPr>
              <p:cNvPr id="8" name="Content Placeholder 7">
                <a:extLst>
                  <a:ext uri="{FF2B5EF4-FFF2-40B4-BE49-F238E27FC236}">
                    <a16:creationId xmlns:a16="http://schemas.microsoft.com/office/drawing/2014/main" id="{531B09BE-24E6-1C1E-F69A-0C7F1068ABE3}"/>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7368222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4C76E07-CE54-4578-E80B-1C569A9EE148}"/>
              </a:ext>
            </a:extLst>
          </p:cNvPr>
          <p:cNvSpPr>
            <a:spLocks noGrp="1"/>
          </p:cNvSpPr>
          <p:nvPr>
            <p:ph type="title"/>
          </p:nvPr>
        </p:nvSpPr>
        <p:spPr/>
        <p:txBody>
          <a:bodyPr/>
          <a:lstStyle/>
          <a:p>
            <a:r>
              <a:rPr lang="en-GB" dirty="0"/>
              <a:t>Example: simplifying Boolean expressions</a:t>
            </a:r>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31B09BE-24E6-1C1E-F69A-0C7F1068ABE3}"/>
                  </a:ext>
                </a:extLst>
              </p:cNvPr>
              <p:cNvSpPr>
                <a:spLocks noGrp="1"/>
              </p:cNvSpPr>
              <p:nvPr>
                <p:ph idx="1"/>
              </p:nvPr>
            </p:nvSpPr>
            <p:spPr/>
            <p:txBody>
              <a:bodyPr/>
              <a:lstStyle/>
              <a:p>
                <a14:m>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e>
                    </m:d>
                  </m:oMath>
                </a14:m>
                <a:endParaRPr lang="en-GB" b="0" dirty="0"/>
              </a:p>
              <a:p>
                <a14:m>
                  <m:oMath xmlns:m="http://schemas.openxmlformats.org/officeDocument/2006/math">
                    <m:r>
                      <a:rPr lang="en-GB" b="0" i="1"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𝐴</m:t>
                        </m:r>
                        <m:r>
                          <a:rPr lang="en-GB" b="0" i="1" dirty="0" smtClean="0">
                            <a:latin typeface="Cambria Math" panose="02040503050406030204" pitchFamily="18" charset="0"/>
                          </a:rPr>
                          <m:t>∨</m:t>
                        </m:r>
                        <m:r>
                          <a:rPr lang="en-GB" b="0" i="1" dirty="0" smtClean="0">
                            <a:latin typeface="Cambria Math" panose="02040503050406030204" pitchFamily="18" charset="0"/>
                          </a:rPr>
                          <m:t>𝐵</m:t>
                        </m:r>
                      </m:e>
                    </m:d>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𝐴</m:t>
                        </m:r>
                        <m:r>
                          <a:rPr lang="en-GB" b="0" i="1" dirty="0" smtClean="0">
                            <a:latin typeface="Cambria Math" panose="02040503050406030204" pitchFamily="18" charset="0"/>
                          </a:rPr>
                          <m:t>∨</m:t>
                        </m:r>
                        <m:r>
                          <a:rPr lang="en-GB" b="0" i="1" dirty="0" smtClean="0">
                            <a:latin typeface="Cambria Math" panose="02040503050406030204" pitchFamily="18" charset="0"/>
                          </a:rPr>
                          <m:t>𝐶</m:t>
                        </m:r>
                      </m:e>
                    </m:d>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𝐵</m:t>
                        </m:r>
                        <m:r>
                          <a:rPr lang="en-GB" b="0" i="1" dirty="0" smtClean="0">
                            <a:latin typeface="Cambria Math" panose="02040503050406030204" pitchFamily="18" charset="0"/>
                          </a:rPr>
                          <m:t>∨</m:t>
                        </m:r>
                        <m:r>
                          <a:rPr lang="en-GB" b="0" i="1" dirty="0" smtClean="0">
                            <a:latin typeface="Cambria Math" panose="02040503050406030204" pitchFamily="18" charset="0"/>
                          </a:rPr>
                          <m:t>𝐵</m:t>
                        </m:r>
                      </m:e>
                    </m:d>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𝐵</m:t>
                        </m:r>
                        <m:r>
                          <a:rPr lang="en-GB" b="0" i="1" dirty="0" smtClean="0">
                            <a:latin typeface="Cambria Math" panose="02040503050406030204" pitchFamily="18" charset="0"/>
                          </a:rPr>
                          <m:t>∨</m:t>
                        </m:r>
                        <m:r>
                          <a:rPr lang="en-GB" b="0" i="1" dirty="0" smtClean="0">
                            <a:latin typeface="Cambria Math" panose="02040503050406030204" pitchFamily="18" charset="0"/>
                          </a:rPr>
                          <m:t>𝐶</m:t>
                        </m:r>
                      </m:e>
                    </m:d>
                  </m:oMath>
                </a14:m>
                <a:r>
                  <a:rPr lang="en-GB" b="0" dirty="0"/>
                  <a:t> (Distributive Law)</a:t>
                </a:r>
              </a:p>
              <a:p>
                <a14:m>
                  <m:oMath xmlns:m="http://schemas.openxmlformats.org/officeDocument/2006/math">
                    <m:r>
                      <a:rPr lang="en-GB" b="0" i="1" smtClean="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𝐵</m:t>
                        </m:r>
                      </m:e>
                    </m:d>
                    <m:r>
                      <a:rPr lang="en-GB" i="1" dirty="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𝐶</m:t>
                        </m:r>
                      </m:e>
                    </m:d>
                    <m:r>
                      <a:rPr lang="en-GB" i="1" dirty="0">
                        <a:latin typeface="Cambria Math" panose="02040503050406030204" pitchFamily="18" charset="0"/>
                      </a:rPr>
                      <m:t>∧</m:t>
                    </m:r>
                    <m:r>
                      <a:rPr lang="en-GB" b="0" i="1" dirty="0" smtClean="0">
                        <a:latin typeface="Cambria Math" panose="02040503050406030204" pitchFamily="18" charset="0"/>
                      </a:rPr>
                      <m:t>𝐵</m:t>
                    </m:r>
                    <m:r>
                      <a:rPr lang="en-GB" i="1" dirty="0">
                        <a:latin typeface="Cambria Math" panose="02040503050406030204" pitchFamily="18" charset="0"/>
                      </a:rPr>
                      <m:t>∧</m:t>
                    </m:r>
                    <m:d>
                      <m:dPr>
                        <m:ctrlPr>
                          <a:rPr lang="en-GB" b="0" i="1" dirty="0" smtClean="0">
                            <a:latin typeface="Cambria Math" panose="02040503050406030204" pitchFamily="18" charset="0"/>
                          </a:rPr>
                        </m:ctrlPr>
                      </m:dPr>
                      <m:e>
                        <m:r>
                          <a:rPr lang="en-GB" i="1" dirty="0">
                            <a:latin typeface="Cambria Math" panose="02040503050406030204" pitchFamily="18" charset="0"/>
                          </a:rPr>
                          <m:t>𝐵</m:t>
                        </m:r>
                        <m:r>
                          <a:rPr lang="en-GB" i="1" dirty="0">
                            <a:latin typeface="Cambria Math" panose="02040503050406030204" pitchFamily="18" charset="0"/>
                          </a:rPr>
                          <m:t>∨</m:t>
                        </m:r>
                        <m:r>
                          <a:rPr lang="en-GB" i="1" dirty="0">
                            <a:latin typeface="Cambria Math" panose="02040503050406030204" pitchFamily="18" charset="0"/>
                          </a:rPr>
                          <m:t>𝐶</m:t>
                        </m:r>
                      </m:e>
                    </m:d>
                  </m:oMath>
                </a14:m>
                <a:r>
                  <a:rPr lang="en-GB" b="0" dirty="0"/>
                  <a:t> (Idempotent Law)</a:t>
                </a:r>
              </a:p>
              <a:p>
                <a14:m>
                  <m:oMath xmlns:m="http://schemas.openxmlformats.org/officeDocument/2006/math">
                    <m:r>
                      <a:rPr lang="en-GB" b="0" i="1" smtClean="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𝐵</m:t>
                        </m:r>
                      </m:e>
                    </m:d>
                    <m:r>
                      <a:rPr lang="en-GB" i="1" dirty="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𝐶</m:t>
                        </m:r>
                      </m:e>
                    </m:d>
                    <m:r>
                      <a:rPr lang="en-GB" i="1" dirty="0">
                        <a:latin typeface="Cambria Math" panose="02040503050406030204" pitchFamily="18" charset="0"/>
                      </a:rPr>
                      <m:t>∧</m:t>
                    </m:r>
                    <m:r>
                      <a:rPr lang="en-GB" i="1" dirty="0">
                        <a:latin typeface="Cambria Math" panose="02040503050406030204" pitchFamily="18" charset="0"/>
                      </a:rPr>
                      <m:t>𝐵</m:t>
                    </m:r>
                  </m:oMath>
                </a14:m>
                <a:r>
                  <a:rPr lang="en-GB" dirty="0"/>
                  <a:t> (Absorption Law)</a:t>
                </a:r>
              </a:p>
              <a:p>
                <a14:m>
                  <m:oMath xmlns:m="http://schemas.openxmlformats.org/officeDocument/2006/math">
                    <m:r>
                      <a:rPr lang="en-GB" b="0" i="1" smtClean="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𝐶</m:t>
                        </m:r>
                      </m:e>
                    </m:d>
                    <m:r>
                      <a:rPr lang="en-GB" i="1" dirty="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d>
                      <m:dPr>
                        <m:ctrlPr>
                          <a:rPr lang="en-GB" i="1" dirty="0">
                            <a:latin typeface="Cambria Math" panose="02040503050406030204" pitchFamily="18" charset="0"/>
                          </a:rPr>
                        </m:ctrlPr>
                      </m:dPr>
                      <m:e>
                        <m:r>
                          <a:rPr lang="en-GB" b="0" i="1" dirty="0" smtClean="0">
                            <a:latin typeface="Cambria Math" panose="02040503050406030204" pitchFamily="18" charset="0"/>
                          </a:rPr>
                          <m:t>𝐴</m:t>
                        </m:r>
                        <m:r>
                          <a:rPr lang="en-GB" i="1" dirty="0">
                            <a:latin typeface="Cambria Math" panose="02040503050406030204" pitchFamily="18" charset="0"/>
                          </a:rPr>
                          <m:t>∨</m:t>
                        </m:r>
                        <m:r>
                          <a:rPr lang="en-GB" b="0" i="1" dirty="0" smtClean="0">
                            <a:latin typeface="Cambria Math" panose="02040503050406030204" pitchFamily="18" charset="0"/>
                          </a:rPr>
                          <m:t>𝐵</m:t>
                        </m:r>
                      </m:e>
                    </m:d>
                  </m:oMath>
                </a14:m>
                <a:r>
                  <a:rPr lang="en-GB" dirty="0"/>
                  <a:t> </a:t>
                </a:r>
                <a:r>
                  <a:rPr lang="en-GB"/>
                  <a:t>(Commutative Law</a:t>
                </a:r>
                <a:r>
                  <a:rPr lang="en-GB" dirty="0"/>
                  <a:t>)</a:t>
                </a:r>
              </a:p>
              <a:p>
                <a14:m>
                  <m:oMath xmlns:m="http://schemas.openxmlformats.org/officeDocument/2006/math">
                    <m:r>
                      <a:rPr lang="en-GB" i="1">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𝐶</m:t>
                        </m:r>
                      </m:e>
                    </m:d>
                    <m:r>
                      <a:rPr lang="en-GB" i="1" dirty="0">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𝐵</m:t>
                        </m:r>
                        <m:r>
                          <a:rPr lang="en-GB" b="0" i="1" dirty="0" smtClean="0">
                            <a:latin typeface="Cambria Math" panose="02040503050406030204" pitchFamily="18" charset="0"/>
                          </a:rPr>
                          <m:t>∨</m:t>
                        </m:r>
                        <m:r>
                          <a:rPr lang="en-GB" b="0" i="1" dirty="0" smtClean="0">
                            <a:latin typeface="Cambria Math" panose="02040503050406030204" pitchFamily="18" charset="0"/>
                          </a:rPr>
                          <m:t>𝐴</m:t>
                        </m:r>
                      </m:e>
                    </m:d>
                  </m:oMath>
                </a14:m>
                <a:r>
                  <a:rPr lang="en-GB" dirty="0"/>
                  <a:t> (Commutative Law)</a:t>
                </a:r>
              </a:p>
              <a:p>
                <a14:m>
                  <m:oMath xmlns:m="http://schemas.openxmlformats.org/officeDocument/2006/math">
                    <m:r>
                      <a:rPr lang="en-GB" b="0" i="1" smtClean="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𝐶</m:t>
                        </m:r>
                      </m:e>
                    </m:d>
                    <m:r>
                      <a:rPr lang="en-GB" i="1" dirty="0">
                        <a:latin typeface="Cambria Math" panose="02040503050406030204" pitchFamily="18" charset="0"/>
                      </a:rPr>
                      <m:t>∧</m:t>
                    </m:r>
                    <m:r>
                      <a:rPr lang="en-GB" i="1">
                        <a:latin typeface="Cambria Math" panose="02040503050406030204" pitchFamily="18" charset="0"/>
                      </a:rPr>
                      <m:t>𝐵</m:t>
                    </m:r>
                  </m:oMath>
                </a14:m>
                <a:r>
                  <a:rPr lang="en-GB" dirty="0"/>
                  <a:t> (Absorption Law)</a:t>
                </a:r>
              </a:p>
              <a:p>
                <a:endParaRPr lang="en-GB" dirty="0"/>
              </a:p>
            </p:txBody>
          </p:sp>
        </mc:Choice>
        <mc:Fallback xmlns="">
          <p:sp>
            <p:nvSpPr>
              <p:cNvPr id="8" name="Content Placeholder 7">
                <a:extLst>
                  <a:ext uri="{FF2B5EF4-FFF2-40B4-BE49-F238E27FC236}">
                    <a16:creationId xmlns:a16="http://schemas.microsoft.com/office/drawing/2014/main" id="{531B09BE-24E6-1C1E-F69A-0C7F1068ABE3}"/>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535614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B78AE-77B4-62D3-2D7A-65D66B357A26}"/>
              </a:ext>
            </a:extLst>
          </p:cNvPr>
          <p:cNvSpPr>
            <a:spLocks noGrp="1"/>
          </p:cNvSpPr>
          <p:nvPr>
            <p:ph type="title"/>
          </p:nvPr>
        </p:nvSpPr>
        <p:spPr/>
        <p:txBody>
          <a:bodyPr/>
          <a:lstStyle/>
          <a:p>
            <a:r>
              <a:rPr lang="en-GB" dirty="0"/>
              <a:t>Examples: Simplifying Boolean Expressions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53DBAF-A693-02E1-F3B9-96AAFF6836E7}"/>
                  </a:ext>
                </a:extLst>
              </p:cNvPr>
              <p:cNvSpPr>
                <a:spLocks noGrp="1"/>
              </p:cNvSpPr>
              <p:nvPr>
                <p:ph idx="1"/>
              </p:nvPr>
            </p:nvSpPr>
            <p:spPr/>
            <p:txBody>
              <a:bodyPr>
                <a:normAutofit fontScale="85000" lnSpcReduction="20000"/>
              </a:bodyPr>
              <a:lstStyle/>
              <a:p>
                <a14:m>
                  <m:oMath xmlns:m="http://schemas.openxmlformats.org/officeDocument/2006/math">
                    <m:r>
                      <m:rPr>
                        <m:sty m:val="p"/>
                      </m:rPr>
                      <a:rPr lang="en-GB" b="0" i="0" smtClean="0">
                        <a:latin typeface="Cambria Math" panose="02040503050406030204" pitchFamily="18" charset="0"/>
                      </a:rPr>
                      <m:t>F</m:t>
                    </m:r>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𝐶</m:t>
                        </m:r>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a14:m>
                <a:endParaRPr lang="en-GB" dirty="0"/>
              </a:p>
              <a:p>
                <a:r>
                  <a:rPr lang="en-GB" dirty="0"/>
                  <a:t>2</a:t>
                </a:r>
                <a:r>
                  <a:rPr lang="en-GB" baseline="30000" dirty="0"/>
                  <a:t>nd</a:t>
                </a:r>
                <a:r>
                  <a:rPr lang="en-GB" dirty="0"/>
                  <a:t> term:</a:t>
                </a:r>
                <a14:m>
                  <m:oMath xmlns:m="http://schemas.openxmlformats.org/officeDocument/2006/math">
                    <m:r>
                      <a:rPr lang="en-GB" i="1">
                        <a:latin typeface="Cambria Math" panose="02040503050406030204" pitchFamily="18" charset="0"/>
                      </a:rPr>
                      <m:t>¬</m:t>
                    </m:r>
                    <m:d>
                      <m:dPr>
                        <m:ctrlPr>
                          <a:rPr lang="en-GB" i="1">
                            <a:latin typeface="Cambria Math" panose="02040503050406030204" pitchFamily="18" charset="0"/>
                          </a:rPr>
                        </m:ctrlPr>
                      </m:dPr>
                      <m:e>
                        <m:d>
                          <m:dPr>
                            <m:ctrlPr>
                              <a:rPr lang="en-GB" i="1">
                                <a:latin typeface="Cambria Math" panose="02040503050406030204" pitchFamily="18" charset="0"/>
                              </a:rPr>
                            </m:ctrlPr>
                          </m:dPr>
                          <m:e>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e>
                        </m:d>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𝐶</m:t>
                            </m:r>
                          </m:e>
                        </m:d>
                      </m:e>
                    </m:d>
                    <m:r>
                      <a:rPr lang="en-GB" i="1">
                        <a:latin typeface="Cambria Math" panose="02040503050406030204" pitchFamily="18" charset="0"/>
                      </a:rPr>
                      <m:t>=</m:t>
                    </m:r>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e>
                    </m:d>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𝐶</m:t>
                    </m:r>
                    <m:r>
                      <a:rPr lang="en-GB" i="1">
                        <a:latin typeface="Cambria Math" panose="02040503050406030204" pitchFamily="18" charset="0"/>
                      </a:rPr>
                      <m:t>)</m:t>
                    </m:r>
                  </m:oMath>
                </a14:m>
                <a:r>
                  <a:rPr lang="en-GB" dirty="0"/>
                  <a:t>(De Morgan’s Law)</a:t>
                </a:r>
              </a:p>
              <a:p>
                <a14:m>
                  <m:oMath xmlns:m="http://schemas.openxmlformats.org/officeDocument/2006/math">
                    <m:r>
                      <a:rPr lang="en-GB" b="0" i="1" smtClean="0">
                        <a:latin typeface="Cambria Math" panose="02040503050406030204" pitchFamily="18" charset="0"/>
                      </a:rPr>
                      <m:t>=</m:t>
                    </m:r>
                    <m:d>
                      <m:dPr>
                        <m:ctrlPr>
                          <a:rPr lang="en-GB" i="1">
                            <a:latin typeface="Cambria Math" panose="02040503050406030204" pitchFamily="18" charset="0"/>
                          </a:rPr>
                        </m:ctrlPr>
                      </m:dPr>
                      <m:e>
                        <m:r>
                          <a:rPr lang="en-GB" b="0" i="1" smtClean="0">
                            <a:latin typeface="Cambria Math" panose="02040503050406030204" pitchFamily="18" charset="0"/>
                          </a:rPr>
                          <m:t>¬</m:t>
                        </m:r>
                        <m:r>
                          <a:rPr lang="en-GB" i="1">
                            <a:latin typeface="Cambria Math" panose="02040503050406030204" pitchFamily="18" charset="0"/>
                          </a:rPr>
                          <m:t>𝐴</m:t>
                        </m:r>
                        <m:r>
                          <a:rPr lang="en-GB" b="0" i="1" smtClean="0">
                            <a:latin typeface="Cambria Math" panose="02040503050406030204" pitchFamily="18" charset="0"/>
                          </a:rPr>
                          <m:t>∨¬</m:t>
                        </m:r>
                        <m:r>
                          <a:rPr lang="en-GB" i="1">
                            <a:latin typeface="Cambria Math" panose="02040503050406030204" pitchFamily="18" charset="0"/>
                          </a:rPr>
                          <m:t>𝐵</m:t>
                        </m:r>
                      </m:e>
                    </m:d>
                    <m:r>
                      <a:rPr lang="en-GB" i="1">
                        <a:latin typeface="Cambria Math" panose="02040503050406030204" pitchFamily="18" charset="0"/>
                      </a:rPr>
                      <m:t>∧(</m:t>
                    </m:r>
                    <m:r>
                      <a:rPr lang="en-GB" b="0" i="1" smtClean="0">
                        <a:latin typeface="Cambria Math" panose="02040503050406030204" pitchFamily="18" charset="0"/>
                      </a:rPr>
                      <m:t>¬</m:t>
                    </m:r>
                    <m:r>
                      <a:rPr lang="en-GB" i="1">
                        <a:latin typeface="Cambria Math" panose="02040503050406030204" pitchFamily="18" charset="0"/>
                      </a:rPr>
                      <m:t>𝐴</m:t>
                    </m:r>
                    <m:r>
                      <a:rPr lang="en-GB" b="0" i="1" smtClean="0">
                        <a:latin typeface="Cambria Math" panose="02040503050406030204" pitchFamily="18" charset="0"/>
                      </a:rPr>
                      <m:t>∨¬</m:t>
                    </m:r>
                    <m:r>
                      <a:rPr lang="en-GB" i="1">
                        <a:latin typeface="Cambria Math" panose="02040503050406030204" pitchFamily="18" charset="0"/>
                      </a:rPr>
                      <m:t>𝐶</m:t>
                    </m:r>
                    <m:r>
                      <a:rPr lang="en-GB" i="1">
                        <a:latin typeface="Cambria Math" panose="02040503050406030204" pitchFamily="18" charset="0"/>
                      </a:rPr>
                      <m:t>) </m:t>
                    </m:r>
                  </m:oMath>
                </a14:m>
                <a:r>
                  <a:rPr lang="en-GB" dirty="0"/>
                  <a:t>(De Morgan’s Law)</a:t>
                </a: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𝐶</m:t>
                            </m:r>
                          </m:e>
                        </m:d>
                      </m:e>
                    </m:d>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b="0" i="1" smtClean="0">
                            <a:latin typeface="Cambria Math" panose="02040503050406030204" pitchFamily="18" charset="0"/>
                          </a:rPr>
                          <m:t>𝐵</m:t>
                        </m:r>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𝐶</m:t>
                            </m:r>
                          </m:e>
                        </m:d>
                      </m:e>
                    </m:d>
                  </m:oMath>
                </a14:m>
                <a:r>
                  <a:rPr lang="en-GB" dirty="0"/>
                  <a:t> (Distributive Law)</a:t>
                </a: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e>
                    </m:d>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b="0" i="1" smtClean="0">
                            <a:latin typeface="Cambria Math" panose="02040503050406030204" pitchFamily="18" charset="0"/>
                          </a:rPr>
                          <m:t>𝐶</m:t>
                        </m:r>
                      </m:e>
                    </m:d>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b="0" i="1" smtClean="0">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𝐴</m:t>
                        </m:r>
                      </m:e>
                    </m:d>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b="0" i="1" smtClean="0">
                            <a:latin typeface="Cambria Math" panose="02040503050406030204" pitchFamily="18" charset="0"/>
                          </a:rPr>
                          <m:t>𝐵</m:t>
                        </m:r>
                        <m:r>
                          <a:rPr lang="en-GB" i="1">
                            <a:latin typeface="Cambria Math" panose="02040503050406030204" pitchFamily="18" charset="0"/>
                          </a:rPr>
                          <m:t>∧¬</m:t>
                        </m:r>
                        <m:r>
                          <a:rPr lang="en-GB" b="0" i="1" smtClean="0">
                            <a:latin typeface="Cambria Math" panose="02040503050406030204" pitchFamily="18" charset="0"/>
                          </a:rPr>
                          <m:t>𝐶</m:t>
                        </m:r>
                      </m:e>
                    </m:d>
                    <m:r>
                      <a:rPr lang="en-GB" b="0" i="1" smtClean="0">
                        <a:latin typeface="Cambria Math" panose="02040503050406030204" pitchFamily="18" charset="0"/>
                      </a:rPr>
                      <m:t> </m:t>
                    </m:r>
                  </m:oMath>
                </a14:m>
                <a:r>
                  <a:rPr lang="en-GB" dirty="0"/>
                  <a:t>(Distributive Law)</a:t>
                </a:r>
              </a:p>
              <a:p>
                <a14:m>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𝐴</m:t>
                    </m:r>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𝐶</m:t>
                        </m:r>
                      </m:e>
                    </m:d>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𝐴</m:t>
                        </m:r>
                      </m:e>
                    </m:d>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𝐶</m:t>
                        </m:r>
                      </m:e>
                    </m:d>
                  </m:oMath>
                </a14:m>
                <a:r>
                  <a:rPr lang="en-GB" dirty="0"/>
                  <a:t> (Idempotent Law)</a:t>
                </a:r>
              </a:p>
              <a:p>
                <a14:m>
                  <m:oMath xmlns:m="http://schemas.openxmlformats.org/officeDocument/2006/math">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b="0" i="1" smtClean="0">
                            <a:latin typeface="Cambria Math" panose="02040503050406030204" pitchFamily="18" charset="0"/>
                          </a:rPr>
                          <m:t>𝐴</m:t>
                        </m:r>
                        <m:r>
                          <a:rPr lang="en-GB" i="1">
                            <a:latin typeface="Cambria Math" panose="02040503050406030204" pitchFamily="18" charset="0"/>
                          </a:rPr>
                          <m:t>∧¬</m:t>
                        </m:r>
                        <m:r>
                          <a:rPr lang="en-GB" b="0" i="1" smtClean="0">
                            <a:latin typeface="Cambria Math" panose="02040503050406030204" pitchFamily="18" charset="0"/>
                          </a:rPr>
                          <m:t>𝐵</m:t>
                        </m:r>
                      </m:e>
                    </m:d>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𝐶</m:t>
                        </m:r>
                      </m:e>
                    </m:d>
                  </m:oMath>
                </a14:m>
                <a:r>
                  <a:rPr lang="en-GB" dirty="0"/>
                  <a:t> (Absorption &amp; Commutative Laws)</a:t>
                </a:r>
              </a:p>
              <a:p>
                <a14:m>
                  <m:oMath xmlns:m="http://schemas.openxmlformats.org/officeDocument/2006/math">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𝐶</m:t>
                    </m:r>
                    <m:r>
                      <a:rPr lang="en-GB" i="1">
                        <a:latin typeface="Cambria Math" panose="02040503050406030204" pitchFamily="18" charset="0"/>
                      </a:rPr>
                      <m:t>)</m:t>
                    </m:r>
                  </m:oMath>
                </a14:m>
                <a:r>
                  <a:rPr lang="en-GB" dirty="0"/>
                  <a:t> (Absorption Law)</a:t>
                </a:r>
              </a:p>
              <a:p>
                <a:r>
                  <a:rPr lang="en-GB" b="0" dirty="0"/>
                  <a:t>Therefore, </a:t>
                </a:r>
                <a14:m>
                  <m:oMath xmlns:m="http://schemas.openxmlformats.org/officeDocument/2006/math">
                    <m:r>
                      <m:rPr>
                        <m:sty m:val="p"/>
                      </m:rPr>
                      <a:rPr lang="en-GB" b="0" i="0" smtClean="0">
                        <a:latin typeface="Cambria Math" panose="02040503050406030204" pitchFamily="18" charset="0"/>
                      </a:rPr>
                      <m:t>F</m:t>
                    </m:r>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e>
                    </m:d>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𝐶</m:t>
                    </m:r>
                    <m:r>
                      <a:rPr lang="en-GB" i="1">
                        <a:latin typeface="Cambria Math" panose="02040503050406030204" pitchFamily="18" charset="0"/>
                      </a:rPr>
                      <m:t>)</m:t>
                    </m:r>
                  </m:oMath>
                </a14:m>
                <a:endParaRPr lang="en-GB" dirty="0"/>
              </a:p>
              <a:p>
                <a14:m>
                  <m:oMath xmlns:m="http://schemas.openxmlformats.org/officeDocument/2006/math">
                    <m:r>
                      <m:rPr>
                        <m:sty m:val="p"/>
                      </m:rPr>
                      <a:rPr lang="en-GB">
                        <a:latin typeface="Cambria Math" panose="02040503050406030204" pitchFamily="18" charset="0"/>
                      </a:rPr>
                      <m:t>F</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e>
                        </m:d>
                      </m:e>
                    </m:d>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a14:m>
                <a:r>
                  <a:rPr lang="en-GB" dirty="0"/>
                  <a:t> (Commutative and Associative Laws)</a:t>
                </a:r>
              </a:p>
              <a:p>
                <a14:m>
                  <m:oMath xmlns:m="http://schemas.openxmlformats.org/officeDocument/2006/math">
                    <m:r>
                      <m:rPr>
                        <m:sty m:val="p"/>
                      </m:rPr>
                      <a:rPr lang="en-GB" b="0" i="0" smtClean="0">
                        <a:latin typeface="Cambria Math" panose="02040503050406030204" pitchFamily="18" charset="0"/>
                      </a:rPr>
                      <m:t>F</m:t>
                    </m:r>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m:rPr>
                        <m:sty m:val="p"/>
                      </m:rPr>
                      <a:rPr lang="en-GB" i="1">
                        <a:latin typeface="Cambria Math" panose="02040503050406030204" pitchFamily="18" charset="0"/>
                      </a:rPr>
                      <m:t>C</m:t>
                    </m:r>
                    <m:r>
                      <a:rPr lang="en-GB" i="1">
                        <a:latin typeface="Cambria Math" panose="02040503050406030204" pitchFamily="18" charset="0"/>
                      </a:rPr>
                      <m:t>)</m:t>
                    </m:r>
                  </m:oMath>
                </a14:m>
                <a:r>
                  <a:rPr lang="en-GB" dirty="0"/>
                  <a:t> (Absorption Law)</a:t>
                </a:r>
              </a:p>
              <a:p>
                <a:endParaRPr lang="en-GB" dirty="0"/>
              </a:p>
              <a:p>
                <a:endParaRPr lang="en-GB" dirty="0"/>
              </a:p>
            </p:txBody>
          </p:sp>
        </mc:Choice>
        <mc:Fallback xmlns="">
          <p:sp>
            <p:nvSpPr>
              <p:cNvPr id="3" name="Content Placeholder 2">
                <a:extLst>
                  <a:ext uri="{FF2B5EF4-FFF2-40B4-BE49-F238E27FC236}">
                    <a16:creationId xmlns:a16="http://schemas.microsoft.com/office/drawing/2014/main" id="{9B53DBAF-A693-02E1-F3B9-96AAFF6836E7}"/>
                  </a:ext>
                </a:extLst>
              </p:cNvPr>
              <p:cNvSpPr>
                <a:spLocks noGrp="1" noRot="1" noChangeAspect="1" noMove="1" noResize="1" noEditPoints="1" noAdjustHandles="1" noChangeArrowheads="1" noChangeShapeType="1" noTextEdit="1"/>
              </p:cNvSpPr>
              <p:nvPr>
                <p:ph idx="1"/>
              </p:nvPr>
            </p:nvSpPr>
            <p:spPr>
              <a:blipFill>
                <a:blip r:embed="rId2"/>
                <a:stretch>
                  <a:fillRect l="-812" t="-1541" b="-3501"/>
                </a:stretch>
              </a:blipFill>
            </p:spPr>
            <p:txBody>
              <a:bodyPr/>
              <a:lstStyle/>
              <a:p>
                <a:r>
                  <a:rPr lang="en-GB">
                    <a:noFill/>
                  </a:rPr>
                  <a:t> </a:t>
                </a:r>
              </a:p>
            </p:txBody>
          </p:sp>
        </mc:Fallback>
      </mc:AlternateContent>
    </p:spTree>
    <p:extLst>
      <p:ext uri="{BB962C8B-B14F-4D97-AF65-F5344CB8AC3E}">
        <p14:creationId xmlns:p14="http://schemas.microsoft.com/office/powerpoint/2010/main" val="38602129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597912-1750-2D8C-DC0D-6F77E112C8E2}"/>
              </a:ext>
            </a:extLst>
          </p:cNvPr>
          <p:cNvSpPr>
            <a:spLocks noGrp="1"/>
          </p:cNvSpPr>
          <p:nvPr>
            <p:ph type="title"/>
          </p:nvPr>
        </p:nvSpPr>
        <p:spPr/>
        <p:txBody>
          <a:bodyPr/>
          <a:lstStyle/>
          <a:p>
            <a:r>
              <a:rPr lang="en-GB" dirty="0"/>
              <a:t>Exercise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62A4EC-71CD-AB63-B2CB-7F9D3B6F8F0C}"/>
                  </a:ext>
                </a:extLst>
              </p:cNvPr>
              <p:cNvSpPr>
                <a:spLocks noGrp="1"/>
              </p:cNvSpPr>
              <p:nvPr>
                <p:ph idx="1"/>
              </p:nvPr>
            </p:nvSpPr>
            <p:spPr/>
            <p:txBody>
              <a:bodyPr/>
              <a:lstStyle/>
              <a:p>
                <a:r>
                  <a:rPr lang="en-GB" dirty="0"/>
                  <a:t>Simplify the following expressions using Boolean algebraic laws:</a:t>
                </a:r>
              </a:p>
              <a:p>
                <a:pPr marL="514350" indent="-514350">
                  <a:buFont typeface="+mj-lt"/>
                  <a:buAutoNum type="arabicPeriod"/>
                </a:pPr>
                <a:r>
                  <a:rPr lang="en-GB" b="0" dirty="0"/>
                  <a:t> </a:t>
                </a:r>
                <a14:m>
                  <m:oMath xmlns:m="http://schemas.openxmlformats.org/officeDocument/2006/math">
                    <m:r>
                      <m:rPr>
                        <m:sty m:val="p"/>
                      </m:rPr>
                      <a:rPr lang="en-GB" b="0" i="0" smtClean="0">
                        <a:latin typeface="Cambria Math" panose="02040503050406030204" pitchFamily="18" charset="0"/>
                      </a:rPr>
                      <m:t>F</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e>
                    </m:d>
                  </m:oMath>
                </a14:m>
                <a:endParaRPr lang="en-GB" b="0" dirty="0"/>
              </a:p>
              <a:p>
                <a:pPr marL="514350" indent="-514350">
                  <a:buFont typeface="+mj-lt"/>
                  <a:buAutoNum type="arabicPeriod"/>
                </a:pPr>
                <a:r>
                  <a:rPr lang="en-GB" b="0" dirty="0"/>
                  <a:t> </a:t>
                </a:r>
                <a14:m>
                  <m:oMath xmlns:m="http://schemas.openxmlformats.org/officeDocument/2006/math">
                    <m:r>
                      <m:rPr>
                        <m:sty m:val="p"/>
                      </m:rPr>
                      <a:rPr lang="en-GB" b="0" i="0" smtClean="0">
                        <a:latin typeface="Cambria Math" panose="02040503050406030204" pitchFamily="18" charset="0"/>
                      </a:rPr>
                      <m:t>F</m:t>
                    </m:r>
                    <m:r>
                      <a:rPr lang="en-GB" b="0" i="0"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𝐶</m:t>
                        </m:r>
                      </m:e>
                    </m:d>
                  </m:oMath>
                </a14:m>
                <a:endParaRPr lang="en-GB" b="0"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DD62A4EC-71CD-AB63-B2CB-7F9D3B6F8F0C}"/>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37008720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071A405-254D-47A9-9F3A-CF85960A930B}"/>
              </a:ext>
            </a:extLst>
          </p:cNvPr>
          <p:cNvSpPr>
            <a:spLocks noGrp="1"/>
          </p:cNvSpPr>
          <p:nvPr>
            <p:ph type="title"/>
          </p:nvPr>
        </p:nvSpPr>
        <p:spPr/>
        <p:txBody>
          <a:bodyPr/>
          <a:lstStyle/>
          <a:p>
            <a:r>
              <a:rPr lang="en-GB" dirty="0"/>
              <a:t>The Expressive Power of NAND</a:t>
            </a:r>
          </a:p>
        </p:txBody>
      </p:sp>
      <p:sp>
        <p:nvSpPr>
          <p:cNvPr id="5" name="Text Placeholder 4">
            <a:extLst>
              <a:ext uri="{FF2B5EF4-FFF2-40B4-BE49-F238E27FC236}">
                <a16:creationId xmlns:a16="http://schemas.microsoft.com/office/drawing/2014/main" id="{B5F0EFD7-A5E2-0554-690D-BB7E07816793}"/>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39499941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AE7AC-0ADD-C424-295F-4068D4707C2C}"/>
              </a:ext>
            </a:extLst>
          </p:cNvPr>
          <p:cNvSpPr>
            <a:spLocks noGrp="1"/>
          </p:cNvSpPr>
          <p:nvPr>
            <p:ph type="title"/>
          </p:nvPr>
        </p:nvSpPr>
        <p:spPr/>
        <p:txBody>
          <a:bodyPr/>
          <a:lstStyle/>
          <a:p>
            <a:r>
              <a:rPr lang="en-GB" dirty="0"/>
              <a:t>The Expressive Power of NAND</a:t>
            </a:r>
            <a:r>
              <a:rPr lang="zh-CN" altLang="en-US" dirty="0"/>
              <a:t>（与非门）</a:t>
            </a:r>
            <a:endParaRPr lang="en-GB" dirty="0"/>
          </a:p>
        </p:txBody>
      </p:sp>
      <mc:AlternateContent xmlns:mc="http://schemas.openxmlformats.org/markup-compatibility/2006">
        <mc:Choice xmlns:a14="http://schemas.microsoft.com/office/drawing/2010/main" Requires="a14">
          <p:sp>
            <p:nvSpPr>
              <p:cNvPr id="5" name="Content Placeholder 4">
                <a:extLst>
                  <a:ext uri="{FF2B5EF4-FFF2-40B4-BE49-F238E27FC236}">
                    <a16:creationId xmlns:a16="http://schemas.microsoft.com/office/drawing/2014/main" id="{8F0FA66A-5E86-7DA0-3887-8161C95CD9B7}"/>
                  </a:ext>
                </a:extLst>
              </p:cNvPr>
              <p:cNvSpPr>
                <a:spLocks noGrp="1"/>
              </p:cNvSpPr>
              <p:nvPr>
                <p:ph idx="1"/>
              </p:nvPr>
            </p:nvSpPr>
            <p:spPr>
              <a:xfrm>
                <a:off x="838200" y="4032189"/>
                <a:ext cx="10515600" cy="2144774"/>
              </a:xfrm>
            </p:spPr>
            <p:txBody>
              <a:bodyPr/>
              <a:lstStyle/>
              <a:p>
                <a:r>
                  <a:rPr lang="en-GB" dirty="0"/>
                  <a:t>Any logical operator can be expressed using NANDs only</a:t>
                </a:r>
              </a:p>
              <a:p>
                <a:r>
                  <a:rPr lang="en-GB" dirty="0">
                    <a:solidFill>
                      <a:schemeClr val="accent2"/>
                    </a:solidFill>
                  </a:rPr>
                  <a:t>NAND =  </a:t>
                </a:r>
                <a:r>
                  <a:rPr lang="en-US" altLang="zh-CN" dirty="0">
                    <a:solidFill>
                      <a:schemeClr val="accent2"/>
                    </a:solidFill>
                  </a:rPr>
                  <a:t> </a:t>
                </a:r>
                <a14:m>
                  <m:oMath xmlns:m="http://schemas.openxmlformats.org/officeDocument/2006/math">
                    <m:acc>
                      <m:accPr>
                        <m:chr m:val="̅"/>
                        <m:ctrlPr>
                          <a:rPr lang="en-GB" altLang="zh-CN" i="1">
                            <a:solidFill>
                              <a:schemeClr val="accent2"/>
                            </a:solidFill>
                            <a:latin typeface="Cambria Math" panose="02040503050406030204" pitchFamily="18" charset="0"/>
                          </a:rPr>
                        </m:ctrlPr>
                      </m:accPr>
                      <m:e>
                        <m:r>
                          <a:rPr lang="en-US" altLang="zh-CN" i="1">
                            <a:solidFill>
                              <a:schemeClr val="accent2"/>
                            </a:solidFill>
                            <a:latin typeface="Cambria Math" panose="02040503050406030204" pitchFamily="18" charset="0"/>
                          </a:rPr>
                          <m:t>𝐴</m:t>
                        </m:r>
                        <m:r>
                          <a:rPr lang="en-GB" altLang="zh-CN" i="1">
                            <a:solidFill>
                              <a:schemeClr val="accent2"/>
                            </a:solidFill>
                            <a:latin typeface="Cambria Math" panose="02040503050406030204" pitchFamily="18" charset="0"/>
                          </a:rPr>
                          <m:t>∧</m:t>
                        </m:r>
                        <m:r>
                          <a:rPr lang="en-US" altLang="zh-CN" b="0" i="1" smtClean="0">
                            <a:solidFill>
                              <a:schemeClr val="accent2"/>
                            </a:solidFill>
                            <a:latin typeface="Cambria Math" panose="02040503050406030204" pitchFamily="18" charset="0"/>
                          </a:rPr>
                          <m:t>𝐵</m:t>
                        </m:r>
                      </m:e>
                    </m:acc>
                  </m:oMath>
                </a14:m>
                <a:endParaRPr lang="en-GB" b="0" dirty="0"/>
              </a:p>
              <a:p>
                <a:pPr lvl="1"/>
                <a:endParaRPr lang="en-GB" dirty="0"/>
              </a:p>
            </p:txBody>
          </p:sp>
        </mc:Choice>
        <mc:Fallback>
          <p:sp>
            <p:nvSpPr>
              <p:cNvPr id="5" name="Content Placeholder 4">
                <a:extLst>
                  <a:ext uri="{FF2B5EF4-FFF2-40B4-BE49-F238E27FC236}">
                    <a16:creationId xmlns:a16="http://schemas.microsoft.com/office/drawing/2014/main" id="{8F0FA66A-5E86-7DA0-3887-8161C95CD9B7}"/>
                  </a:ext>
                </a:extLst>
              </p:cNvPr>
              <p:cNvSpPr>
                <a:spLocks noGrp="1" noRot="1" noChangeAspect="1" noMove="1" noResize="1" noEditPoints="1" noAdjustHandles="1" noChangeArrowheads="1" noChangeShapeType="1" noTextEdit="1"/>
              </p:cNvSpPr>
              <p:nvPr>
                <p:ph idx="1"/>
              </p:nvPr>
            </p:nvSpPr>
            <p:spPr>
              <a:xfrm>
                <a:off x="838200" y="4032189"/>
                <a:ext cx="10515600" cy="2144774"/>
              </a:xfrm>
              <a:blipFill>
                <a:blip r:embed="rId2"/>
                <a:stretch>
                  <a:fillRect l="-1043" t="-454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FB5C45F1-DEAE-7814-BEEF-FE6D336EF74D}"/>
                  </a:ext>
                </a:extLst>
              </p:cNvPr>
              <p:cNvGraphicFramePr>
                <a:graphicFrameLocks noGrp="1"/>
              </p:cNvGraphicFramePr>
              <p:nvPr/>
            </p:nvGraphicFramePr>
            <p:xfrm>
              <a:off x="3860800" y="1939808"/>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Choice>
        <mc:Fallback xmlns="">
          <p:graphicFrame>
            <p:nvGraphicFramePr>
              <p:cNvPr id="6" name="Table 5">
                <a:extLst>
                  <a:ext uri="{FF2B5EF4-FFF2-40B4-BE49-F238E27FC236}">
                    <a16:creationId xmlns:a16="http://schemas.microsoft.com/office/drawing/2014/main" id="{FB5C45F1-DEAE-7814-BEEF-FE6D336EF74D}"/>
                  </a:ext>
                </a:extLst>
              </p:cNvPr>
              <p:cNvGraphicFramePr>
                <a:graphicFrameLocks noGrp="1"/>
              </p:cNvGraphicFramePr>
              <p:nvPr>
                <p:extLst>
                  <p:ext uri="{D42A27DB-BD31-4B8C-83A1-F6EECF244321}">
                    <p14:modId xmlns:p14="http://schemas.microsoft.com/office/powerpoint/2010/main" val="3164842546"/>
                  </p:ext>
                </p:extLst>
              </p:nvPr>
            </p:nvGraphicFramePr>
            <p:xfrm>
              <a:off x="3860800" y="1939808"/>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endParaRPr lang="en-US"/>
                        </a:p>
                      </a:txBody>
                      <a:tcPr>
                        <a:blipFill>
                          <a:blip r:embed="rId3"/>
                          <a:stretch>
                            <a:fillRect l="-201439" t="-8197" r="-719" b="-42131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D2E6D723-9187-2F7B-6814-9E3981FB19FF}"/>
                  </a:ext>
                </a:extLst>
              </p:cNvPr>
              <p:cNvGraphicFramePr>
                <a:graphicFrameLocks noGrp="1"/>
              </p:cNvGraphicFramePr>
              <p:nvPr/>
            </p:nvGraphicFramePr>
            <p:xfrm>
              <a:off x="6757276" y="1939806"/>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Choice>
        <mc:Fallback xmlns="">
          <p:graphicFrame>
            <p:nvGraphicFramePr>
              <p:cNvPr id="7" name="Table 6">
                <a:extLst>
                  <a:ext uri="{FF2B5EF4-FFF2-40B4-BE49-F238E27FC236}">
                    <a16:creationId xmlns:a16="http://schemas.microsoft.com/office/drawing/2014/main" id="{D2E6D723-9187-2F7B-6814-9E3981FB19FF}"/>
                  </a:ext>
                </a:extLst>
              </p:cNvPr>
              <p:cNvGraphicFramePr>
                <a:graphicFrameLocks noGrp="1"/>
              </p:cNvGraphicFramePr>
              <p:nvPr>
                <p:extLst>
                  <p:ext uri="{D42A27DB-BD31-4B8C-83A1-F6EECF244321}">
                    <p14:modId xmlns:p14="http://schemas.microsoft.com/office/powerpoint/2010/main" val="2013784408"/>
                  </p:ext>
                </p:extLst>
              </p:nvPr>
            </p:nvGraphicFramePr>
            <p:xfrm>
              <a:off x="6757276" y="1939806"/>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endParaRPr lang="en-US"/>
                        </a:p>
                      </a:txBody>
                      <a:tcPr>
                        <a:blipFill>
                          <a:blip r:embed="rId4"/>
                          <a:stretch>
                            <a:fillRect l="-201439" t="-8197" r="-719" b="-42131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5898638B-3F80-28E4-65C3-620AAB98774A}"/>
                  </a:ext>
                </a:extLst>
              </p:cNvPr>
              <p:cNvGraphicFramePr>
                <a:graphicFrameLocks noGrp="1"/>
              </p:cNvGraphicFramePr>
              <p:nvPr/>
            </p:nvGraphicFramePr>
            <p:xfrm>
              <a:off x="1079499" y="1939806"/>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acc>
                                  <m:accPr>
                                    <m:chr m:val="̅"/>
                                    <m:ctrlPr>
                                      <a:rPr lang="en-GB" i="1" smtClean="0">
                                        <a:latin typeface="Cambria Math" panose="02040503050406030204" pitchFamily="18" charset="0"/>
                                      </a:rPr>
                                    </m:ctrlPr>
                                  </m:accPr>
                                  <m:e>
                                    <m:r>
                                      <a:rPr lang="en-GB" b="1" i="1" smtClean="0">
                                        <a:latin typeface="Cambria Math" panose="02040503050406030204" pitchFamily="18" charset="0"/>
                                      </a:rPr>
                                      <m:t>∧</m:t>
                                    </m:r>
                                  </m:e>
                                </m:acc>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Choice>
        <mc:Fallback xmlns="">
          <p:graphicFrame>
            <p:nvGraphicFramePr>
              <p:cNvPr id="8" name="Table 7">
                <a:extLst>
                  <a:ext uri="{FF2B5EF4-FFF2-40B4-BE49-F238E27FC236}">
                    <a16:creationId xmlns:a16="http://schemas.microsoft.com/office/drawing/2014/main" id="{5898638B-3F80-28E4-65C3-620AAB98774A}"/>
                  </a:ext>
                </a:extLst>
              </p:cNvPr>
              <p:cNvGraphicFramePr>
                <a:graphicFrameLocks noGrp="1"/>
              </p:cNvGraphicFramePr>
              <p:nvPr>
                <p:extLst>
                  <p:ext uri="{D42A27DB-BD31-4B8C-83A1-F6EECF244321}">
                    <p14:modId xmlns:p14="http://schemas.microsoft.com/office/powerpoint/2010/main" val="3471825624"/>
                  </p:ext>
                </p:extLst>
              </p:nvPr>
            </p:nvGraphicFramePr>
            <p:xfrm>
              <a:off x="1079499" y="1939806"/>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endParaRPr lang="en-US"/>
                        </a:p>
                      </a:txBody>
                      <a:tcPr>
                        <a:blipFill>
                          <a:blip r:embed="rId5"/>
                          <a:stretch>
                            <a:fillRect l="-200719" t="-8197" r="-719" b="-42131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FB49382D-F83E-C3BC-21ED-C4B402BFF1E2}"/>
                  </a:ext>
                </a:extLst>
              </p:cNvPr>
              <p:cNvGraphicFramePr>
                <a:graphicFrameLocks noGrp="1"/>
              </p:cNvGraphicFramePr>
              <p:nvPr/>
            </p:nvGraphicFramePr>
            <p:xfrm>
              <a:off x="9538577" y="1939804"/>
              <a:ext cx="1815224" cy="1105959"/>
            </p:xfrm>
            <a:graphic>
              <a:graphicData uri="http://schemas.openxmlformats.org/drawingml/2006/table">
                <a:tbl>
                  <a:tblPr firstRow="1" bandRow="1">
                    <a:tableStyleId>{7E9639D4-E3E2-4D34-9284-5A2195B3D0D7}</a:tableStyleId>
                  </a:tblPr>
                  <a:tblGrid>
                    <a:gridCol w="907612">
                      <a:extLst>
                        <a:ext uri="{9D8B030D-6E8A-4147-A177-3AD203B41FA5}">
                          <a16:colId xmlns:a16="http://schemas.microsoft.com/office/drawing/2014/main" val="3097694796"/>
                        </a:ext>
                      </a:extLst>
                    </a:gridCol>
                    <a:gridCol w="907612">
                      <a:extLst>
                        <a:ext uri="{9D8B030D-6E8A-4147-A177-3AD203B41FA5}">
                          <a16:colId xmlns:a16="http://schemas.microsoft.com/office/drawing/2014/main" val="479170585"/>
                        </a:ext>
                      </a:extLst>
                    </a:gridCol>
                  </a:tblGrid>
                  <a:tr h="368653">
                    <a:tc>
                      <a:txBody>
                        <a:bodyPr/>
                        <a:lstStyle/>
                        <a:p>
                          <a:pPr algn="ctr"/>
                          <a:r>
                            <a:rPr lang="en-GB" dirty="0"/>
                            <a:t>A</a:t>
                          </a:r>
                        </a:p>
                      </a:txBody>
                      <a:tcPr>
                        <a:lnR w="12700" cap="flat" cmpd="sng" algn="ctr">
                          <a:solidFill>
                            <a:schemeClr val="tx1"/>
                          </a:solidFill>
                          <a:prstDash val="solid"/>
                          <a:round/>
                          <a:headEnd type="none" w="med" len="med"/>
                          <a:tailEnd type="none" w="med" len="med"/>
                        </a:lnR>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46302285"/>
                      </a:ext>
                    </a:extLst>
                  </a:tr>
                  <a:tr h="368653">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bl>
              </a:graphicData>
            </a:graphic>
          </p:graphicFrame>
        </mc:Choice>
        <mc:Fallback xmlns="">
          <p:graphicFrame>
            <p:nvGraphicFramePr>
              <p:cNvPr id="9" name="Table 8">
                <a:extLst>
                  <a:ext uri="{FF2B5EF4-FFF2-40B4-BE49-F238E27FC236}">
                    <a16:creationId xmlns:a16="http://schemas.microsoft.com/office/drawing/2014/main" id="{FB49382D-F83E-C3BC-21ED-C4B402BFF1E2}"/>
                  </a:ext>
                </a:extLst>
              </p:cNvPr>
              <p:cNvGraphicFramePr>
                <a:graphicFrameLocks noGrp="1"/>
              </p:cNvGraphicFramePr>
              <p:nvPr>
                <p:extLst>
                  <p:ext uri="{D42A27DB-BD31-4B8C-83A1-F6EECF244321}">
                    <p14:modId xmlns:p14="http://schemas.microsoft.com/office/powerpoint/2010/main" val="2622366439"/>
                  </p:ext>
                </p:extLst>
              </p:nvPr>
            </p:nvGraphicFramePr>
            <p:xfrm>
              <a:off x="9538577" y="1939804"/>
              <a:ext cx="1815224" cy="1105959"/>
            </p:xfrm>
            <a:graphic>
              <a:graphicData uri="http://schemas.openxmlformats.org/drawingml/2006/table">
                <a:tbl>
                  <a:tblPr firstRow="1" bandRow="1">
                    <a:tableStyleId>{7E9639D4-E3E2-4D34-9284-5A2195B3D0D7}</a:tableStyleId>
                  </a:tblPr>
                  <a:tblGrid>
                    <a:gridCol w="907612">
                      <a:extLst>
                        <a:ext uri="{9D8B030D-6E8A-4147-A177-3AD203B41FA5}">
                          <a16:colId xmlns:a16="http://schemas.microsoft.com/office/drawing/2014/main" val="3097694796"/>
                        </a:ext>
                      </a:extLst>
                    </a:gridCol>
                    <a:gridCol w="907612">
                      <a:extLst>
                        <a:ext uri="{9D8B030D-6E8A-4147-A177-3AD203B41FA5}">
                          <a16:colId xmlns:a16="http://schemas.microsoft.com/office/drawing/2014/main" val="479170585"/>
                        </a:ext>
                      </a:extLst>
                    </a:gridCol>
                  </a:tblGrid>
                  <a:tr h="368653">
                    <a:tc>
                      <a:txBody>
                        <a:bodyPr/>
                        <a:lstStyle/>
                        <a:p>
                          <a:pPr algn="ctr"/>
                          <a:r>
                            <a:rPr lang="en-GB" dirty="0"/>
                            <a:t>A</a:t>
                          </a:r>
                        </a:p>
                      </a:txBody>
                      <a:tcPr>
                        <a:lnR w="12700" cap="flat" cmpd="sng" algn="ctr">
                          <a:solidFill>
                            <a:schemeClr val="tx1"/>
                          </a:solidFill>
                          <a:prstDash val="solid"/>
                          <a:round/>
                          <a:headEnd type="none" w="med" len="med"/>
                          <a:tailEnd type="none" w="med" len="med"/>
                        </a:lnR>
                      </a:tcPr>
                    </a:tc>
                    <a:tc>
                      <a:txBody>
                        <a:bodyPr/>
                        <a:lstStyle/>
                        <a:p>
                          <a:endParaRPr lang="en-US"/>
                        </a:p>
                      </a:txBody>
                      <a:tcPr>
                        <a:lnL w="12700" cap="flat" cmpd="sng" algn="ctr">
                          <a:solidFill>
                            <a:schemeClr val="tx1"/>
                          </a:solidFill>
                          <a:prstDash val="solid"/>
                          <a:round/>
                          <a:headEnd type="none" w="med" len="med"/>
                          <a:tailEnd type="none" w="med" len="med"/>
                        </a:lnL>
                        <a:blipFill>
                          <a:blip r:embed="rId6"/>
                          <a:stretch>
                            <a:fillRect l="-100671" t="-8197" r="-671" b="-22295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bl>
              </a:graphicData>
            </a:graphic>
          </p:graphicFrame>
        </mc:Fallback>
      </mc:AlternateContent>
    </p:spTree>
    <p:extLst>
      <p:ext uri="{BB962C8B-B14F-4D97-AF65-F5344CB8AC3E}">
        <p14:creationId xmlns:p14="http://schemas.microsoft.com/office/powerpoint/2010/main" val="38989918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5FA3F-7EB6-6C25-6EDE-74233CB81914}"/>
              </a:ext>
            </a:extLst>
          </p:cNvPr>
          <p:cNvSpPr>
            <a:spLocks noGrp="1"/>
          </p:cNvSpPr>
          <p:nvPr>
            <p:ph type="title"/>
          </p:nvPr>
        </p:nvSpPr>
        <p:spPr/>
        <p:txBody>
          <a:bodyPr/>
          <a:lstStyle/>
          <a:p>
            <a:r>
              <a:rPr lang="en-GB" dirty="0"/>
              <a:t>Example: NOT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0AF0D6B-82CD-C03D-585E-D8BFA22F0549}"/>
                  </a:ext>
                </a:extLst>
              </p:cNvPr>
              <p:cNvSpPr>
                <a:spLocks noGrp="1"/>
              </p:cNvSpPr>
              <p:nvPr>
                <p:ph idx="1"/>
              </p:nvPr>
            </p:nvSpPr>
            <p:spPr/>
            <p:txBody>
              <a:bodyPr/>
              <a:lstStyle/>
              <a:p>
                <a14:m>
                  <m:oMath xmlns:m="http://schemas.openxmlformats.org/officeDocument/2006/math">
                    <m:acc>
                      <m:accPr>
                        <m:chr m:val="̅"/>
                        <m:ctrlPr>
                          <a:rPr lang="en-GB" altLang="zh-CN" i="1" smtClean="0">
                            <a:latin typeface="Cambria Math" panose="02040503050406030204" pitchFamily="18" charset="0"/>
                          </a:rPr>
                        </m:ctrlPr>
                      </m:accPr>
                      <m:e>
                        <m:r>
                          <a:rPr lang="en-US" altLang="zh-CN" i="1">
                            <a:latin typeface="Cambria Math" panose="02040503050406030204" pitchFamily="18" charset="0"/>
                          </a:rPr>
                          <m:t>𝐴</m:t>
                        </m:r>
                      </m:e>
                    </m:acc>
                    <m:r>
                      <a:rPr lang="en-GB" altLang="zh-CN" i="1">
                        <a:latin typeface="Cambria Math" panose="02040503050406030204" pitchFamily="18" charset="0"/>
                      </a:rPr>
                      <m:t>≡</m:t>
                    </m:r>
                    <m:acc>
                      <m:accPr>
                        <m:chr m:val="̅"/>
                        <m:ctrlPr>
                          <a:rPr lang="en-GB" altLang="zh-CN" i="1">
                            <a:latin typeface="Cambria Math" panose="02040503050406030204" pitchFamily="18" charset="0"/>
                          </a:rPr>
                        </m:ctrlPr>
                      </m:accPr>
                      <m:e>
                        <m:r>
                          <a:rPr lang="en-US" altLang="zh-CN" b="0" i="1" smtClean="0">
                            <a:latin typeface="Cambria Math" panose="02040503050406030204" pitchFamily="18" charset="0"/>
                          </a:rPr>
                          <m:t>𝐴</m:t>
                        </m:r>
                        <m:r>
                          <a:rPr lang="en-GB" altLang="zh-CN" i="1">
                            <a:latin typeface="Cambria Math" panose="02040503050406030204" pitchFamily="18" charset="0"/>
                          </a:rPr>
                          <m:t>∧</m:t>
                        </m:r>
                        <m:r>
                          <a:rPr lang="en-US" altLang="zh-CN" b="0" i="1" smtClean="0">
                            <a:latin typeface="Cambria Math" panose="02040503050406030204" pitchFamily="18" charset="0"/>
                          </a:rPr>
                          <m:t>𝐴</m:t>
                        </m:r>
                      </m:e>
                    </m:acc>
                  </m:oMath>
                </a14:m>
                <a:r>
                  <a:rPr lang="en-GB" altLang="zh-CN" dirty="0"/>
                  <a:t> </a:t>
                </a:r>
                <a14:m>
                  <m:oMath xmlns:m="http://schemas.openxmlformats.org/officeDocument/2006/math">
                    <m:r>
                      <a:rPr lang="en-GB" altLang="zh-CN" i="1">
                        <a:latin typeface="Cambria Math" panose="02040503050406030204" pitchFamily="18" charset="0"/>
                      </a:rPr>
                      <m:t>≡</m:t>
                    </m:r>
                    <m:r>
                      <a:rPr lang="en-US" altLang="zh-CN" b="0" i="1" smtClean="0">
                        <a:latin typeface="Cambria Math" panose="02040503050406030204" pitchFamily="18" charset="0"/>
                      </a:rPr>
                      <m:t> </m:t>
                    </m:r>
                  </m:oMath>
                </a14:m>
                <a:r>
                  <a:rPr lang="en-GB" altLang="zh-CN" dirty="0"/>
                  <a:t>A </a:t>
                </a:r>
                <a14:m>
                  <m:oMath xmlns:m="http://schemas.openxmlformats.org/officeDocument/2006/math">
                    <m:acc>
                      <m:accPr>
                        <m:chr m:val="̅"/>
                        <m:ctrlPr>
                          <a:rPr lang="en-GB" altLang="zh-CN" i="1">
                            <a:latin typeface="Cambria Math" panose="02040503050406030204" pitchFamily="18" charset="0"/>
                          </a:rPr>
                        </m:ctrlPr>
                      </m:accPr>
                      <m:e>
                        <m:r>
                          <a:rPr lang="en-GB" altLang="zh-CN" i="1">
                            <a:latin typeface="Cambria Math" panose="02040503050406030204" pitchFamily="18" charset="0"/>
                          </a:rPr>
                          <m:t>∧</m:t>
                        </m:r>
                      </m:e>
                    </m:acc>
                    <m:r>
                      <a:rPr lang="en-US" altLang="zh-CN" b="0" i="1" smtClean="0">
                        <a:latin typeface="Cambria Math" panose="02040503050406030204" pitchFamily="18" charset="0"/>
                      </a:rPr>
                      <m:t> </m:t>
                    </m:r>
                  </m:oMath>
                </a14:m>
                <a:r>
                  <a:rPr lang="en-GB" altLang="zh-CN" dirty="0"/>
                  <a:t>A</a:t>
                </a:r>
              </a:p>
              <a:p>
                <a:endParaRPr lang="en-GB" dirty="0"/>
              </a:p>
            </p:txBody>
          </p:sp>
        </mc:Choice>
        <mc:Fallback xmlns="">
          <p:sp>
            <p:nvSpPr>
              <p:cNvPr id="3" name="Content Placeholder 2">
                <a:extLst>
                  <a:ext uri="{FF2B5EF4-FFF2-40B4-BE49-F238E27FC236}">
                    <a16:creationId xmlns:a16="http://schemas.microsoft.com/office/drawing/2014/main" id="{40AF0D6B-82CD-C03D-585E-D8BFA22F0549}"/>
                  </a:ext>
                </a:extLst>
              </p:cNvPr>
              <p:cNvSpPr>
                <a:spLocks noGrp="1" noRot="1" noChangeAspect="1" noMove="1" noResize="1" noEditPoints="1" noAdjustHandles="1" noChangeArrowheads="1" noChangeShapeType="1" noTextEdit="1"/>
              </p:cNvSpPr>
              <p:nvPr>
                <p:ph idx="1"/>
              </p:nvPr>
            </p:nvSpPr>
            <p:spPr>
              <a:blipFill>
                <a:blip r:embed="rId2"/>
                <a:stretch>
                  <a:fillRect t="-224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DDC50B49-5EB0-C31B-6E38-76B9DA2760AD}"/>
                  </a:ext>
                </a:extLst>
              </p:cNvPr>
              <p:cNvGraphicFramePr>
                <a:graphicFrameLocks noGrp="1"/>
              </p:cNvGraphicFramePr>
              <p:nvPr/>
            </p:nvGraphicFramePr>
            <p:xfrm>
              <a:off x="1163582" y="2507367"/>
              <a:ext cx="2540001" cy="1105959"/>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A</a:t>
                          </a:r>
                        </a:p>
                      </a:txBody>
                      <a:tcPr/>
                    </a:tc>
                    <a:tc>
                      <a:txBody>
                        <a:bodyPr/>
                        <a:lstStyle/>
                        <a:p>
                          <a:pPr algn="ct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m:t>
                                    </m:r>
                                  </m:e>
                                </m:acc>
                                <m:r>
                                  <a:rPr lang="en-GB" b="0" i="1" smtClean="0">
                                    <a:latin typeface="Cambria Math" panose="02040503050406030204" pitchFamily="18" charset="0"/>
                                  </a:rPr>
                                  <m:t>𝐴</m:t>
                                </m:r>
                              </m:oMath>
                            </m:oMathPara>
                          </a14:m>
                          <a:endParaRPr lang="en-GB" dirty="0"/>
                        </a:p>
                      </a:txBody>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Choice>
        <mc:Fallback xmlns="">
          <p:graphicFrame>
            <p:nvGraphicFramePr>
              <p:cNvPr id="4" name="Table 3">
                <a:extLst>
                  <a:ext uri="{FF2B5EF4-FFF2-40B4-BE49-F238E27FC236}">
                    <a16:creationId xmlns:a16="http://schemas.microsoft.com/office/drawing/2014/main" id="{DDC50B49-5EB0-C31B-6E38-76B9DA2760AD}"/>
                  </a:ext>
                </a:extLst>
              </p:cNvPr>
              <p:cNvGraphicFramePr>
                <a:graphicFrameLocks noGrp="1"/>
              </p:cNvGraphicFramePr>
              <p:nvPr>
                <p:extLst>
                  <p:ext uri="{D42A27DB-BD31-4B8C-83A1-F6EECF244321}">
                    <p14:modId xmlns:p14="http://schemas.microsoft.com/office/powerpoint/2010/main" val="1156635549"/>
                  </p:ext>
                </p:extLst>
              </p:nvPr>
            </p:nvGraphicFramePr>
            <p:xfrm>
              <a:off x="1163582" y="2507367"/>
              <a:ext cx="2540001" cy="1105959"/>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A</a:t>
                          </a:r>
                        </a:p>
                      </a:txBody>
                      <a:tcPr/>
                    </a:tc>
                    <a:tc>
                      <a:txBody>
                        <a:bodyPr/>
                        <a:lstStyle/>
                        <a:p>
                          <a:endParaRPr lang="en-US"/>
                        </a:p>
                      </a:txBody>
                      <a:tcPr>
                        <a:blipFill>
                          <a:blip r:embed="rId3"/>
                          <a:stretch>
                            <a:fillRect l="-200719" t="-8197" r="-719" b="-22295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1BB3A40-E811-3F76-9639-B5B0A293CC9B}"/>
                  </a:ext>
                </a:extLst>
              </p:cNvPr>
              <p:cNvGraphicFramePr>
                <a:graphicFrameLocks noGrp="1"/>
              </p:cNvGraphicFramePr>
              <p:nvPr/>
            </p:nvGraphicFramePr>
            <p:xfrm>
              <a:off x="4280776" y="2507367"/>
              <a:ext cx="1815224" cy="1105959"/>
            </p:xfrm>
            <a:graphic>
              <a:graphicData uri="http://schemas.openxmlformats.org/drawingml/2006/table">
                <a:tbl>
                  <a:tblPr firstRow="1" bandRow="1">
                    <a:tableStyleId>{7E9639D4-E3E2-4D34-9284-5A2195B3D0D7}</a:tableStyleId>
                  </a:tblPr>
                  <a:tblGrid>
                    <a:gridCol w="907612">
                      <a:extLst>
                        <a:ext uri="{9D8B030D-6E8A-4147-A177-3AD203B41FA5}">
                          <a16:colId xmlns:a16="http://schemas.microsoft.com/office/drawing/2014/main" val="3097694796"/>
                        </a:ext>
                      </a:extLst>
                    </a:gridCol>
                    <a:gridCol w="907612">
                      <a:extLst>
                        <a:ext uri="{9D8B030D-6E8A-4147-A177-3AD203B41FA5}">
                          <a16:colId xmlns:a16="http://schemas.microsoft.com/office/drawing/2014/main" val="479170585"/>
                        </a:ext>
                      </a:extLst>
                    </a:gridCol>
                  </a:tblGrid>
                  <a:tr h="368653">
                    <a:tc>
                      <a:txBody>
                        <a:bodyPr/>
                        <a:lstStyle/>
                        <a:p>
                          <a:pPr algn="ctr"/>
                          <a:r>
                            <a:rPr lang="en-GB" dirty="0"/>
                            <a:t>A</a:t>
                          </a:r>
                        </a:p>
                      </a:txBody>
                      <a:tcPr>
                        <a:lnR w="12700" cap="flat" cmpd="sng" algn="ctr">
                          <a:solidFill>
                            <a:schemeClr val="tx1"/>
                          </a:solidFill>
                          <a:prstDash val="solid"/>
                          <a:round/>
                          <a:headEnd type="none" w="med" len="med"/>
                          <a:tailEnd type="none" w="med" len="med"/>
                        </a:lnR>
                      </a:tcPr>
                    </a:tc>
                    <a:tc>
                      <a:txBody>
                        <a:bodyPr/>
                        <a:lstStyle/>
                        <a:p>
                          <a:pPr algn="ct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46302285"/>
                      </a:ext>
                    </a:extLst>
                  </a:tr>
                  <a:tr h="368653">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bl>
              </a:graphicData>
            </a:graphic>
          </p:graphicFrame>
        </mc:Choice>
        <mc:Fallback xmlns="">
          <p:graphicFrame>
            <p:nvGraphicFramePr>
              <p:cNvPr id="5" name="Table 4">
                <a:extLst>
                  <a:ext uri="{FF2B5EF4-FFF2-40B4-BE49-F238E27FC236}">
                    <a16:creationId xmlns:a16="http://schemas.microsoft.com/office/drawing/2014/main" id="{E1BB3A40-E811-3F76-9639-B5B0A293CC9B}"/>
                  </a:ext>
                </a:extLst>
              </p:cNvPr>
              <p:cNvGraphicFramePr>
                <a:graphicFrameLocks noGrp="1"/>
              </p:cNvGraphicFramePr>
              <p:nvPr>
                <p:extLst>
                  <p:ext uri="{D42A27DB-BD31-4B8C-83A1-F6EECF244321}">
                    <p14:modId xmlns:p14="http://schemas.microsoft.com/office/powerpoint/2010/main" val="3296153282"/>
                  </p:ext>
                </p:extLst>
              </p:nvPr>
            </p:nvGraphicFramePr>
            <p:xfrm>
              <a:off x="4280776" y="2507367"/>
              <a:ext cx="1815224" cy="1105959"/>
            </p:xfrm>
            <a:graphic>
              <a:graphicData uri="http://schemas.openxmlformats.org/drawingml/2006/table">
                <a:tbl>
                  <a:tblPr firstRow="1" bandRow="1">
                    <a:tableStyleId>{7E9639D4-E3E2-4D34-9284-5A2195B3D0D7}</a:tableStyleId>
                  </a:tblPr>
                  <a:tblGrid>
                    <a:gridCol w="907612">
                      <a:extLst>
                        <a:ext uri="{9D8B030D-6E8A-4147-A177-3AD203B41FA5}">
                          <a16:colId xmlns:a16="http://schemas.microsoft.com/office/drawing/2014/main" val="3097694796"/>
                        </a:ext>
                      </a:extLst>
                    </a:gridCol>
                    <a:gridCol w="907612">
                      <a:extLst>
                        <a:ext uri="{9D8B030D-6E8A-4147-A177-3AD203B41FA5}">
                          <a16:colId xmlns:a16="http://schemas.microsoft.com/office/drawing/2014/main" val="479170585"/>
                        </a:ext>
                      </a:extLst>
                    </a:gridCol>
                  </a:tblGrid>
                  <a:tr h="368653">
                    <a:tc>
                      <a:txBody>
                        <a:bodyPr/>
                        <a:lstStyle/>
                        <a:p>
                          <a:pPr algn="ctr"/>
                          <a:r>
                            <a:rPr lang="en-GB" dirty="0"/>
                            <a:t>A</a:t>
                          </a:r>
                        </a:p>
                      </a:txBody>
                      <a:tcPr>
                        <a:lnR w="12700" cap="flat" cmpd="sng" algn="ctr">
                          <a:solidFill>
                            <a:schemeClr val="tx1"/>
                          </a:solidFill>
                          <a:prstDash val="solid"/>
                          <a:round/>
                          <a:headEnd type="none" w="med" len="med"/>
                          <a:tailEnd type="none" w="med" len="med"/>
                        </a:lnR>
                      </a:tcPr>
                    </a:tc>
                    <a:tc>
                      <a:txBody>
                        <a:bodyPr/>
                        <a:lstStyle/>
                        <a:p>
                          <a:endParaRPr lang="en-US"/>
                        </a:p>
                      </a:txBody>
                      <a:tcPr>
                        <a:lnL w="12700" cap="flat" cmpd="sng" algn="ctr">
                          <a:solidFill>
                            <a:schemeClr val="tx1"/>
                          </a:solidFill>
                          <a:prstDash val="solid"/>
                          <a:round/>
                          <a:headEnd type="none" w="med" len="med"/>
                          <a:tailEnd type="none" w="med" len="med"/>
                        </a:lnL>
                        <a:blipFill>
                          <a:blip r:embed="rId4"/>
                          <a:stretch>
                            <a:fillRect l="-100671" t="-8197" r="-1342" b="-22295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bl>
              </a:graphicData>
            </a:graphic>
          </p:graphicFrame>
        </mc:Fallback>
      </mc:AlternateContent>
      <p:pic>
        <p:nvPicPr>
          <p:cNvPr id="7" name="Picture 6">
            <a:extLst>
              <a:ext uri="{FF2B5EF4-FFF2-40B4-BE49-F238E27FC236}">
                <a16:creationId xmlns:a16="http://schemas.microsoft.com/office/drawing/2014/main" id="{363DCF30-701F-CF17-3BF8-B9F326BB3205}"/>
              </a:ext>
            </a:extLst>
          </p:cNvPr>
          <p:cNvPicPr>
            <a:picLocks noChangeAspect="1"/>
          </p:cNvPicPr>
          <p:nvPr/>
        </p:nvPicPr>
        <p:blipFill>
          <a:blip r:embed="rId5"/>
          <a:stretch>
            <a:fillRect/>
          </a:stretch>
        </p:blipFill>
        <p:spPr>
          <a:xfrm>
            <a:off x="1163582" y="3886601"/>
            <a:ext cx="5300280" cy="2394377"/>
          </a:xfrm>
          <a:prstGeom prst="rect">
            <a:avLst/>
          </a:prstGeom>
        </p:spPr>
      </p:pic>
    </p:spTree>
    <p:extLst>
      <p:ext uri="{BB962C8B-B14F-4D97-AF65-F5344CB8AC3E}">
        <p14:creationId xmlns:p14="http://schemas.microsoft.com/office/powerpoint/2010/main" val="13799054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5A7E008-930A-0B3B-DEB4-0D90BC92CC00}"/>
                  </a:ext>
                </a:extLst>
              </p:cNvPr>
              <p:cNvSpPr>
                <a:spLocks noGrp="1"/>
              </p:cNvSpPr>
              <p:nvPr>
                <p:ph type="title"/>
              </p:nvPr>
            </p:nvSpPr>
            <p:spPr/>
            <p:txBody>
              <a:bodyPr/>
              <a:lstStyle/>
              <a:p>
                <a:r>
                  <a:rPr lang="en-GB" dirty="0"/>
                  <a:t>Example: AND</a:t>
                </a:r>
                <a:r>
                  <a:rPr lang="en-GB" i="1" dirty="0">
                    <a:solidFill>
                      <a:schemeClr val="accent2"/>
                    </a:solidFill>
                    <a:latin typeface="Cambria Math" panose="02040503050406030204" pitchFamily="18" charset="0"/>
                  </a:rPr>
                  <a:t>(</a:t>
                </a:r>
                <a14:m>
                  <m:oMath xmlns:m="http://schemas.openxmlformats.org/officeDocument/2006/math">
                    <m:r>
                      <a:rPr lang="en-GB" altLang="zh-CN" i="1">
                        <a:solidFill>
                          <a:schemeClr val="accent2"/>
                        </a:solidFill>
                        <a:latin typeface="Cambria Math" panose="02040503050406030204" pitchFamily="18" charset="0"/>
                      </a:rPr>
                      <m:t>𝐴</m:t>
                    </m:r>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𝐵</m:t>
                    </m:r>
                    <m:r>
                      <a:rPr lang="en-GB" altLang="zh-CN" i="1">
                        <a:solidFill>
                          <a:schemeClr val="accent2"/>
                        </a:solidFill>
                        <a:latin typeface="Cambria Math" panose="02040503050406030204" pitchFamily="18" charset="0"/>
                      </a:rPr>
                      <m:t>≡</m:t>
                    </m:r>
                  </m:oMath>
                </a14:m>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𝐴</m:t>
                    </m:r>
                    <m:acc>
                      <m:accPr>
                        <m:chr m:val="̅"/>
                        <m:ctrlPr>
                          <a:rPr lang="en-GB" altLang="zh-CN" i="1">
                            <a:solidFill>
                              <a:schemeClr val="accent2"/>
                            </a:solidFill>
                            <a:latin typeface="Cambria Math" panose="02040503050406030204" pitchFamily="18" charset="0"/>
                          </a:rPr>
                        </m:ctrlPr>
                      </m:accPr>
                      <m:e>
                        <m:r>
                          <a:rPr lang="en-GB" altLang="zh-CN" i="1">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𝐵</m:t>
                    </m:r>
                    <m:r>
                      <a:rPr lang="en-GB" altLang="zh-CN" i="1">
                        <a:solidFill>
                          <a:schemeClr val="accent2"/>
                        </a:solidFill>
                        <a:latin typeface="Cambria Math" panose="02040503050406030204" pitchFamily="18" charset="0"/>
                      </a:rPr>
                      <m:t>)</m:t>
                    </m:r>
                    <m:acc>
                      <m:accPr>
                        <m:chr m:val="̅"/>
                        <m:ctrlPr>
                          <a:rPr lang="en-GB" altLang="zh-CN" i="1">
                            <a:solidFill>
                              <a:schemeClr val="accent2"/>
                            </a:solidFill>
                            <a:latin typeface="Cambria Math" panose="02040503050406030204" pitchFamily="18" charset="0"/>
                          </a:rPr>
                        </m:ctrlPr>
                      </m:accPr>
                      <m:e>
                        <m:r>
                          <a:rPr lang="en-GB" altLang="zh-CN" i="1">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𝐴</m:t>
                    </m:r>
                    <m:acc>
                      <m:accPr>
                        <m:chr m:val="̅"/>
                        <m:ctrlPr>
                          <a:rPr lang="en-GB" altLang="zh-CN" i="1">
                            <a:solidFill>
                              <a:schemeClr val="accent2"/>
                            </a:solidFill>
                            <a:latin typeface="Cambria Math" panose="02040503050406030204" pitchFamily="18" charset="0"/>
                          </a:rPr>
                        </m:ctrlPr>
                      </m:accPr>
                      <m:e>
                        <m:r>
                          <a:rPr lang="en-GB" altLang="zh-CN" i="1">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𝐵</m:t>
                    </m:r>
                    <m:r>
                      <a:rPr lang="en-GB" altLang="zh-CN" i="1">
                        <a:solidFill>
                          <a:schemeClr val="accent2"/>
                        </a:solidFill>
                        <a:latin typeface="Cambria Math" panose="02040503050406030204" pitchFamily="18" charset="0"/>
                      </a:rPr>
                      <m:t>)</m:t>
                    </m:r>
                  </m:oMath>
                </a14:m>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m:t>
                    </m:r>
                  </m:oMath>
                </a14:m>
                <a:endParaRPr lang="en-GB" dirty="0"/>
              </a:p>
            </p:txBody>
          </p:sp>
        </mc:Choice>
        <mc:Fallback xmlns="">
          <p:sp>
            <p:nvSpPr>
              <p:cNvPr id="2" name="Title 1">
                <a:extLst>
                  <a:ext uri="{FF2B5EF4-FFF2-40B4-BE49-F238E27FC236}">
                    <a16:creationId xmlns:a16="http://schemas.microsoft.com/office/drawing/2014/main" id="{25A7E008-930A-0B3B-DEB4-0D90BC92CC00}"/>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C447EA5-D042-1255-C76A-83C26FE912AD}"/>
                  </a:ext>
                </a:extLst>
              </p:cNvPr>
              <p:cNvSpPr>
                <a:spLocks noGrp="1"/>
              </p:cNvSpPr>
              <p:nvPr>
                <p:ph idx="1"/>
              </p:nvPr>
            </p:nvSpPr>
            <p:spPr>
              <a:xfrm>
                <a:off x="838200" y="1825625"/>
                <a:ext cx="6775712" cy="4351338"/>
              </a:xfrm>
            </p:spPr>
            <p:txBody>
              <a:bodyPr>
                <a:normAutofit/>
              </a:bodyPr>
              <a:lstStyle/>
              <a:p>
                <a14:m>
                  <m:oMath xmlns:m="http://schemas.openxmlformats.org/officeDocument/2006/math">
                    <m:r>
                      <a:rPr lang="en-GB" i="1" smtClean="0">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r>
                      <a:rPr lang="en-GB" i="1">
                        <a:latin typeface="Cambria Math" panose="02040503050406030204" pitchFamily="18" charset="0"/>
                      </a:rPr>
                      <m:t>≡</m:t>
                    </m:r>
                    <m:acc>
                      <m:accPr>
                        <m:chr m:val="̅"/>
                        <m:ctrlPr>
                          <a:rPr lang="en-GB" altLang="zh-CN" i="1" smtClean="0">
                            <a:solidFill>
                              <a:schemeClr val="tx1"/>
                            </a:solidFill>
                            <a:latin typeface="Cambria Math" panose="02040503050406030204" pitchFamily="18" charset="0"/>
                          </a:rPr>
                        </m:ctrlPr>
                      </m:accPr>
                      <m:e>
                        <m:r>
                          <a:rPr lang="en-US" altLang="zh-CN" i="1">
                            <a:solidFill>
                              <a:schemeClr val="tx1"/>
                            </a:solidFill>
                            <a:latin typeface="Cambria Math" panose="02040503050406030204" pitchFamily="18" charset="0"/>
                          </a:rPr>
                          <m:t>𝐴</m:t>
                        </m:r>
                        <m:r>
                          <a:rPr lang="en-GB" altLang="zh-CN" i="1">
                            <a:solidFill>
                              <a:schemeClr val="tx1"/>
                            </a:solidFill>
                            <a:latin typeface="Cambria Math" panose="02040503050406030204" pitchFamily="18" charset="0"/>
                          </a:rPr>
                          <m:t>∧</m:t>
                        </m:r>
                        <m:r>
                          <a:rPr lang="en-US" altLang="zh-CN" i="1">
                            <a:solidFill>
                              <a:schemeClr val="tx1"/>
                            </a:solidFill>
                            <a:latin typeface="Cambria Math" panose="02040503050406030204" pitchFamily="18" charset="0"/>
                          </a:rPr>
                          <m:t>𝐵</m:t>
                        </m:r>
                      </m:e>
                    </m:acc>
                  </m:oMath>
                </a14:m>
                <a:endParaRPr lang="en-GB" dirty="0"/>
              </a:p>
              <a:p>
                <a:r>
                  <a:rPr lang="en-GB" dirty="0"/>
                  <a:t>Therefore, </a:t>
                </a:r>
                <a14:m>
                  <m:oMath xmlns:m="http://schemas.openxmlformats.org/officeDocument/2006/math">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acc>
                      <m:accPr>
                        <m:chr m:val="̅"/>
                        <m:ctrlPr>
                          <a:rPr lang="en-GB" altLang="zh-CN" i="1" smtClean="0">
                            <a:solidFill>
                              <a:schemeClr val="tx1"/>
                            </a:solidFill>
                            <a:latin typeface="Cambria Math" panose="02040503050406030204" pitchFamily="18" charset="0"/>
                          </a:rPr>
                        </m:ctrlPr>
                      </m:accPr>
                      <m:e>
                        <m:r>
                          <a:rPr lang="en-US" altLang="zh-CN" i="1">
                            <a:solidFill>
                              <a:schemeClr val="tx1"/>
                            </a:solidFill>
                            <a:latin typeface="Cambria Math" panose="02040503050406030204" pitchFamily="18" charset="0"/>
                          </a:rPr>
                          <m:t>𝐴</m:t>
                        </m:r>
                        <m:r>
                          <a:rPr lang="en-GB" altLang="zh-CN" i="1">
                            <a:solidFill>
                              <a:schemeClr val="tx1"/>
                            </a:solidFill>
                            <a:latin typeface="Cambria Math" panose="02040503050406030204" pitchFamily="18" charset="0"/>
                          </a:rPr>
                          <m:t>∧</m:t>
                        </m:r>
                        <m:r>
                          <a:rPr lang="en-US" altLang="zh-CN" i="1">
                            <a:solidFill>
                              <a:schemeClr val="tx1"/>
                            </a:solidFill>
                            <a:latin typeface="Cambria Math" panose="02040503050406030204" pitchFamily="18" charset="0"/>
                          </a:rPr>
                          <m:t>𝐵</m:t>
                        </m:r>
                      </m:e>
                    </m:acc>
                    <m:r>
                      <a:rPr lang="en-GB" b="0" i="1" smtClean="0">
                        <a:latin typeface="Cambria Math" panose="02040503050406030204" pitchFamily="18" charset="0"/>
                      </a:rPr>
                      <m:t>)</m:t>
                    </m:r>
                  </m:oMath>
                </a14:m>
                <a:endParaRPr lang="en-GB" dirty="0"/>
              </a:p>
              <a:p>
                <a:r>
                  <a:rPr lang="en-GB" dirty="0"/>
                  <a:t>But NOT is not a NAND??!!</a:t>
                </a:r>
              </a:p>
              <a:p>
                <a:r>
                  <a:rPr lang="en-GB" dirty="0"/>
                  <a:t>Remember from previous slide </a:t>
                </a:r>
                <a14:m>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b="0" i="1" smtClean="0">
                        <a:latin typeface="Cambria Math" panose="02040503050406030204" pitchFamily="18" charset="0"/>
                      </a:rPr>
                      <m:t>𝐴</m:t>
                    </m:r>
                  </m:oMath>
                </a14:m>
                <a:endParaRPr lang="en-GB" dirty="0"/>
              </a:p>
              <a:p>
                <a:r>
                  <a:rPr lang="en-GB" dirty="0"/>
                  <a:t>Hence, </a:t>
                </a:r>
                <a14:m>
                  <m:oMath xmlns:m="http://schemas.openxmlformats.org/officeDocument/2006/math">
                    <m:r>
                      <a:rPr lang="en-GB" i="1" smtClean="0">
                        <a:solidFill>
                          <a:schemeClr val="accent2"/>
                        </a:solidFill>
                        <a:latin typeface="Cambria Math" panose="02040503050406030204" pitchFamily="18" charset="0"/>
                      </a:rPr>
                      <m:t>𝐴</m:t>
                    </m:r>
                    <m:r>
                      <a:rPr lang="en-GB" i="1" smtClean="0">
                        <a:solidFill>
                          <a:schemeClr val="accent2"/>
                        </a:solidFill>
                        <a:latin typeface="Cambria Math" panose="02040503050406030204" pitchFamily="18" charset="0"/>
                      </a:rPr>
                      <m:t>∧</m:t>
                    </m:r>
                    <m:r>
                      <a:rPr lang="en-GB" i="1" smtClean="0">
                        <a:solidFill>
                          <a:schemeClr val="accent2"/>
                        </a:solidFill>
                        <a:latin typeface="Cambria Math" panose="02040503050406030204" pitchFamily="18" charset="0"/>
                      </a:rPr>
                      <m:t>𝐵</m:t>
                    </m:r>
                    <m:r>
                      <a:rPr lang="en-GB" b="0" i="1" smtClean="0">
                        <a:solidFill>
                          <a:schemeClr val="accent2"/>
                        </a:solidFill>
                        <a:latin typeface="Cambria Math" panose="02040503050406030204" pitchFamily="18" charset="0"/>
                      </a:rPr>
                      <m:t>≡</m:t>
                    </m:r>
                    <m:r>
                      <a:rPr lang="en-GB" i="1">
                        <a:latin typeface="Cambria Math" panose="02040503050406030204" pitchFamily="18" charset="0"/>
                      </a:rPr>
                      <m:t>¬</m:t>
                    </m:r>
                    <m:d>
                      <m:dPr>
                        <m:ctrlPr>
                          <a:rPr lang="en-US" b="0" i="1" smtClean="0">
                            <a:latin typeface="Cambria Math" panose="02040503050406030204" pitchFamily="18" charset="0"/>
                          </a:rPr>
                        </m:ctrlPr>
                      </m:dPr>
                      <m:e>
                        <m:acc>
                          <m:accPr>
                            <m:chr m:val="̅"/>
                            <m:ctrlPr>
                              <a:rPr lang="en-GB" altLang="zh-CN" i="1">
                                <a:latin typeface="Cambria Math" panose="02040503050406030204" pitchFamily="18" charset="0"/>
                              </a:rPr>
                            </m:ctrlPr>
                          </m:accPr>
                          <m:e>
                            <m:r>
                              <a:rPr lang="en-US" altLang="zh-CN" i="1">
                                <a:latin typeface="Cambria Math" panose="02040503050406030204" pitchFamily="18" charset="0"/>
                              </a:rPr>
                              <m:t>𝐴</m:t>
                            </m:r>
                            <m:r>
                              <a:rPr lang="en-GB" altLang="zh-CN" i="1">
                                <a:latin typeface="Cambria Math" panose="02040503050406030204" pitchFamily="18" charset="0"/>
                              </a:rPr>
                              <m:t>∧</m:t>
                            </m:r>
                            <m:r>
                              <a:rPr lang="en-US" altLang="zh-CN" i="1">
                                <a:latin typeface="Cambria Math" panose="02040503050406030204" pitchFamily="18" charset="0"/>
                              </a:rPr>
                              <m:t>𝐵</m:t>
                            </m:r>
                          </m:e>
                        </m:acc>
                      </m:e>
                    </m:d>
                    <m:r>
                      <a:rPr lang="en-GB" b="0" i="1" smtClean="0">
                        <a:latin typeface="Cambria Math" panose="02040503050406030204" pitchFamily="18" charset="0"/>
                      </a:rPr>
                      <m:t>≡</m:t>
                    </m:r>
                    <m:d>
                      <m:dPr>
                        <m:ctrlPr>
                          <a:rPr lang="en-US" altLang="zh-CN" b="0" i="1" smtClean="0">
                            <a:latin typeface="Cambria Math" panose="02040503050406030204" pitchFamily="18" charset="0"/>
                          </a:rPr>
                        </m:ctrlPr>
                      </m:dPr>
                      <m:e>
                        <m:acc>
                          <m:accPr>
                            <m:chr m:val="̅"/>
                            <m:ctrlPr>
                              <a:rPr lang="en-GB" altLang="zh-CN" i="1">
                                <a:latin typeface="Cambria Math" panose="02040503050406030204" pitchFamily="18" charset="0"/>
                              </a:rPr>
                            </m:ctrlPr>
                          </m:accPr>
                          <m:e>
                            <m:r>
                              <a:rPr lang="en-US" altLang="zh-CN" i="1">
                                <a:latin typeface="Cambria Math" panose="02040503050406030204" pitchFamily="18" charset="0"/>
                              </a:rPr>
                              <m:t>𝐴</m:t>
                            </m:r>
                            <m:r>
                              <a:rPr lang="en-GB" altLang="zh-CN" i="1">
                                <a:latin typeface="Cambria Math" panose="02040503050406030204" pitchFamily="18" charset="0"/>
                              </a:rPr>
                              <m:t>∧</m:t>
                            </m:r>
                            <m:r>
                              <a:rPr lang="en-US" altLang="zh-CN" i="1">
                                <a:latin typeface="Cambria Math" panose="02040503050406030204" pitchFamily="18" charset="0"/>
                              </a:rPr>
                              <m:t>𝐵</m:t>
                            </m:r>
                          </m:e>
                        </m:acc>
                      </m:e>
                    </m:d>
                    <m:acc>
                      <m:accPr>
                        <m:chr m:val="̅"/>
                        <m:ctrlPr>
                          <a:rPr lang="en-GB" altLang="zh-CN" i="1">
                            <a:latin typeface="Cambria Math" panose="02040503050406030204" pitchFamily="18" charset="0"/>
                          </a:rPr>
                        </m:ctrlPr>
                      </m:accPr>
                      <m:e>
                        <m:r>
                          <a:rPr lang="en-GB" altLang="zh-CN" i="1">
                            <a:latin typeface="Cambria Math" panose="02040503050406030204" pitchFamily="18" charset="0"/>
                          </a:rPr>
                          <m:t>∧</m:t>
                        </m:r>
                      </m:e>
                    </m:acc>
                    <m:d>
                      <m:dPr>
                        <m:ctrlPr>
                          <a:rPr lang="en-US" altLang="zh-CN" i="1">
                            <a:latin typeface="Cambria Math" panose="02040503050406030204" pitchFamily="18" charset="0"/>
                          </a:rPr>
                        </m:ctrlPr>
                      </m:dPr>
                      <m:e>
                        <m:acc>
                          <m:accPr>
                            <m:chr m:val="̅"/>
                            <m:ctrlPr>
                              <a:rPr lang="en-GB" altLang="zh-CN" i="1">
                                <a:latin typeface="Cambria Math" panose="02040503050406030204" pitchFamily="18" charset="0"/>
                              </a:rPr>
                            </m:ctrlPr>
                          </m:accPr>
                          <m:e>
                            <m:r>
                              <a:rPr lang="en-US" altLang="zh-CN" i="1">
                                <a:latin typeface="Cambria Math" panose="02040503050406030204" pitchFamily="18" charset="0"/>
                              </a:rPr>
                              <m:t>𝐴</m:t>
                            </m:r>
                            <m:r>
                              <a:rPr lang="en-GB" altLang="zh-CN" i="1">
                                <a:latin typeface="Cambria Math" panose="02040503050406030204" pitchFamily="18" charset="0"/>
                              </a:rPr>
                              <m:t>∧</m:t>
                            </m:r>
                            <m:r>
                              <a:rPr lang="en-US" altLang="zh-CN" i="1">
                                <a:latin typeface="Cambria Math" panose="02040503050406030204" pitchFamily="18" charset="0"/>
                              </a:rPr>
                              <m:t>𝐵</m:t>
                            </m:r>
                          </m:e>
                        </m:acc>
                      </m:e>
                    </m:d>
                    <m:r>
                      <a:rPr lang="en-GB" altLang="zh-CN" i="1" smtClean="0">
                        <a:solidFill>
                          <a:schemeClr val="accent2"/>
                        </a:solidFill>
                        <a:latin typeface="Cambria Math" panose="02040503050406030204" pitchFamily="18" charset="0"/>
                      </a:rPr>
                      <m:t>≡</m:t>
                    </m:r>
                    <m:r>
                      <a:rPr lang="en-GB" i="1">
                        <a:solidFill>
                          <a:schemeClr val="accent2"/>
                        </a:solidFill>
                        <a:latin typeface="Cambria Math" panose="02040503050406030204" pitchFamily="18" charset="0"/>
                      </a:rPr>
                      <m:t>(</m:t>
                    </m:r>
                    <m:r>
                      <a:rPr lang="en-GB" i="1">
                        <a:solidFill>
                          <a:schemeClr val="accent2"/>
                        </a:solidFill>
                        <a:latin typeface="Cambria Math" panose="02040503050406030204" pitchFamily="18" charset="0"/>
                      </a:rPr>
                      <m:t>𝐴</m:t>
                    </m:r>
                    <m:acc>
                      <m:accPr>
                        <m:chr m:val="̅"/>
                        <m:ctrlPr>
                          <a:rPr lang="en-GB" i="1">
                            <a:solidFill>
                              <a:schemeClr val="accent2"/>
                            </a:solidFill>
                            <a:latin typeface="Cambria Math" panose="02040503050406030204" pitchFamily="18" charset="0"/>
                          </a:rPr>
                        </m:ctrlPr>
                      </m:accPr>
                      <m:e>
                        <m:r>
                          <a:rPr lang="en-GB" i="1">
                            <a:solidFill>
                              <a:schemeClr val="accent2"/>
                            </a:solidFill>
                            <a:latin typeface="Cambria Math" panose="02040503050406030204" pitchFamily="18" charset="0"/>
                          </a:rPr>
                          <m:t>∧</m:t>
                        </m:r>
                      </m:e>
                    </m:acc>
                    <m:r>
                      <a:rPr lang="en-GB" i="1">
                        <a:solidFill>
                          <a:schemeClr val="accent2"/>
                        </a:solidFill>
                        <a:latin typeface="Cambria Math" panose="02040503050406030204" pitchFamily="18" charset="0"/>
                      </a:rPr>
                      <m:t>𝐵</m:t>
                    </m:r>
                    <m:r>
                      <a:rPr lang="en-GB" i="1">
                        <a:solidFill>
                          <a:schemeClr val="accent2"/>
                        </a:solidFill>
                        <a:latin typeface="Cambria Math" panose="02040503050406030204" pitchFamily="18" charset="0"/>
                      </a:rPr>
                      <m:t>)</m:t>
                    </m:r>
                    <m:acc>
                      <m:accPr>
                        <m:chr m:val="̅"/>
                        <m:ctrlPr>
                          <a:rPr lang="en-GB" i="1">
                            <a:solidFill>
                              <a:schemeClr val="accent2"/>
                            </a:solidFill>
                            <a:latin typeface="Cambria Math" panose="02040503050406030204" pitchFamily="18" charset="0"/>
                          </a:rPr>
                        </m:ctrlPr>
                      </m:accPr>
                      <m:e>
                        <m:r>
                          <a:rPr lang="en-GB" i="1">
                            <a:solidFill>
                              <a:schemeClr val="accent2"/>
                            </a:solidFill>
                            <a:latin typeface="Cambria Math" panose="02040503050406030204" pitchFamily="18" charset="0"/>
                          </a:rPr>
                          <m:t>∧</m:t>
                        </m:r>
                      </m:e>
                    </m:acc>
                    <m:r>
                      <a:rPr lang="en-GB" i="1">
                        <a:solidFill>
                          <a:schemeClr val="accent2"/>
                        </a:solidFill>
                        <a:latin typeface="Cambria Math" panose="02040503050406030204" pitchFamily="18" charset="0"/>
                      </a:rPr>
                      <m:t>(</m:t>
                    </m:r>
                    <m:r>
                      <a:rPr lang="en-GB" i="1">
                        <a:solidFill>
                          <a:schemeClr val="accent2"/>
                        </a:solidFill>
                        <a:latin typeface="Cambria Math" panose="02040503050406030204" pitchFamily="18" charset="0"/>
                      </a:rPr>
                      <m:t>𝐴</m:t>
                    </m:r>
                    <m:acc>
                      <m:accPr>
                        <m:chr m:val="̅"/>
                        <m:ctrlPr>
                          <a:rPr lang="en-GB" i="1">
                            <a:solidFill>
                              <a:schemeClr val="accent2"/>
                            </a:solidFill>
                            <a:latin typeface="Cambria Math" panose="02040503050406030204" pitchFamily="18" charset="0"/>
                          </a:rPr>
                        </m:ctrlPr>
                      </m:accPr>
                      <m:e>
                        <m:r>
                          <a:rPr lang="en-GB" i="1">
                            <a:solidFill>
                              <a:schemeClr val="accent2"/>
                            </a:solidFill>
                            <a:latin typeface="Cambria Math" panose="02040503050406030204" pitchFamily="18" charset="0"/>
                          </a:rPr>
                          <m:t>∧</m:t>
                        </m:r>
                      </m:e>
                    </m:acc>
                    <m:r>
                      <a:rPr lang="en-GB" i="1">
                        <a:solidFill>
                          <a:schemeClr val="accent2"/>
                        </a:solidFill>
                        <a:latin typeface="Cambria Math" panose="02040503050406030204" pitchFamily="18" charset="0"/>
                      </a:rPr>
                      <m:t>𝐵</m:t>
                    </m:r>
                    <m:r>
                      <a:rPr lang="en-GB" i="1">
                        <a:solidFill>
                          <a:schemeClr val="accent2"/>
                        </a:solidFill>
                        <a:latin typeface="Cambria Math" panose="02040503050406030204" pitchFamily="18" charset="0"/>
                      </a:rPr>
                      <m:t>)</m:t>
                    </m:r>
                  </m:oMath>
                </a14:m>
                <a:endParaRPr lang="en-GB" dirty="0"/>
              </a:p>
              <a:p>
                <a:endParaRPr lang="en-GB" dirty="0"/>
              </a:p>
              <a:p>
                <a:r>
                  <a:rPr lang="zh-CN" altLang="en-US" dirty="0">
                    <a:solidFill>
                      <a:schemeClr val="accent2"/>
                    </a:solidFill>
                  </a:rPr>
                  <a:t>意义：用</a:t>
                </a:r>
                <a:r>
                  <a:rPr lang="en-US" altLang="zh-CN" dirty="0">
                    <a:solidFill>
                      <a:schemeClr val="accent2"/>
                    </a:solidFill>
                  </a:rPr>
                  <a:t>2</a:t>
                </a:r>
                <a:r>
                  <a:rPr lang="zh-CN" altLang="en-US" dirty="0">
                    <a:solidFill>
                      <a:schemeClr val="accent2"/>
                    </a:solidFill>
                  </a:rPr>
                  <a:t>个与非门来实现：</a:t>
                </a:r>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𝐴</m:t>
                    </m:r>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𝐵</m:t>
                    </m:r>
                  </m:oMath>
                </a14:m>
                <a:endParaRPr lang="en-GB" dirty="0">
                  <a:solidFill>
                    <a:schemeClr val="accent2"/>
                  </a:solidFill>
                </a:endParaRPr>
              </a:p>
              <a:p>
                <a:endParaRPr lang="en-GB" dirty="0"/>
              </a:p>
            </p:txBody>
          </p:sp>
        </mc:Choice>
        <mc:Fallback xmlns="">
          <p:sp>
            <p:nvSpPr>
              <p:cNvPr id="3" name="Content Placeholder 2">
                <a:extLst>
                  <a:ext uri="{FF2B5EF4-FFF2-40B4-BE49-F238E27FC236}">
                    <a16:creationId xmlns:a16="http://schemas.microsoft.com/office/drawing/2014/main" id="{4C447EA5-D042-1255-C76A-83C26FE912AD}"/>
                  </a:ext>
                </a:extLst>
              </p:cNvPr>
              <p:cNvSpPr>
                <a:spLocks noGrp="1" noRot="1" noChangeAspect="1" noMove="1" noResize="1" noEditPoints="1" noAdjustHandles="1" noChangeArrowheads="1" noChangeShapeType="1" noTextEdit="1"/>
              </p:cNvSpPr>
              <p:nvPr>
                <p:ph idx="1"/>
              </p:nvPr>
            </p:nvSpPr>
            <p:spPr>
              <a:xfrm>
                <a:off x="838200" y="1825625"/>
                <a:ext cx="6775712" cy="4351338"/>
              </a:xfrm>
              <a:blipFill>
                <a:blip r:embed="rId3"/>
                <a:stretch>
                  <a:fillRect l="-1620"/>
                </a:stretch>
              </a:blipFill>
            </p:spPr>
            <p:txBody>
              <a:bodyPr/>
              <a:lstStyle/>
              <a:p>
                <a:r>
                  <a:rPr lang="zh-CN" altLang="en-US">
                    <a:noFill/>
                  </a:rPr>
                  <a:t> </a:t>
                </a:r>
              </a:p>
            </p:txBody>
          </p:sp>
        </mc:Fallback>
      </mc:AlternateContent>
      <p:pic>
        <p:nvPicPr>
          <p:cNvPr id="7" name="Picture 6">
            <a:extLst>
              <a:ext uri="{FF2B5EF4-FFF2-40B4-BE49-F238E27FC236}">
                <a16:creationId xmlns:a16="http://schemas.microsoft.com/office/drawing/2014/main" id="{C29347C1-37E8-8F4D-757F-223549D9625D}"/>
              </a:ext>
            </a:extLst>
          </p:cNvPr>
          <p:cNvPicPr>
            <a:picLocks noChangeAspect="1"/>
          </p:cNvPicPr>
          <p:nvPr/>
        </p:nvPicPr>
        <p:blipFill>
          <a:blip r:embed="rId4"/>
          <a:stretch>
            <a:fillRect/>
          </a:stretch>
        </p:blipFill>
        <p:spPr>
          <a:xfrm>
            <a:off x="7613912" y="2126491"/>
            <a:ext cx="4066379" cy="2525408"/>
          </a:xfrm>
          <a:prstGeom prst="rect">
            <a:avLst/>
          </a:prstGeom>
        </p:spPr>
      </p:pic>
      <p:sp>
        <p:nvSpPr>
          <p:cNvPr id="4" name="矩形 3">
            <a:extLst>
              <a:ext uri="{FF2B5EF4-FFF2-40B4-BE49-F238E27FC236}">
                <a16:creationId xmlns:a16="http://schemas.microsoft.com/office/drawing/2014/main" id="{FDA05869-9412-0EAB-20D7-717FBD04DEA2}"/>
              </a:ext>
            </a:extLst>
          </p:cNvPr>
          <p:cNvSpPr/>
          <p:nvPr/>
        </p:nvSpPr>
        <p:spPr>
          <a:xfrm>
            <a:off x="7688062" y="2459115"/>
            <a:ext cx="1926455" cy="195308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B16A6721-850B-385C-533C-6A9866A913DD}"/>
                  </a:ext>
                </a:extLst>
              </p:cNvPr>
              <p:cNvSpPr txBox="1"/>
              <p:nvPr/>
            </p:nvSpPr>
            <p:spPr>
              <a:xfrm>
                <a:off x="8034292" y="2124016"/>
                <a:ext cx="85718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xmlns="">
          <p:sp>
            <p:nvSpPr>
              <p:cNvPr id="5" name="文本框 4">
                <a:extLst>
                  <a:ext uri="{FF2B5EF4-FFF2-40B4-BE49-F238E27FC236}">
                    <a16:creationId xmlns:a16="http://schemas.microsoft.com/office/drawing/2014/main" id="{B16A6721-850B-385C-533C-6A9866A913DD}"/>
                  </a:ext>
                </a:extLst>
              </p:cNvPr>
              <p:cNvSpPr txBox="1">
                <a:spLocks noRot="1" noChangeAspect="1" noMove="1" noResize="1" noEditPoints="1" noAdjustHandles="1" noChangeArrowheads="1" noChangeShapeType="1" noTextEdit="1"/>
              </p:cNvSpPr>
              <p:nvPr/>
            </p:nvSpPr>
            <p:spPr>
              <a:xfrm>
                <a:off x="8034292" y="2124016"/>
                <a:ext cx="857185" cy="369332"/>
              </a:xfrm>
              <a:prstGeom prst="rect">
                <a:avLst/>
              </a:prstGeom>
              <a:blipFill>
                <a:blip r:embed="rId5"/>
                <a:stretch>
                  <a:fillRect r="-638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0FE10414-26FB-E511-ACD9-5413C5A684C1}"/>
                  </a:ext>
                </a:extLst>
              </p:cNvPr>
              <p:cNvSpPr txBox="1"/>
              <p:nvPr/>
            </p:nvSpPr>
            <p:spPr>
              <a:xfrm>
                <a:off x="9688667" y="2693667"/>
                <a:ext cx="85718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xmlns="">
          <p:sp>
            <p:nvSpPr>
              <p:cNvPr id="6" name="文本框 5">
                <a:extLst>
                  <a:ext uri="{FF2B5EF4-FFF2-40B4-BE49-F238E27FC236}">
                    <a16:creationId xmlns:a16="http://schemas.microsoft.com/office/drawing/2014/main" id="{0FE10414-26FB-E511-ACD9-5413C5A684C1}"/>
                  </a:ext>
                </a:extLst>
              </p:cNvPr>
              <p:cNvSpPr txBox="1">
                <a:spLocks noRot="1" noChangeAspect="1" noMove="1" noResize="1" noEditPoints="1" noAdjustHandles="1" noChangeArrowheads="1" noChangeShapeType="1" noTextEdit="1"/>
              </p:cNvSpPr>
              <p:nvPr/>
            </p:nvSpPr>
            <p:spPr>
              <a:xfrm>
                <a:off x="9688667" y="2693667"/>
                <a:ext cx="857185" cy="369332"/>
              </a:xfrm>
              <a:prstGeom prst="rect">
                <a:avLst/>
              </a:prstGeom>
              <a:blipFill>
                <a:blip r:embed="rId6"/>
                <a:stretch>
                  <a:fillRect r="-709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B0A4CBBD-B2A0-56E3-7250-F79AB3A5261A}"/>
                  </a:ext>
                </a:extLst>
              </p:cNvPr>
              <p:cNvSpPr txBox="1"/>
              <p:nvPr/>
            </p:nvSpPr>
            <p:spPr>
              <a:xfrm>
                <a:off x="9688667" y="3586274"/>
                <a:ext cx="85718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xmlns="">
          <p:sp>
            <p:nvSpPr>
              <p:cNvPr id="8" name="文本框 7">
                <a:extLst>
                  <a:ext uri="{FF2B5EF4-FFF2-40B4-BE49-F238E27FC236}">
                    <a16:creationId xmlns:a16="http://schemas.microsoft.com/office/drawing/2014/main" id="{B0A4CBBD-B2A0-56E3-7250-F79AB3A5261A}"/>
                  </a:ext>
                </a:extLst>
              </p:cNvPr>
              <p:cNvSpPr txBox="1">
                <a:spLocks noRot="1" noChangeAspect="1" noMove="1" noResize="1" noEditPoints="1" noAdjustHandles="1" noChangeArrowheads="1" noChangeShapeType="1" noTextEdit="1"/>
              </p:cNvSpPr>
              <p:nvPr/>
            </p:nvSpPr>
            <p:spPr>
              <a:xfrm>
                <a:off x="9688667" y="3586274"/>
                <a:ext cx="857185" cy="369332"/>
              </a:xfrm>
              <a:prstGeom prst="rect">
                <a:avLst/>
              </a:prstGeom>
              <a:blipFill>
                <a:blip r:embed="rId7"/>
                <a:stretch>
                  <a:fillRect r="-7092"/>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1011925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AAE5F3B-2B15-31C4-8BEC-9AC82D9A9EBB}"/>
                  </a:ext>
                </a:extLst>
              </p:cNvPr>
              <p:cNvSpPr>
                <a:spLocks noGrp="1"/>
              </p:cNvSpPr>
              <p:nvPr>
                <p:ph type="title"/>
              </p:nvPr>
            </p:nvSpPr>
            <p:spPr/>
            <p:txBody>
              <a:bodyPr/>
              <a:lstStyle/>
              <a:p>
                <a:r>
                  <a:rPr lang="en-GB" dirty="0"/>
                  <a:t>Example: OR</a:t>
                </a:r>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 </m:t>
                    </m:r>
                    <m:r>
                      <a:rPr lang="en-GB" altLang="zh-CN" i="1">
                        <a:solidFill>
                          <a:schemeClr val="accent2"/>
                        </a:solidFill>
                        <a:latin typeface="Cambria Math" panose="02040503050406030204" pitchFamily="18" charset="0"/>
                      </a:rPr>
                      <m:t>𝐴</m:t>
                    </m:r>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𝐵</m:t>
                    </m:r>
                  </m:oMath>
                </a14:m>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m:t>
                    </m:r>
                  </m:oMath>
                </a14:m>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𝐴</m:t>
                    </m:r>
                    <m:acc>
                      <m:accPr>
                        <m:chr m:val="̅"/>
                        <m:ctrlPr>
                          <a:rPr lang="en-GB" altLang="zh-CN" i="1">
                            <a:solidFill>
                              <a:schemeClr val="accent2"/>
                            </a:solidFill>
                            <a:latin typeface="Cambria Math" panose="02040503050406030204" pitchFamily="18" charset="0"/>
                          </a:rPr>
                        </m:ctrlPr>
                      </m:accPr>
                      <m:e>
                        <m:r>
                          <a:rPr lang="en-GB" altLang="zh-CN" i="1">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𝐴</m:t>
                    </m:r>
                    <m:r>
                      <a:rPr lang="en-GB" altLang="zh-CN" i="1">
                        <a:solidFill>
                          <a:schemeClr val="accent2"/>
                        </a:solidFill>
                        <a:latin typeface="Cambria Math" panose="02040503050406030204" pitchFamily="18" charset="0"/>
                      </a:rPr>
                      <m:t>)</m:t>
                    </m:r>
                    <m:acc>
                      <m:accPr>
                        <m:chr m:val="̅"/>
                        <m:ctrlPr>
                          <a:rPr lang="en-GB" altLang="zh-CN" i="1" dirty="0">
                            <a:solidFill>
                              <a:schemeClr val="accent2"/>
                            </a:solidFill>
                            <a:latin typeface="Cambria Math" panose="02040503050406030204" pitchFamily="18" charset="0"/>
                          </a:rPr>
                        </m:ctrlPr>
                      </m:accPr>
                      <m:e>
                        <m:r>
                          <a:rPr lang="en-GB" altLang="zh-CN" i="1" dirty="0">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𝐵</m:t>
                    </m:r>
                    <m:acc>
                      <m:accPr>
                        <m:chr m:val="̅"/>
                        <m:ctrlPr>
                          <a:rPr lang="en-GB" altLang="zh-CN" i="1">
                            <a:solidFill>
                              <a:schemeClr val="accent2"/>
                            </a:solidFill>
                            <a:latin typeface="Cambria Math" panose="02040503050406030204" pitchFamily="18" charset="0"/>
                          </a:rPr>
                        </m:ctrlPr>
                      </m:accPr>
                      <m:e>
                        <m:r>
                          <a:rPr lang="en-GB" altLang="zh-CN" i="1">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𝐵</m:t>
                    </m:r>
                    <m:r>
                      <a:rPr lang="en-GB" altLang="zh-CN" i="1">
                        <a:solidFill>
                          <a:schemeClr val="accent2"/>
                        </a:solidFill>
                        <a:latin typeface="Cambria Math" panose="02040503050406030204" pitchFamily="18" charset="0"/>
                      </a:rPr>
                      <m:t>))</m:t>
                    </m:r>
                  </m:oMath>
                </a14:m>
                <a:endParaRPr lang="en-GB" dirty="0"/>
              </a:p>
            </p:txBody>
          </p:sp>
        </mc:Choice>
        <mc:Fallback xmlns="">
          <p:sp>
            <p:nvSpPr>
              <p:cNvPr id="2" name="Title 1">
                <a:extLst>
                  <a:ext uri="{FF2B5EF4-FFF2-40B4-BE49-F238E27FC236}">
                    <a16:creationId xmlns:a16="http://schemas.microsoft.com/office/drawing/2014/main" id="{5AAE5F3B-2B15-31C4-8BEC-9AC82D9A9EBB}"/>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79D18F0-9D18-9280-8CAE-0866ADE61DF2}"/>
                  </a:ext>
                </a:extLst>
              </p:cNvPr>
              <p:cNvSpPr>
                <a:spLocks noGrp="1"/>
              </p:cNvSpPr>
              <p:nvPr>
                <p:ph sz="half" idx="1"/>
              </p:nvPr>
            </p:nvSpPr>
            <p:spPr>
              <a:xfrm>
                <a:off x="115410" y="1825625"/>
                <a:ext cx="6072326" cy="4351338"/>
              </a:xfrm>
            </p:spPr>
            <p:txBody>
              <a:bodyPr>
                <a:normAutofit fontScale="92500"/>
              </a:bodyPr>
              <a:lstStyle/>
              <a:p>
                <a:r>
                  <a:rPr lang="en-GB" dirty="0"/>
                  <a:t> </a:t>
                </a:r>
                <a14:m>
                  <m:oMath xmlns:m="http://schemas.openxmlformats.org/officeDocument/2006/math">
                    <m:r>
                      <a:rPr lang="en-GB" b="0" i="1" smtClean="0">
                        <a:latin typeface="Cambria Math" panose="02040503050406030204" pitchFamily="18" charset="0"/>
                      </a:rPr>
                      <m:t>¬</m:t>
                    </m:r>
                    <m:r>
                      <a:rPr lang="en-GB" b="0" i="0"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oMath>
                </a14:m>
                <a:r>
                  <a:rPr lang="en-GB" dirty="0"/>
                  <a:t> (</a:t>
                </a:r>
                <a:r>
                  <a:rPr lang="en-GB" dirty="0" err="1"/>
                  <a:t>DeMorgan’s</a:t>
                </a:r>
                <a:r>
                  <a:rPr lang="en-GB" dirty="0"/>
                  <a:t> Law)</a:t>
                </a:r>
              </a:p>
              <a:p>
                <a:r>
                  <a:rPr lang="en-GB" dirty="0"/>
                  <a:t>Therefore </a:t>
                </a:r>
                <a14:m>
                  <m:oMath xmlns:m="http://schemas.openxmlformats.org/officeDocument/2006/math">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𝐵</m:t>
                    </m:r>
                    <m:r>
                      <a:rPr lang="en-GB" b="0" i="1" smtClean="0">
                        <a:solidFill>
                          <a:schemeClr val="accent2"/>
                        </a:solidFill>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oMath>
                </a14:m>
                <a:endParaRPr lang="en-GB" dirty="0"/>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m:t>
                            </m:r>
                            <m:r>
                              <a:rPr lang="en-GB" b="0" i="1" smtClean="0">
                                <a:latin typeface="Cambria Math" panose="02040503050406030204" pitchFamily="18" charset="0"/>
                              </a:rPr>
                              <m:t>𝐴</m:t>
                            </m:r>
                            <m:acc>
                              <m:accPr>
                                <m:chr m:val="̅"/>
                                <m:ctrlPr>
                                  <a:rPr lang="en-GB" i="1">
                                    <a:latin typeface="Cambria Math" panose="02040503050406030204" pitchFamily="18" charset="0"/>
                                  </a:rPr>
                                </m:ctrlPr>
                              </m:accPr>
                              <m:e>
                                <m:r>
                                  <a:rPr lang="en-GB" b="0" i="1" smtClean="0">
                                    <a:latin typeface="Cambria Math" panose="02040503050406030204" pitchFamily="18" charset="0"/>
                                  </a:rPr>
                                  <m:t>∧</m:t>
                                </m:r>
                              </m:e>
                            </m:acc>
                            <m:r>
                              <a:rPr lang="en-GB" b="0" i="1" smtClean="0">
                                <a:latin typeface="Cambria Math" panose="02040503050406030204" pitchFamily="18" charset="0"/>
                              </a:rPr>
                              <m:t>¬</m:t>
                            </m:r>
                            <m:r>
                              <a:rPr lang="en-GB" b="0" i="1" smtClean="0">
                                <a:latin typeface="Cambria Math" panose="02040503050406030204" pitchFamily="18" charset="0"/>
                              </a:rPr>
                              <m:t>𝐵</m:t>
                            </m:r>
                          </m:e>
                        </m:d>
                      </m:e>
                    </m:d>
                  </m:oMath>
                </a14:m>
                <a:r>
                  <a:rPr lang="en-GB" dirty="0"/>
                  <a:t> (Remember, </a:t>
                </a:r>
                <a14:m>
                  <m:oMath xmlns:m="http://schemas.openxmlformats.org/officeDocument/2006/math">
                    <m:r>
                      <a:rPr lang="en-GB" b="0" i="1" smtClean="0">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oMath>
                </a14:m>
                <a:endParaRPr lang="en-GB" dirty="0"/>
              </a:p>
              <a:p>
                <a14:m>
                  <m:oMath xmlns:m="http://schemas.openxmlformats.org/officeDocument/2006/math">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smtClean="0">
                            <a:latin typeface="Cambria Math" panose="02040503050406030204" pitchFamily="18" charset="0"/>
                          </a:rPr>
                          <m:t>∧</m:t>
                        </m:r>
                      </m:e>
                    </m:acc>
                    <m:r>
                      <a:rPr lang="en-GB" i="1">
                        <a:latin typeface="Cambria Math" panose="02040503050406030204" pitchFamily="18" charset="0"/>
                      </a:rPr>
                      <m:t>¬</m:t>
                    </m:r>
                    <m:r>
                      <a:rPr lang="en-GB" i="1">
                        <a:latin typeface="Cambria Math" panose="02040503050406030204" pitchFamily="18" charset="0"/>
                      </a:rPr>
                      <m:t>𝐵</m:t>
                    </m:r>
                  </m:oMath>
                </a14:m>
                <a:endParaRPr lang="en-GB" dirty="0"/>
              </a:p>
              <a:p>
                <a14:m>
                  <m:oMath xmlns:m="http://schemas.openxmlformats.org/officeDocument/2006/math">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m:t>
                    </m:r>
                    <m:r>
                      <a:rPr lang="en-GB" i="1">
                        <a:solidFill>
                          <a:schemeClr val="accent2"/>
                        </a:solidFill>
                        <a:latin typeface="Cambria Math" panose="02040503050406030204" pitchFamily="18" charset="0"/>
                      </a:rPr>
                      <m:t>𝐴</m:t>
                    </m:r>
                    <m:acc>
                      <m:accPr>
                        <m:chr m:val="̅"/>
                        <m:ctrlPr>
                          <a:rPr lang="en-GB" i="1">
                            <a:solidFill>
                              <a:schemeClr val="accent2"/>
                            </a:solidFill>
                            <a:latin typeface="Cambria Math" panose="02040503050406030204" pitchFamily="18" charset="0"/>
                          </a:rPr>
                        </m:ctrlPr>
                      </m:accPr>
                      <m:e>
                        <m:r>
                          <a:rPr lang="en-GB" i="1">
                            <a:solidFill>
                              <a:schemeClr val="accent2"/>
                            </a:solidFill>
                            <a:latin typeface="Cambria Math" panose="02040503050406030204" pitchFamily="18" charset="0"/>
                          </a:rPr>
                          <m:t>∧</m:t>
                        </m:r>
                      </m:e>
                    </m:acc>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acc>
                      <m:accPr>
                        <m:chr m:val="̅"/>
                        <m:ctrlPr>
                          <a:rPr lang="en-GB" b="0" i="1" dirty="0" smtClean="0">
                            <a:solidFill>
                              <a:schemeClr val="accent2"/>
                            </a:solidFill>
                            <a:latin typeface="Cambria Math" panose="02040503050406030204" pitchFamily="18" charset="0"/>
                          </a:rPr>
                        </m:ctrlPr>
                      </m:accPr>
                      <m:e>
                        <m:r>
                          <a:rPr lang="en-GB" b="0" i="1" dirty="0" smtClean="0">
                            <a:solidFill>
                              <a:schemeClr val="accent2"/>
                            </a:solidFill>
                            <a:latin typeface="Cambria Math" panose="02040503050406030204" pitchFamily="18" charset="0"/>
                          </a:rPr>
                          <m:t>∧</m:t>
                        </m:r>
                      </m:e>
                    </m:acc>
                    <m:r>
                      <a:rPr lang="en-GB" i="1">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𝐵</m:t>
                    </m:r>
                    <m:acc>
                      <m:accPr>
                        <m:chr m:val="̅"/>
                        <m:ctrlPr>
                          <a:rPr lang="en-GB" i="1">
                            <a:solidFill>
                              <a:schemeClr val="accent2"/>
                            </a:solidFill>
                            <a:latin typeface="Cambria Math" panose="02040503050406030204" pitchFamily="18" charset="0"/>
                          </a:rPr>
                        </m:ctrlPr>
                      </m:accPr>
                      <m:e>
                        <m:r>
                          <a:rPr lang="en-GB" i="1">
                            <a:solidFill>
                              <a:schemeClr val="accent2"/>
                            </a:solidFill>
                            <a:latin typeface="Cambria Math" panose="02040503050406030204" pitchFamily="18" charset="0"/>
                          </a:rPr>
                          <m:t>∧</m:t>
                        </m:r>
                      </m:e>
                    </m:acc>
                    <m:r>
                      <a:rPr lang="en-GB" b="0" i="1" smtClean="0">
                        <a:solidFill>
                          <a:schemeClr val="accent2"/>
                        </a:solidFill>
                        <a:latin typeface="Cambria Math" panose="02040503050406030204" pitchFamily="18" charset="0"/>
                      </a:rPr>
                      <m:t>𝐵</m:t>
                    </m:r>
                    <m:r>
                      <a:rPr lang="en-GB" i="1">
                        <a:solidFill>
                          <a:schemeClr val="accent2"/>
                        </a:solidFill>
                        <a:latin typeface="Cambria Math" panose="02040503050406030204" pitchFamily="18" charset="0"/>
                      </a:rPr>
                      <m:t>)</m:t>
                    </m:r>
                  </m:oMath>
                </a14:m>
                <a:r>
                  <a:rPr lang="en-GB" dirty="0">
                    <a:solidFill>
                      <a:schemeClr val="accent2"/>
                    </a:solidFill>
                  </a:rPr>
                  <a:t> </a:t>
                </a:r>
                <a:r>
                  <a:rPr lang="en-GB" dirty="0"/>
                  <a:t>(Remember, </a:t>
                </a:r>
                <a14:m>
                  <m:oMath xmlns:m="http://schemas.openxmlformats.org/officeDocument/2006/math">
                    <m:r>
                      <a:rPr lang="en-GB" i="1" dirty="0">
                        <a:latin typeface="Cambria Math" panose="02040503050406030204" pitchFamily="18" charset="0"/>
                      </a:rPr>
                      <m:t>¬ </m:t>
                    </m:r>
                    <m:r>
                      <a:rPr lang="en-GB" i="1" dirty="0">
                        <a:latin typeface="Cambria Math" panose="02040503050406030204" pitchFamily="18" charset="0"/>
                      </a:rPr>
                      <m:t>𝐴</m:t>
                    </m:r>
                    <m:r>
                      <a:rPr lang="en-GB" i="1" dirty="0">
                        <a:latin typeface="Cambria Math" panose="02040503050406030204" pitchFamily="18" charset="0"/>
                      </a:rPr>
                      <m:t>≡ </m:t>
                    </m:r>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𝐴</m:t>
                    </m:r>
                  </m:oMath>
                </a14:m>
                <a:r>
                  <a:rPr lang="en-GB" dirty="0"/>
                  <a:t>)</a:t>
                </a:r>
              </a:p>
              <a:p>
                <a:endParaRPr lang="en-GB" dirty="0"/>
              </a:p>
              <a:p>
                <a:r>
                  <a:rPr lang="zh-CN" altLang="en-US" dirty="0">
                    <a:solidFill>
                      <a:schemeClr val="accent2"/>
                    </a:solidFill>
                  </a:rPr>
                  <a:t>意义：用</a:t>
                </a:r>
                <a:r>
                  <a:rPr lang="en-US" altLang="zh-CN" dirty="0">
                    <a:solidFill>
                      <a:schemeClr val="accent2"/>
                    </a:solidFill>
                  </a:rPr>
                  <a:t>3</a:t>
                </a:r>
                <a:r>
                  <a:rPr lang="zh-CN" altLang="en-US" dirty="0">
                    <a:solidFill>
                      <a:schemeClr val="accent2"/>
                    </a:solidFill>
                  </a:rPr>
                  <a:t>个与非门来实现：</a:t>
                </a:r>
                <a:r>
                  <a:rPr lang="en-GB" altLang="zh-CN" dirty="0">
                    <a:solidFill>
                      <a:schemeClr val="accent2"/>
                    </a:solidFill>
                  </a:rPr>
                  <a:t> </a:t>
                </a:r>
                <a14:m>
                  <m:oMath xmlns:m="http://schemas.openxmlformats.org/officeDocument/2006/math">
                    <m:r>
                      <a:rPr lang="en-GB" altLang="zh-CN">
                        <a:solidFill>
                          <a:schemeClr val="accent2"/>
                        </a:solidFill>
                        <a:latin typeface="Cambria Math" panose="02040503050406030204" pitchFamily="18" charset="0"/>
                      </a:rPr>
                      <m:t>𝐴</m:t>
                    </m:r>
                    <m:r>
                      <a:rPr lang="en-GB" altLang="zh-CN">
                        <a:solidFill>
                          <a:schemeClr val="accent2"/>
                        </a:solidFill>
                        <a:latin typeface="Cambria Math" panose="02040503050406030204" pitchFamily="18" charset="0"/>
                      </a:rPr>
                      <m:t>∨</m:t>
                    </m:r>
                    <m:r>
                      <a:rPr lang="en-GB" altLang="zh-CN">
                        <a:solidFill>
                          <a:schemeClr val="accent2"/>
                        </a:solidFill>
                        <a:latin typeface="Cambria Math" panose="02040503050406030204" pitchFamily="18" charset="0"/>
                      </a:rPr>
                      <m:t>𝐵</m:t>
                    </m:r>
                  </m:oMath>
                </a14:m>
                <a:endParaRPr lang="en-GB" altLang="zh-CN" dirty="0">
                  <a:solidFill>
                    <a:schemeClr val="accent2"/>
                  </a:solidFill>
                </a:endParaRPr>
              </a:p>
              <a:p>
                <a:endParaRPr lang="en-GB" dirty="0"/>
              </a:p>
              <a:p>
                <a:endParaRPr lang="en-GB" dirty="0"/>
              </a:p>
              <a:p>
                <a:endParaRPr lang="en-GB" dirty="0"/>
              </a:p>
              <a:p>
                <a:endParaRPr lang="en-GB" dirty="0"/>
              </a:p>
            </p:txBody>
          </p:sp>
        </mc:Choice>
        <mc:Fallback xmlns="">
          <p:sp>
            <p:nvSpPr>
              <p:cNvPr id="3" name="Content Placeholder 2">
                <a:extLst>
                  <a:ext uri="{FF2B5EF4-FFF2-40B4-BE49-F238E27FC236}">
                    <a16:creationId xmlns:a16="http://schemas.microsoft.com/office/drawing/2014/main" id="{D79D18F0-9D18-9280-8CAE-0866ADE61DF2}"/>
                  </a:ext>
                </a:extLst>
              </p:cNvPr>
              <p:cNvSpPr>
                <a:spLocks noGrp="1" noRot="1" noChangeAspect="1" noMove="1" noResize="1" noEditPoints="1" noAdjustHandles="1" noChangeArrowheads="1" noChangeShapeType="1" noTextEdit="1"/>
              </p:cNvSpPr>
              <p:nvPr>
                <p:ph sz="half" idx="1"/>
              </p:nvPr>
            </p:nvSpPr>
            <p:spPr>
              <a:xfrm>
                <a:off x="115410" y="1825625"/>
                <a:ext cx="6072326" cy="4351338"/>
              </a:xfrm>
              <a:blipFill>
                <a:blip r:embed="rId3"/>
                <a:stretch>
                  <a:fillRect l="-1606" t="-2101" r="-402"/>
                </a:stretch>
              </a:blipFill>
            </p:spPr>
            <p:txBody>
              <a:bodyPr/>
              <a:lstStyle/>
              <a:p>
                <a:r>
                  <a:rPr lang="zh-CN" altLang="en-US">
                    <a:noFill/>
                  </a:rPr>
                  <a:t> </a:t>
                </a:r>
              </a:p>
            </p:txBody>
          </p:sp>
        </mc:Fallback>
      </mc:AlternateContent>
      <p:pic>
        <p:nvPicPr>
          <p:cNvPr id="8" name="Content Placeholder 7">
            <a:extLst>
              <a:ext uri="{FF2B5EF4-FFF2-40B4-BE49-F238E27FC236}">
                <a16:creationId xmlns:a16="http://schemas.microsoft.com/office/drawing/2014/main" id="{25FB3789-C18B-7811-E504-6522D603F341}"/>
              </a:ext>
            </a:extLst>
          </p:cNvPr>
          <p:cNvPicPr>
            <a:picLocks noGrp="1" noChangeAspect="1"/>
          </p:cNvPicPr>
          <p:nvPr>
            <p:ph sz="half" idx="2"/>
          </p:nvPr>
        </p:nvPicPr>
        <p:blipFill>
          <a:blip r:embed="rId4"/>
          <a:stretch>
            <a:fillRect/>
          </a:stretch>
        </p:blipFill>
        <p:spPr>
          <a:xfrm>
            <a:off x="6360856" y="1825625"/>
            <a:ext cx="5181600" cy="2683803"/>
          </a:xfrm>
        </p:spPr>
      </p:pic>
      <p:sp>
        <p:nvSpPr>
          <p:cNvPr id="5" name="矩形 4">
            <a:extLst>
              <a:ext uri="{FF2B5EF4-FFF2-40B4-BE49-F238E27FC236}">
                <a16:creationId xmlns:a16="http://schemas.microsoft.com/office/drawing/2014/main" id="{051C08AA-FE42-2DAF-A6CB-93FF65162E27}"/>
              </a:ext>
            </a:extLst>
          </p:cNvPr>
          <p:cNvSpPr/>
          <p:nvPr/>
        </p:nvSpPr>
        <p:spPr>
          <a:xfrm>
            <a:off x="6640497" y="2237173"/>
            <a:ext cx="2308194" cy="82562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AA7FB489-FC05-3D19-E4BB-A5F56E6F8E5C}"/>
              </a:ext>
            </a:extLst>
          </p:cNvPr>
          <p:cNvSpPr/>
          <p:nvPr/>
        </p:nvSpPr>
        <p:spPr>
          <a:xfrm>
            <a:off x="6640497" y="3277340"/>
            <a:ext cx="2308194" cy="82562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5AA4EC5B-2042-0F6F-A2E2-7F45892711F7}"/>
                  </a:ext>
                </a:extLst>
              </p:cNvPr>
              <p:cNvSpPr txBox="1"/>
              <p:nvPr/>
            </p:nvSpPr>
            <p:spPr>
              <a:xfrm>
                <a:off x="9228332" y="3357809"/>
                <a:ext cx="761555" cy="369332"/>
              </a:xfrm>
              <a:prstGeom prst="rect">
                <a:avLst/>
              </a:prstGeom>
              <a:noFill/>
            </p:spPr>
            <p:txBody>
              <a:bodyPr wrap="none" rtlCol="0">
                <a:spAutoFit/>
              </a:bodyPr>
              <a:lstStyle/>
              <a:p>
                <a:r>
                  <a:rPr lang="en-GB" altLang="zh-CN" dirty="0"/>
                  <a:t>B </a:t>
                </a:r>
                <a14:m>
                  <m:oMath xmlns:m="http://schemas.openxmlformats.org/officeDocument/2006/math">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US" altLang="zh-CN" b="0" i="1" smtClean="0">
                        <a:solidFill>
                          <a:schemeClr val="tx1"/>
                        </a:solidFill>
                        <a:latin typeface="Cambria Math" panose="02040503050406030204" pitchFamily="18" charset="0"/>
                      </a:rPr>
                      <m:t>𝐵</m:t>
                    </m:r>
                  </m:oMath>
                </a14:m>
                <a:r>
                  <a:rPr lang="en-US" altLang="zh-CN" dirty="0">
                    <a:solidFill>
                      <a:schemeClr val="tx1"/>
                    </a:solidFill>
                  </a:rPr>
                  <a:t> </a:t>
                </a:r>
                <a:endParaRPr lang="zh-CN" altLang="en-US" dirty="0">
                  <a:solidFill>
                    <a:schemeClr val="tx1"/>
                  </a:solidFill>
                </a:endParaRPr>
              </a:p>
            </p:txBody>
          </p:sp>
        </mc:Choice>
        <mc:Fallback xmlns="">
          <p:sp>
            <p:nvSpPr>
              <p:cNvPr id="9" name="文本框 8">
                <a:extLst>
                  <a:ext uri="{FF2B5EF4-FFF2-40B4-BE49-F238E27FC236}">
                    <a16:creationId xmlns:a16="http://schemas.microsoft.com/office/drawing/2014/main" id="{5AA4EC5B-2042-0F6F-A2E2-7F45892711F7}"/>
                  </a:ext>
                </a:extLst>
              </p:cNvPr>
              <p:cNvSpPr txBox="1">
                <a:spLocks noRot="1" noChangeAspect="1" noMove="1" noResize="1" noEditPoints="1" noAdjustHandles="1" noChangeArrowheads="1" noChangeShapeType="1" noTextEdit="1"/>
              </p:cNvSpPr>
              <p:nvPr/>
            </p:nvSpPr>
            <p:spPr>
              <a:xfrm>
                <a:off x="9228332" y="3357809"/>
                <a:ext cx="761555" cy="369332"/>
              </a:xfrm>
              <a:prstGeom prst="rect">
                <a:avLst/>
              </a:prstGeom>
              <a:blipFill>
                <a:blip r:embed="rId5"/>
                <a:stretch>
                  <a:fillRect l="-7200" t="-10000" r="-8800" b="-2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A5AE4BF3-08E4-7BD6-126E-3866D10B8AA7}"/>
                  </a:ext>
                </a:extLst>
              </p:cNvPr>
              <p:cNvSpPr txBox="1"/>
              <p:nvPr/>
            </p:nvSpPr>
            <p:spPr>
              <a:xfrm>
                <a:off x="9121811" y="2328686"/>
                <a:ext cx="772647" cy="369332"/>
              </a:xfrm>
              <a:prstGeom prst="rect">
                <a:avLst/>
              </a:prstGeom>
              <a:noFill/>
            </p:spPr>
            <p:txBody>
              <a:bodyPr wrap="none" rtlCol="0">
                <a:spAutoFit/>
              </a:bodyPr>
              <a:lstStyle/>
              <a:p>
                <a14:m>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𝐴</m:t>
                    </m:r>
                  </m:oMath>
                </a14:m>
                <a:r>
                  <a:rPr lang="en-US" altLang="zh-CN" dirty="0">
                    <a:solidFill>
                      <a:schemeClr val="tx1"/>
                    </a:solidFill>
                  </a:rPr>
                  <a:t> </a:t>
                </a:r>
                <a:endParaRPr lang="zh-CN" altLang="en-US" dirty="0">
                  <a:solidFill>
                    <a:schemeClr val="tx1"/>
                  </a:solidFill>
                </a:endParaRPr>
              </a:p>
            </p:txBody>
          </p:sp>
        </mc:Choice>
        <mc:Fallback xmlns="">
          <p:sp>
            <p:nvSpPr>
              <p:cNvPr id="10" name="文本框 9">
                <a:extLst>
                  <a:ext uri="{FF2B5EF4-FFF2-40B4-BE49-F238E27FC236}">
                    <a16:creationId xmlns:a16="http://schemas.microsoft.com/office/drawing/2014/main" id="{A5AE4BF3-08E4-7BD6-126E-3866D10B8AA7}"/>
                  </a:ext>
                </a:extLst>
              </p:cNvPr>
              <p:cNvSpPr txBox="1">
                <a:spLocks noRot="1" noChangeAspect="1" noMove="1" noResize="1" noEditPoints="1" noAdjustHandles="1" noChangeArrowheads="1" noChangeShapeType="1" noTextEdit="1"/>
              </p:cNvSpPr>
              <p:nvPr/>
            </p:nvSpPr>
            <p:spPr>
              <a:xfrm>
                <a:off x="9121811" y="2328686"/>
                <a:ext cx="772647" cy="369332"/>
              </a:xfrm>
              <a:prstGeom prst="rect">
                <a:avLst/>
              </a:prstGeom>
              <a:blipFill>
                <a:blip r:embed="rId6"/>
                <a:stretch>
                  <a:fillRect r="-1023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0481796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49A95E8C-6CF9-7928-606D-D8C8F5286E23}"/>
                  </a:ext>
                </a:extLst>
              </p:cNvPr>
              <p:cNvSpPr>
                <a:spLocks noGrp="1"/>
              </p:cNvSpPr>
              <p:nvPr>
                <p:ph type="title"/>
              </p:nvPr>
            </p:nvSpPr>
            <p:spPr>
              <a:xfrm>
                <a:off x="284085" y="365125"/>
                <a:ext cx="11975977" cy="1325563"/>
              </a:xfrm>
            </p:spPr>
            <p:txBody>
              <a:bodyPr>
                <a:normAutofit/>
              </a:bodyPr>
              <a:lstStyle/>
              <a:p>
                <a:r>
                  <a:rPr lang="en-GB" sz="3200" dirty="0"/>
                  <a:t>Example: XOR(</a:t>
                </a:r>
                <a14:m>
                  <m:oMath xmlns:m="http://schemas.openxmlformats.org/officeDocument/2006/math">
                    <m:r>
                      <a:rPr lang="en-GB" altLang="zh-CN" sz="3200" i="1" smtClean="0">
                        <a:solidFill>
                          <a:schemeClr val="accent2"/>
                        </a:solidFill>
                        <a:latin typeface="Cambria Math" panose="02040503050406030204" pitchFamily="18" charset="0"/>
                      </a:rPr>
                      <m:t>𝐴</m:t>
                    </m:r>
                    <m:r>
                      <a:rPr lang="en-GB" altLang="zh-CN" sz="3200" i="1" smtClean="0">
                        <a:solidFill>
                          <a:schemeClr val="accent2"/>
                        </a:solidFill>
                        <a:latin typeface="Cambria Math" panose="02040503050406030204" pitchFamily="18" charset="0"/>
                      </a:rPr>
                      <m:t>⊕</m:t>
                    </m:r>
                    <m:r>
                      <a:rPr lang="en-GB" altLang="zh-CN" sz="3200" i="1" smtClean="0">
                        <a:solidFill>
                          <a:schemeClr val="accent2"/>
                        </a:solidFill>
                        <a:latin typeface="Cambria Math" panose="02040503050406030204" pitchFamily="18" charset="0"/>
                      </a:rPr>
                      <m:t>𝐵</m:t>
                    </m:r>
                  </m:oMath>
                </a14:m>
                <a:r>
                  <a:rPr lang="en-GB" altLang="zh-CN" sz="3200" dirty="0">
                    <a:solidFill>
                      <a:schemeClr val="accent2"/>
                    </a:solidFill>
                  </a:rPr>
                  <a:t> </a:t>
                </a:r>
                <a14:m>
                  <m:oMath xmlns:m="http://schemas.openxmlformats.org/officeDocument/2006/math">
                    <m:r>
                      <a:rPr lang="en-US" altLang="zh-CN" sz="3200" b="0" i="0" smtClean="0">
                        <a:solidFill>
                          <a:schemeClr val="accent2"/>
                        </a:solidFill>
                        <a:latin typeface="Cambria Math" panose="02040503050406030204" pitchFamily="18" charset="0"/>
                      </a:rPr>
                      <m:t> </m:t>
                    </m:r>
                    <m:r>
                      <a:rPr lang="en-GB" altLang="zh-CN" sz="3200" i="1" smtClean="0">
                        <a:solidFill>
                          <a:schemeClr val="accent2"/>
                        </a:solidFill>
                        <a:latin typeface="Cambria Math" panose="02040503050406030204" pitchFamily="18" charset="0"/>
                      </a:rPr>
                      <m:t>≡</m:t>
                    </m:r>
                    <m:r>
                      <a:rPr lang="en-US" altLang="zh-CN" sz="3200" b="0" i="1" smtClean="0">
                        <a:solidFill>
                          <a:schemeClr val="accent2"/>
                        </a:solidFill>
                        <a:latin typeface="Cambria Math" panose="02040503050406030204" pitchFamily="18" charset="0"/>
                      </a:rPr>
                      <m:t> </m:t>
                    </m:r>
                    <m:d>
                      <m:dPr>
                        <m:ctrlPr>
                          <a:rPr lang="en-GB" altLang="zh-CN" sz="3200" i="1">
                            <a:solidFill>
                              <a:schemeClr val="accent2"/>
                            </a:solidFill>
                            <a:latin typeface="Cambria Math" panose="02040503050406030204" pitchFamily="18" charset="0"/>
                          </a:rPr>
                        </m:ctrlPr>
                      </m:dPr>
                      <m:e>
                        <m:r>
                          <a:rPr lang="en-GB" altLang="zh-CN" sz="3200" i="1">
                            <a:solidFill>
                              <a:schemeClr val="accent2"/>
                            </a:solidFill>
                            <a:latin typeface="Cambria Math" panose="02040503050406030204" pitchFamily="18" charset="0"/>
                          </a:rPr>
                          <m:t>𝐴</m:t>
                        </m:r>
                        <m:acc>
                          <m:accPr>
                            <m:chr m:val="̅"/>
                            <m:ctrlPr>
                              <a:rPr lang="en-GB" altLang="zh-CN" sz="3200" i="1">
                                <a:solidFill>
                                  <a:schemeClr val="accent2"/>
                                </a:solidFill>
                                <a:latin typeface="Cambria Math" panose="02040503050406030204" pitchFamily="18" charset="0"/>
                              </a:rPr>
                            </m:ctrlPr>
                          </m:accPr>
                          <m:e>
                            <m:r>
                              <a:rPr lang="en-GB" altLang="zh-CN" sz="3200" i="1">
                                <a:solidFill>
                                  <a:schemeClr val="accent2"/>
                                </a:solidFill>
                                <a:latin typeface="Cambria Math" panose="02040503050406030204" pitchFamily="18" charset="0"/>
                              </a:rPr>
                              <m:t>∧</m:t>
                            </m:r>
                          </m:e>
                        </m:acc>
                        <m:d>
                          <m:dPr>
                            <m:ctrlPr>
                              <a:rPr lang="en-GB" altLang="zh-CN" sz="3200" i="1">
                                <a:solidFill>
                                  <a:schemeClr val="accent2"/>
                                </a:solidFill>
                                <a:latin typeface="Cambria Math" panose="02040503050406030204" pitchFamily="18" charset="0"/>
                              </a:rPr>
                            </m:ctrlPr>
                          </m:dPr>
                          <m:e>
                            <m:r>
                              <a:rPr lang="en-GB" altLang="zh-CN" sz="3200" i="1">
                                <a:solidFill>
                                  <a:schemeClr val="accent2"/>
                                </a:solidFill>
                                <a:latin typeface="Cambria Math" panose="02040503050406030204" pitchFamily="18" charset="0"/>
                              </a:rPr>
                              <m:t>𝐴</m:t>
                            </m:r>
                            <m:acc>
                              <m:accPr>
                                <m:chr m:val="̅"/>
                                <m:ctrlPr>
                                  <a:rPr lang="en-GB" altLang="zh-CN" sz="3200" i="1">
                                    <a:solidFill>
                                      <a:schemeClr val="accent2"/>
                                    </a:solidFill>
                                    <a:latin typeface="Cambria Math" panose="02040503050406030204" pitchFamily="18" charset="0"/>
                                  </a:rPr>
                                </m:ctrlPr>
                              </m:accPr>
                              <m:e>
                                <m:r>
                                  <a:rPr lang="en-GB" altLang="zh-CN" sz="3200" i="1">
                                    <a:solidFill>
                                      <a:schemeClr val="accent2"/>
                                    </a:solidFill>
                                    <a:latin typeface="Cambria Math" panose="02040503050406030204" pitchFamily="18" charset="0"/>
                                  </a:rPr>
                                  <m:t>∧</m:t>
                                </m:r>
                              </m:e>
                            </m:acc>
                            <m:r>
                              <a:rPr lang="en-GB" altLang="zh-CN" sz="3200" i="1">
                                <a:solidFill>
                                  <a:schemeClr val="accent2"/>
                                </a:solidFill>
                                <a:latin typeface="Cambria Math" panose="02040503050406030204" pitchFamily="18" charset="0"/>
                              </a:rPr>
                              <m:t>𝐵</m:t>
                            </m:r>
                          </m:e>
                        </m:d>
                      </m:e>
                    </m:d>
                    <m:acc>
                      <m:accPr>
                        <m:chr m:val="̅"/>
                        <m:ctrlPr>
                          <a:rPr lang="en-GB" altLang="zh-CN" sz="3200" i="1">
                            <a:solidFill>
                              <a:schemeClr val="accent2"/>
                            </a:solidFill>
                            <a:latin typeface="Cambria Math" panose="02040503050406030204" pitchFamily="18" charset="0"/>
                          </a:rPr>
                        </m:ctrlPr>
                      </m:accPr>
                      <m:e>
                        <m:r>
                          <a:rPr lang="en-GB" altLang="zh-CN" sz="3200" i="1">
                            <a:solidFill>
                              <a:schemeClr val="accent2"/>
                            </a:solidFill>
                            <a:latin typeface="Cambria Math" panose="02040503050406030204" pitchFamily="18" charset="0"/>
                          </a:rPr>
                          <m:t>∧</m:t>
                        </m:r>
                      </m:e>
                    </m:acc>
                    <m:d>
                      <m:dPr>
                        <m:ctrlPr>
                          <a:rPr lang="en-GB" altLang="zh-CN" sz="3200" i="1">
                            <a:solidFill>
                              <a:schemeClr val="accent2"/>
                            </a:solidFill>
                            <a:latin typeface="Cambria Math" panose="02040503050406030204" pitchFamily="18" charset="0"/>
                          </a:rPr>
                        </m:ctrlPr>
                      </m:dPr>
                      <m:e>
                        <m:r>
                          <a:rPr lang="en-GB" altLang="zh-CN" sz="3200" i="1">
                            <a:solidFill>
                              <a:schemeClr val="accent2"/>
                            </a:solidFill>
                            <a:latin typeface="Cambria Math" panose="02040503050406030204" pitchFamily="18" charset="0"/>
                          </a:rPr>
                          <m:t>𝐵</m:t>
                        </m:r>
                        <m:acc>
                          <m:accPr>
                            <m:chr m:val="̅"/>
                            <m:ctrlPr>
                              <a:rPr lang="en-GB" altLang="zh-CN" sz="3200" i="1">
                                <a:solidFill>
                                  <a:schemeClr val="accent2"/>
                                </a:solidFill>
                                <a:latin typeface="Cambria Math" panose="02040503050406030204" pitchFamily="18" charset="0"/>
                              </a:rPr>
                            </m:ctrlPr>
                          </m:accPr>
                          <m:e>
                            <m:r>
                              <a:rPr lang="en-GB" altLang="zh-CN" sz="3200" i="1">
                                <a:solidFill>
                                  <a:schemeClr val="accent2"/>
                                </a:solidFill>
                                <a:latin typeface="Cambria Math" panose="02040503050406030204" pitchFamily="18" charset="0"/>
                              </a:rPr>
                              <m:t>∧</m:t>
                            </m:r>
                          </m:e>
                        </m:acc>
                        <m:d>
                          <m:dPr>
                            <m:ctrlPr>
                              <a:rPr lang="en-GB" altLang="zh-CN" sz="3200" i="1">
                                <a:solidFill>
                                  <a:schemeClr val="accent2"/>
                                </a:solidFill>
                                <a:latin typeface="Cambria Math" panose="02040503050406030204" pitchFamily="18" charset="0"/>
                              </a:rPr>
                            </m:ctrlPr>
                          </m:dPr>
                          <m:e>
                            <m:r>
                              <a:rPr lang="en-GB" altLang="zh-CN" sz="3200" i="1">
                                <a:solidFill>
                                  <a:schemeClr val="accent2"/>
                                </a:solidFill>
                                <a:latin typeface="Cambria Math" panose="02040503050406030204" pitchFamily="18" charset="0"/>
                              </a:rPr>
                              <m:t>𝐴</m:t>
                            </m:r>
                            <m:acc>
                              <m:accPr>
                                <m:chr m:val="̅"/>
                                <m:ctrlPr>
                                  <a:rPr lang="en-GB" altLang="zh-CN" sz="3200" i="1">
                                    <a:solidFill>
                                      <a:schemeClr val="accent2"/>
                                    </a:solidFill>
                                    <a:latin typeface="Cambria Math" panose="02040503050406030204" pitchFamily="18" charset="0"/>
                                  </a:rPr>
                                </m:ctrlPr>
                              </m:accPr>
                              <m:e>
                                <m:r>
                                  <a:rPr lang="en-GB" altLang="zh-CN" sz="3200" i="1">
                                    <a:solidFill>
                                      <a:schemeClr val="accent2"/>
                                    </a:solidFill>
                                    <a:latin typeface="Cambria Math" panose="02040503050406030204" pitchFamily="18" charset="0"/>
                                  </a:rPr>
                                  <m:t>∧</m:t>
                                </m:r>
                              </m:e>
                            </m:acc>
                            <m:r>
                              <a:rPr lang="en-GB" altLang="zh-CN" sz="3200" i="1">
                                <a:solidFill>
                                  <a:schemeClr val="accent2"/>
                                </a:solidFill>
                                <a:latin typeface="Cambria Math" panose="02040503050406030204" pitchFamily="18" charset="0"/>
                              </a:rPr>
                              <m:t>𝐵</m:t>
                            </m:r>
                          </m:e>
                        </m:d>
                      </m:e>
                    </m:d>
                  </m:oMath>
                </a14:m>
                <a:r>
                  <a:rPr lang="en-US" altLang="zh-CN" sz="3200" dirty="0"/>
                  <a:t>)</a:t>
                </a:r>
                <a:endParaRPr lang="en-GB" sz="3200" dirty="0"/>
              </a:p>
            </p:txBody>
          </p:sp>
        </mc:Choice>
        <mc:Fallback xmlns="">
          <p:sp>
            <p:nvSpPr>
              <p:cNvPr id="2" name="Title 1">
                <a:extLst>
                  <a:ext uri="{FF2B5EF4-FFF2-40B4-BE49-F238E27FC236}">
                    <a16:creationId xmlns:a16="http://schemas.microsoft.com/office/drawing/2014/main" id="{49A95E8C-6CF9-7928-606D-D8C8F5286E23}"/>
                  </a:ext>
                </a:extLst>
              </p:cNvPr>
              <p:cNvSpPr>
                <a:spLocks noGrp="1" noRot="1" noChangeAspect="1" noMove="1" noResize="1" noEditPoints="1" noAdjustHandles="1" noChangeArrowheads="1" noChangeShapeType="1" noTextEdit="1"/>
              </p:cNvSpPr>
              <p:nvPr>
                <p:ph type="title"/>
              </p:nvPr>
            </p:nvSpPr>
            <p:spPr>
              <a:xfrm>
                <a:off x="284085" y="365125"/>
                <a:ext cx="11975977" cy="1325563"/>
              </a:xfrm>
              <a:blipFill>
                <a:blip r:embed="rId2"/>
                <a:stretch>
                  <a:fillRect l="-132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F77846C-7108-63E4-23CF-27990ABC7B16}"/>
                  </a:ext>
                </a:extLst>
              </p:cNvPr>
              <p:cNvSpPr>
                <a:spLocks noGrp="1"/>
              </p:cNvSpPr>
              <p:nvPr>
                <p:ph sz="half" idx="1"/>
              </p:nvPr>
            </p:nvSpPr>
            <p:spPr>
              <a:xfrm>
                <a:off x="838199" y="1825625"/>
                <a:ext cx="7043057" cy="4351338"/>
              </a:xfrm>
            </p:spPr>
            <p:txBody>
              <a:bodyPr>
                <a:normAutofit/>
              </a:bodyPr>
              <a:lstStyle/>
              <a:p>
                <a:r>
                  <a:rPr lang="en-GB" dirty="0"/>
                  <a:t>Observe that </a:t>
                </a:r>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m:t>
                        </m:r>
                      </m:e>
                    </m:acc>
                    <m:r>
                      <a:rPr lang="en-GB" b="0" i="1" smtClean="0">
                        <a:latin typeface="Cambria Math" panose="02040503050406030204" pitchFamily="18" charset="0"/>
                      </a:rPr>
                      <m:t>𝐵</m:t>
                    </m:r>
                    <m:r>
                      <a:rPr lang="en-GB" b="0" i="1" smtClean="0">
                        <a:latin typeface="Cambria Math" panose="02040503050406030204" pitchFamily="18" charset="0"/>
                      </a:rPr>
                      <m:t>)</m:t>
                    </m:r>
                  </m:oMath>
                </a14:m>
                <a:endParaRPr lang="en-GB" dirty="0"/>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i="1">
                            <a:latin typeface="Cambria Math" panose="02040503050406030204" pitchFamily="18" charset="0"/>
                          </a:rPr>
                          <m:t>∧</m:t>
                        </m:r>
                        <m:d>
                          <m:dPr>
                            <m:ctrlPr>
                              <a:rPr lang="en-GB" b="0" i="1" smtClean="0">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r>
                      <a:rPr lang="en-GB" b="0" i="1" smtClean="0">
                        <a:latin typeface="Cambria Math" panose="02040503050406030204" pitchFamily="18" charset="0"/>
                      </a:rPr>
                      <m:t>∨(</m:t>
                    </m:r>
                    <m:r>
                      <a:rPr lang="en-GB" b="0" i="1" smtClean="0">
                        <a:latin typeface="Cambria Math" panose="02040503050406030204" pitchFamily="18" charset="0"/>
                      </a:rPr>
                      <m:t>𝐵</m:t>
                    </m:r>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r>
                      <a:rPr lang="en-GB" b="0" i="1" smtClean="0">
                        <a:latin typeface="Cambria Math" panose="02040503050406030204" pitchFamily="18" charset="0"/>
                      </a:rPr>
                      <m:t>)</m:t>
                    </m:r>
                  </m:oMath>
                </a14:m>
                <a:r>
                  <a:rPr lang="en-GB" dirty="0"/>
                  <a:t> (</a:t>
                </a:r>
                <a:r>
                  <a:rPr lang="zh-CN" altLang="en-US" dirty="0"/>
                  <a:t>分配率</a:t>
                </a:r>
                <a:r>
                  <a:rPr lang="en-GB" dirty="0"/>
                  <a:t>)</a:t>
                </a: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b="0" i="1" smtClean="0">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𝐵</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oMath>
                </a14:m>
                <a:endParaRPr lang="en-GB" b="0" dirty="0"/>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𝐵</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e>
                    </m:d>
                  </m:oMath>
                </a14:m>
                <a:r>
                  <a:rPr lang="en-GB" dirty="0"/>
                  <a:t> (De Morgan’s Law)</a:t>
                </a: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b="0" i="1" smtClean="0">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m:t>
                        </m:r>
                      </m:e>
                    </m:acc>
                    <m:d>
                      <m:dPr>
                        <m:ctrlPr>
                          <a:rPr lang="en-GB" b="0" i="1" smtClean="0">
                            <a:latin typeface="Cambria Math" panose="02040503050406030204" pitchFamily="18" charset="0"/>
                          </a:rPr>
                        </m:ctrlPr>
                      </m:dPr>
                      <m:e>
                        <m:r>
                          <a:rPr lang="en-GB" b="0" i="1" smtClean="0">
                            <a:latin typeface="Cambria Math" panose="02040503050406030204" pitchFamily="18" charset="0"/>
                          </a:rPr>
                          <m:t>𝐵</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oMath>
                </a14:m>
                <a:endParaRPr lang="en-GB" dirty="0"/>
              </a:p>
              <a:p>
                <a:r>
                  <a:rPr lang="zh-CN" altLang="en-US" dirty="0">
                    <a:solidFill>
                      <a:schemeClr val="accent2"/>
                    </a:solidFill>
                  </a:rPr>
                  <a:t>意义：用</a:t>
                </a:r>
                <a:r>
                  <a:rPr lang="en-US" altLang="zh-CN" dirty="0">
                    <a:solidFill>
                      <a:schemeClr val="accent2"/>
                    </a:solidFill>
                  </a:rPr>
                  <a:t>4</a:t>
                </a:r>
                <a:r>
                  <a:rPr lang="zh-CN" altLang="en-US" dirty="0">
                    <a:solidFill>
                      <a:schemeClr val="accent2"/>
                    </a:solidFill>
                  </a:rPr>
                  <a:t>个与非门来实现</a:t>
                </a:r>
                <a:r>
                  <a:rPr lang="en-US" altLang="zh-CN" dirty="0">
                    <a:solidFill>
                      <a:schemeClr val="accent2"/>
                    </a:solidFill>
                  </a:rPr>
                  <a:t>XOR</a:t>
                </a:r>
                <a:endParaRPr lang="en-GB" dirty="0">
                  <a:solidFill>
                    <a:schemeClr val="accent2"/>
                  </a:solidFill>
                </a:endParaRPr>
              </a:p>
            </p:txBody>
          </p:sp>
        </mc:Choice>
        <mc:Fallback xmlns="">
          <p:sp>
            <p:nvSpPr>
              <p:cNvPr id="3" name="Content Placeholder 2">
                <a:extLst>
                  <a:ext uri="{FF2B5EF4-FFF2-40B4-BE49-F238E27FC236}">
                    <a16:creationId xmlns:a16="http://schemas.microsoft.com/office/drawing/2014/main" id="{1F77846C-7108-63E4-23CF-27990ABC7B16}"/>
                  </a:ext>
                </a:extLst>
              </p:cNvPr>
              <p:cNvSpPr>
                <a:spLocks noGrp="1" noRot="1" noChangeAspect="1" noMove="1" noResize="1" noEditPoints="1" noAdjustHandles="1" noChangeArrowheads="1" noChangeShapeType="1" noTextEdit="1"/>
              </p:cNvSpPr>
              <p:nvPr>
                <p:ph sz="half" idx="1"/>
              </p:nvPr>
            </p:nvSpPr>
            <p:spPr>
              <a:xfrm>
                <a:off x="838199" y="1825625"/>
                <a:ext cx="7043057" cy="4351338"/>
              </a:xfrm>
              <a:blipFill>
                <a:blip r:embed="rId3"/>
                <a:stretch>
                  <a:fillRect l="-1471" t="-224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graphicFrame>
            <p:nvGraphicFramePr>
              <p:cNvPr id="5" name="Content Placeholder 3">
                <a:extLst>
                  <a:ext uri="{FF2B5EF4-FFF2-40B4-BE49-F238E27FC236}">
                    <a16:creationId xmlns:a16="http://schemas.microsoft.com/office/drawing/2014/main" id="{52025143-F955-7BE0-3C84-F32CDAF66D8D}"/>
                  </a:ext>
                </a:extLst>
              </p:cNvPr>
              <p:cNvGraphicFramePr>
                <a:graphicFrameLocks/>
              </p:cNvGraphicFramePr>
              <p:nvPr>
                <p:extLst>
                  <p:ext uri="{D42A27DB-BD31-4B8C-83A1-F6EECF244321}">
                    <p14:modId xmlns:p14="http://schemas.microsoft.com/office/powerpoint/2010/main" val="4667781"/>
                  </p:ext>
                </p:extLst>
              </p:nvPr>
            </p:nvGraphicFramePr>
            <p:xfrm>
              <a:off x="8175172" y="1825625"/>
              <a:ext cx="2318658" cy="1849120"/>
            </p:xfrm>
            <a:graphic>
              <a:graphicData uri="http://schemas.openxmlformats.org/drawingml/2006/table">
                <a:tbl>
                  <a:tblPr firstRow="1" bandRow="1">
                    <a:tableStyleId>{7E9639D4-E3E2-4D34-9284-5A2195B3D0D7}</a:tableStyleId>
                  </a:tblPr>
                  <a:tblGrid>
                    <a:gridCol w="544015">
                      <a:extLst>
                        <a:ext uri="{9D8B030D-6E8A-4147-A177-3AD203B41FA5}">
                          <a16:colId xmlns:a16="http://schemas.microsoft.com/office/drawing/2014/main" val="1817906471"/>
                        </a:ext>
                      </a:extLst>
                    </a:gridCol>
                    <a:gridCol w="559858">
                      <a:extLst>
                        <a:ext uri="{9D8B030D-6E8A-4147-A177-3AD203B41FA5}">
                          <a16:colId xmlns:a16="http://schemas.microsoft.com/office/drawing/2014/main" val="3260625661"/>
                        </a:ext>
                      </a:extLst>
                    </a:gridCol>
                    <a:gridCol w="1214785">
                      <a:extLst>
                        <a:ext uri="{9D8B030D-6E8A-4147-A177-3AD203B41FA5}">
                          <a16:colId xmlns:a16="http://schemas.microsoft.com/office/drawing/2014/main" val="3117082201"/>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highlight>
                                <a:srgbClr val="FFFF00"/>
                              </a:highlight>
                            </a:rPr>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highlight>
                                <a:srgbClr val="FFFF00"/>
                              </a:highlight>
                            </a:rPr>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highlight>
                                <a:srgbClr val="FFFF00"/>
                              </a:highlight>
                            </a:rPr>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0</a:t>
                          </a:r>
                        </a:p>
                      </a:txBody>
                      <a:tcPr/>
                    </a:tc>
                    <a:extLst>
                      <a:ext uri="{0D108BD9-81ED-4DB2-BD59-A6C34878D82A}">
                        <a16:rowId xmlns:a16="http://schemas.microsoft.com/office/drawing/2014/main" val="2958175588"/>
                      </a:ext>
                    </a:extLst>
                  </a:tr>
                </a:tbl>
              </a:graphicData>
            </a:graphic>
          </p:graphicFrame>
        </mc:Choice>
        <mc:Fallback xmlns="">
          <p:graphicFrame>
            <p:nvGraphicFramePr>
              <p:cNvPr id="5" name="Content Placeholder 3">
                <a:extLst>
                  <a:ext uri="{FF2B5EF4-FFF2-40B4-BE49-F238E27FC236}">
                    <a16:creationId xmlns:a16="http://schemas.microsoft.com/office/drawing/2014/main" id="{52025143-F955-7BE0-3C84-F32CDAF66D8D}"/>
                  </a:ext>
                </a:extLst>
              </p:cNvPr>
              <p:cNvGraphicFramePr>
                <a:graphicFrameLocks/>
              </p:cNvGraphicFramePr>
              <p:nvPr>
                <p:extLst>
                  <p:ext uri="{D42A27DB-BD31-4B8C-83A1-F6EECF244321}">
                    <p14:modId xmlns:p14="http://schemas.microsoft.com/office/powerpoint/2010/main" val="4667781"/>
                  </p:ext>
                </p:extLst>
              </p:nvPr>
            </p:nvGraphicFramePr>
            <p:xfrm>
              <a:off x="8175172" y="1825625"/>
              <a:ext cx="2318658" cy="1849120"/>
            </p:xfrm>
            <a:graphic>
              <a:graphicData uri="http://schemas.openxmlformats.org/drawingml/2006/table">
                <a:tbl>
                  <a:tblPr firstRow="1" bandRow="1">
                    <a:tableStyleId>{7E9639D4-E3E2-4D34-9284-5A2195B3D0D7}</a:tableStyleId>
                  </a:tblPr>
                  <a:tblGrid>
                    <a:gridCol w="544015">
                      <a:extLst>
                        <a:ext uri="{9D8B030D-6E8A-4147-A177-3AD203B41FA5}">
                          <a16:colId xmlns:a16="http://schemas.microsoft.com/office/drawing/2014/main" val="1817906471"/>
                        </a:ext>
                      </a:extLst>
                    </a:gridCol>
                    <a:gridCol w="559858">
                      <a:extLst>
                        <a:ext uri="{9D8B030D-6E8A-4147-A177-3AD203B41FA5}">
                          <a16:colId xmlns:a16="http://schemas.microsoft.com/office/drawing/2014/main" val="3260625661"/>
                        </a:ext>
                      </a:extLst>
                    </a:gridCol>
                    <a:gridCol w="1214785">
                      <a:extLst>
                        <a:ext uri="{9D8B030D-6E8A-4147-A177-3AD203B41FA5}">
                          <a16:colId xmlns:a16="http://schemas.microsoft.com/office/drawing/2014/main" val="3117082201"/>
                        </a:ext>
                      </a:extLst>
                    </a:gridCol>
                  </a:tblGrid>
                  <a:tr h="365760">
                    <a:tc>
                      <a:txBody>
                        <a:bodyPr/>
                        <a:lstStyle/>
                        <a:p>
                          <a:endParaRPr lang="en-US"/>
                        </a:p>
                      </a:txBody>
                      <a:tcPr>
                        <a:blipFill>
                          <a:blip r:embed="rId4"/>
                          <a:stretch>
                            <a:fillRect l="-1124" t="-1667" r="-329213" b="-431667"/>
                          </a:stretch>
                        </a:blipFill>
                      </a:tcPr>
                    </a:tc>
                    <a:tc>
                      <a:txBody>
                        <a:bodyPr/>
                        <a:lstStyle/>
                        <a:p>
                          <a:endParaRPr lang="en-US"/>
                        </a:p>
                      </a:txBody>
                      <a:tcPr>
                        <a:blipFill>
                          <a:blip r:embed="rId4"/>
                          <a:stretch>
                            <a:fillRect l="-97826" t="-1667" r="-218478" b="-431667"/>
                          </a:stretch>
                        </a:blipFill>
                      </a:tcPr>
                    </a:tc>
                    <a:tc>
                      <a:txBody>
                        <a:bodyPr/>
                        <a:lstStyle/>
                        <a:p>
                          <a:endParaRPr lang="en-US"/>
                        </a:p>
                      </a:txBody>
                      <a:tcPr>
                        <a:blipFill>
                          <a:blip r:embed="rId4"/>
                          <a:stretch>
                            <a:fillRect l="-91000" t="-1667" r="-500"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highlight>
                                <a:srgbClr val="FFFF00"/>
                              </a:highlight>
                            </a:rPr>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highlight>
                                <a:srgbClr val="FFFF00"/>
                              </a:highlight>
                            </a:rPr>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highlight>
                                <a:srgbClr val="FFFF00"/>
                              </a:highlight>
                            </a:rPr>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0</a:t>
                          </a:r>
                        </a:p>
                      </a:txBody>
                      <a:tcPr/>
                    </a:tc>
                    <a:extLst>
                      <a:ext uri="{0D108BD9-81ED-4DB2-BD59-A6C34878D82A}">
                        <a16:rowId xmlns:a16="http://schemas.microsoft.com/office/drawing/2014/main" val="295817558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Content Placeholder 3">
                <a:extLst>
                  <a:ext uri="{FF2B5EF4-FFF2-40B4-BE49-F238E27FC236}">
                    <a16:creationId xmlns:a16="http://schemas.microsoft.com/office/drawing/2014/main" id="{82591B97-0941-2A69-F2AB-A61469ABD012}"/>
                  </a:ext>
                </a:extLst>
              </p:cNvPr>
              <p:cNvGraphicFramePr>
                <a:graphicFrameLocks/>
              </p:cNvGraphicFramePr>
              <p:nvPr>
                <p:extLst>
                  <p:ext uri="{D42A27DB-BD31-4B8C-83A1-F6EECF244321}">
                    <p14:modId xmlns:p14="http://schemas.microsoft.com/office/powerpoint/2010/main" val="1329929397"/>
                  </p:ext>
                </p:extLst>
              </p:nvPr>
            </p:nvGraphicFramePr>
            <p:xfrm>
              <a:off x="8175172" y="3974443"/>
              <a:ext cx="3178628" cy="1849120"/>
            </p:xfrm>
            <a:graphic>
              <a:graphicData uri="http://schemas.openxmlformats.org/drawingml/2006/table">
                <a:tbl>
                  <a:tblPr firstRow="1" bandRow="1">
                    <a:tableStyleId>{7E9639D4-E3E2-4D34-9284-5A2195B3D0D7}</a:tableStyleId>
                  </a:tblPr>
                  <a:tblGrid>
                    <a:gridCol w="364183">
                      <a:extLst>
                        <a:ext uri="{9D8B030D-6E8A-4147-A177-3AD203B41FA5}">
                          <a16:colId xmlns:a16="http://schemas.microsoft.com/office/drawing/2014/main" val="1817906471"/>
                        </a:ext>
                      </a:extLst>
                    </a:gridCol>
                    <a:gridCol w="374788">
                      <a:extLst>
                        <a:ext uri="{9D8B030D-6E8A-4147-A177-3AD203B41FA5}">
                          <a16:colId xmlns:a16="http://schemas.microsoft.com/office/drawing/2014/main" val="3260625661"/>
                        </a:ext>
                      </a:extLst>
                    </a:gridCol>
                    <a:gridCol w="813219">
                      <a:extLst>
                        <a:ext uri="{9D8B030D-6E8A-4147-A177-3AD203B41FA5}">
                          <a16:colId xmlns:a16="http://schemas.microsoft.com/office/drawing/2014/main" val="3117082201"/>
                        </a:ext>
                      </a:extLst>
                    </a:gridCol>
                    <a:gridCol w="813219">
                      <a:extLst>
                        <a:ext uri="{9D8B030D-6E8A-4147-A177-3AD203B41FA5}">
                          <a16:colId xmlns:a16="http://schemas.microsoft.com/office/drawing/2014/main" val="3181335278"/>
                        </a:ext>
                      </a:extLst>
                    </a:gridCol>
                    <a:gridCol w="813219">
                      <a:extLst>
                        <a:ext uri="{9D8B030D-6E8A-4147-A177-3AD203B41FA5}">
                          <a16:colId xmlns:a16="http://schemas.microsoft.com/office/drawing/2014/main" val="2674797630"/>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m:t>
                                    </m:r>
                                  </m:e>
                                </m:acc>
                                <m:r>
                                  <a:rPr lang="en-GB" b="0" i="1" smtClean="0">
                                    <a:latin typeface="Cambria Math" panose="02040503050406030204" pitchFamily="18" charset="0"/>
                                  </a:rPr>
                                  <m:t>𝐵</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highlight>
                                <a:srgbClr val="FFFF00"/>
                              </a:highlight>
                            </a:rPr>
                            <a:t>0</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highlight>
                                <a:srgbClr val="FFFF00"/>
                              </a:highlight>
                            </a:rPr>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Choice>
        <mc:Fallback xmlns="">
          <p:graphicFrame>
            <p:nvGraphicFramePr>
              <p:cNvPr id="7" name="Content Placeholder 3">
                <a:extLst>
                  <a:ext uri="{FF2B5EF4-FFF2-40B4-BE49-F238E27FC236}">
                    <a16:creationId xmlns:a16="http://schemas.microsoft.com/office/drawing/2014/main" id="{82591B97-0941-2A69-F2AB-A61469ABD012}"/>
                  </a:ext>
                </a:extLst>
              </p:cNvPr>
              <p:cNvGraphicFramePr>
                <a:graphicFrameLocks/>
              </p:cNvGraphicFramePr>
              <p:nvPr>
                <p:extLst>
                  <p:ext uri="{D42A27DB-BD31-4B8C-83A1-F6EECF244321}">
                    <p14:modId xmlns:p14="http://schemas.microsoft.com/office/powerpoint/2010/main" val="1329929397"/>
                  </p:ext>
                </p:extLst>
              </p:nvPr>
            </p:nvGraphicFramePr>
            <p:xfrm>
              <a:off x="8175172" y="3974443"/>
              <a:ext cx="3178628" cy="1849120"/>
            </p:xfrm>
            <a:graphic>
              <a:graphicData uri="http://schemas.openxmlformats.org/drawingml/2006/table">
                <a:tbl>
                  <a:tblPr firstRow="1" bandRow="1">
                    <a:tableStyleId>{7E9639D4-E3E2-4D34-9284-5A2195B3D0D7}</a:tableStyleId>
                  </a:tblPr>
                  <a:tblGrid>
                    <a:gridCol w="364183">
                      <a:extLst>
                        <a:ext uri="{9D8B030D-6E8A-4147-A177-3AD203B41FA5}">
                          <a16:colId xmlns:a16="http://schemas.microsoft.com/office/drawing/2014/main" val="1817906471"/>
                        </a:ext>
                      </a:extLst>
                    </a:gridCol>
                    <a:gridCol w="374788">
                      <a:extLst>
                        <a:ext uri="{9D8B030D-6E8A-4147-A177-3AD203B41FA5}">
                          <a16:colId xmlns:a16="http://schemas.microsoft.com/office/drawing/2014/main" val="3260625661"/>
                        </a:ext>
                      </a:extLst>
                    </a:gridCol>
                    <a:gridCol w="813219">
                      <a:extLst>
                        <a:ext uri="{9D8B030D-6E8A-4147-A177-3AD203B41FA5}">
                          <a16:colId xmlns:a16="http://schemas.microsoft.com/office/drawing/2014/main" val="3117082201"/>
                        </a:ext>
                      </a:extLst>
                    </a:gridCol>
                    <a:gridCol w="813219">
                      <a:extLst>
                        <a:ext uri="{9D8B030D-6E8A-4147-A177-3AD203B41FA5}">
                          <a16:colId xmlns:a16="http://schemas.microsoft.com/office/drawing/2014/main" val="3181335278"/>
                        </a:ext>
                      </a:extLst>
                    </a:gridCol>
                    <a:gridCol w="813219">
                      <a:extLst>
                        <a:ext uri="{9D8B030D-6E8A-4147-A177-3AD203B41FA5}">
                          <a16:colId xmlns:a16="http://schemas.microsoft.com/office/drawing/2014/main" val="2674797630"/>
                        </a:ext>
                      </a:extLst>
                    </a:gridCol>
                  </a:tblGrid>
                  <a:tr h="365760">
                    <a:tc>
                      <a:txBody>
                        <a:bodyPr/>
                        <a:lstStyle/>
                        <a:p>
                          <a:endParaRPr lang="en-US"/>
                        </a:p>
                      </a:txBody>
                      <a:tcPr>
                        <a:blipFill>
                          <a:blip r:embed="rId5"/>
                          <a:stretch>
                            <a:fillRect l="-1667" r="-771667" b="-431667"/>
                          </a:stretch>
                        </a:blipFill>
                      </a:tcPr>
                    </a:tc>
                    <a:tc>
                      <a:txBody>
                        <a:bodyPr/>
                        <a:lstStyle/>
                        <a:p>
                          <a:endParaRPr lang="en-US"/>
                        </a:p>
                      </a:txBody>
                      <a:tcPr>
                        <a:blipFill>
                          <a:blip r:embed="rId5"/>
                          <a:stretch>
                            <a:fillRect l="-100000" r="-659016" b="-431667"/>
                          </a:stretch>
                        </a:blipFill>
                      </a:tcPr>
                    </a:tc>
                    <a:tc>
                      <a:txBody>
                        <a:bodyPr/>
                        <a:lstStyle/>
                        <a:p>
                          <a:endParaRPr lang="en-US"/>
                        </a:p>
                      </a:txBody>
                      <a:tcPr>
                        <a:blipFill>
                          <a:blip r:embed="rId5"/>
                          <a:stretch>
                            <a:fillRect l="-91045" r="-200000" b="-431667"/>
                          </a:stretch>
                        </a:blipFill>
                      </a:tcPr>
                    </a:tc>
                    <a:tc>
                      <a:txBody>
                        <a:bodyPr/>
                        <a:lstStyle/>
                        <a:p>
                          <a:endParaRPr lang="en-US"/>
                        </a:p>
                      </a:txBody>
                      <a:tcPr>
                        <a:blipFill>
                          <a:blip r:embed="rId5"/>
                          <a:stretch>
                            <a:fillRect l="-192481" r="-101504" b="-431667"/>
                          </a:stretch>
                        </a:blipFill>
                      </a:tcPr>
                    </a:tc>
                    <a:tc>
                      <a:txBody>
                        <a:bodyPr/>
                        <a:lstStyle/>
                        <a:p>
                          <a:endParaRPr lang="en-US"/>
                        </a:p>
                      </a:txBody>
                      <a:tcPr>
                        <a:blipFill>
                          <a:blip r:embed="rId5"/>
                          <a:stretch>
                            <a:fillRect l="-290299" r="-746"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highlight>
                                <a:srgbClr val="FFFF00"/>
                              </a:highlight>
                            </a:rPr>
                            <a:t>0</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highlight>
                                <a:srgbClr val="FFFF00"/>
                              </a:highlight>
                            </a:rPr>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Fallback>
      </mc:AlternateContent>
    </p:spTree>
    <p:extLst>
      <p:ext uri="{BB962C8B-B14F-4D97-AF65-F5344CB8AC3E}">
        <p14:creationId xmlns:p14="http://schemas.microsoft.com/office/powerpoint/2010/main" val="39547912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4D108F-CCF8-F0D6-24F6-5C947D5054FE}"/>
              </a:ext>
            </a:extLst>
          </p:cNvPr>
          <p:cNvSpPr>
            <a:spLocks noGrp="1"/>
          </p:cNvSpPr>
          <p:nvPr>
            <p:ph type="title"/>
          </p:nvPr>
        </p:nvSpPr>
        <p:spPr/>
        <p:txBody>
          <a:bodyPr/>
          <a:lstStyle/>
          <a:p>
            <a:r>
              <a:rPr lang="zh-CN" altLang="en-US" dirty="0"/>
              <a:t>总结：用与非门</a:t>
            </a:r>
            <a:r>
              <a:rPr lang="en-US" altLang="zh-CN" dirty="0"/>
              <a:t>NAND</a:t>
            </a:r>
            <a:r>
              <a:rPr lang="zh-CN" altLang="en-US" dirty="0"/>
              <a:t>来实现其他门电路</a:t>
            </a:r>
          </a:p>
        </p:txBody>
      </p:sp>
      <mc:AlternateContent xmlns:mc="http://schemas.openxmlformats.org/markup-compatibility/2006">
        <mc:Choice xmlns:a14="http://schemas.microsoft.com/office/drawing/2010/main" Requires="a14">
          <p:graphicFrame>
            <p:nvGraphicFramePr>
              <p:cNvPr id="7" name="内容占位符 6">
                <a:extLst>
                  <a:ext uri="{FF2B5EF4-FFF2-40B4-BE49-F238E27FC236}">
                    <a16:creationId xmlns:a16="http://schemas.microsoft.com/office/drawing/2014/main" id="{2D0C68A9-FFC4-E8E3-AEDF-3DFF1FE091D1}"/>
                  </a:ext>
                </a:extLst>
              </p:cNvPr>
              <p:cNvGraphicFramePr>
                <a:graphicFrameLocks noGrp="1"/>
              </p:cNvGraphicFramePr>
              <p:nvPr>
                <p:ph sz="half" idx="1"/>
                <p:extLst>
                  <p:ext uri="{D42A27DB-BD31-4B8C-83A1-F6EECF244321}">
                    <p14:modId xmlns:p14="http://schemas.microsoft.com/office/powerpoint/2010/main" val="416881668"/>
                  </p:ext>
                </p:extLst>
              </p:nvPr>
            </p:nvGraphicFramePr>
            <p:xfrm>
              <a:off x="380938" y="1790114"/>
              <a:ext cx="11497384" cy="2826821"/>
            </p:xfrm>
            <a:graphic>
              <a:graphicData uri="http://schemas.openxmlformats.org/drawingml/2006/table">
                <a:tbl>
                  <a:tblPr firstRow="1" bandRow="1">
                    <a:tableStyleId>{5C22544A-7EE6-4342-B048-85BDC9FD1C3A}</a:tableStyleId>
                  </a:tblPr>
                  <a:tblGrid>
                    <a:gridCol w="3179177">
                      <a:extLst>
                        <a:ext uri="{9D8B030D-6E8A-4147-A177-3AD203B41FA5}">
                          <a16:colId xmlns:a16="http://schemas.microsoft.com/office/drawing/2014/main" val="2733598341"/>
                        </a:ext>
                      </a:extLst>
                    </a:gridCol>
                    <a:gridCol w="3868798">
                      <a:extLst>
                        <a:ext uri="{9D8B030D-6E8A-4147-A177-3AD203B41FA5}">
                          <a16:colId xmlns:a16="http://schemas.microsoft.com/office/drawing/2014/main" val="1350380927"/>
                        </a:ext>
                      </a:extLst>
                    </a:gridCol>
                    <a:gridCol w="4449409">
                      <a:extLst>
                        <a:ext uri="{9D8B030D-6E8A-4147-A177-3AD203B41FA5}">
                          <a16:colId xmlns:a16="http://schemas.microsoft.com/office/drawing/2014/main" val="222802639"/>
                        </a:ext>
                      </a:extLst>
                    </a:gridCol>
                  </a:tblGrid>
                  <a:tr h="323941">
                    <a:tc>
                      <a:txBody>
                        <a:bodyPr/>
                        <a:lstStyle/>
                        <a:p>
                          <a:pPr/>
                          <a14:m>
                            <m:oMathPara xmlns:m="http://schemas.openxmlformats.org/officeDocument/2006/math">
                              <m:oMathParaPr>
                                <m:jc m:val="centerGroup"/>
                              </m:oMathParaPr>
                              <m:oMath xmlns:m="http://schemas.openxmlformats.org/officeDocument/2006/math">
                                <m:r>
                                  <a:rPr lang="en-GB" altLang="zh-CN" i="1" smtClean="0">
                                    <a:latin typeface="Cambria Math" panose="02040503050406030204" pitchFamily="18" charset="0"/>
                                  </a:rPr>
                                  <m:t>𝐴</m:t>
                                </m:r>
                                <m:r>
                                  <a:rPr lang="en-GB" altLang="zh-CN" i="1" smtClean="0">
                                    <a:latin typeface="Cambria Math" panose="02040503050406030204" pitchFamily="18" charset="0"/>
                                  </a:rPr>
                                  <m:t>∧</m:t>
                                </m:r>
                                <m:r>
                                  <a:rPr lang="en-GB" altLang="zh-CN" i="1" smtClean="0">
                                    <a:latin typeface="Cambria Math" panose="02040503050406030204" pitchFamily="18" charset="0"/>
                                  </a:rPr>
                                  <m:t>𝐵</m:t>
                                </m:r>
                              </m:oMath>
                            </m:oMathPara>
                          </a14:m>
                          <a:endParaRPr lang="zh-CN" altLang="en-US" dirty="0"/>
                        </a:p>
                      </a:txBody>
                      <a:tcPr/>
                    </a:tc>
                    <a:tc>
                      <a:txBody>
                        <a:bodyPr/>
                        <a:lstStyle/>
                        <a:p>
                          <a:pPr/>
                          <a14:m>
                            <m:oMathPara xmlns:m="http://schemas.openxmlformats.org/officeDocument/2006/math">
                              <m:oMathParaPr>
                                <m:jc m:val="centerGroup"/>
                              </m:oMathParaPr>
                              <m:oMath xmlns:m="http://schemas.openxmlformats.org/officeDocument/2006/math">
                                <m:r>
                                  <a:rPr lang="en-GB" altLang="zh-CN" b="0" i="1" smtClean="0">
                                    <a:latin typeface="Cambria Math" panose="02040503050406030204" pitchFamily="18" charset="0"/>
                                  </a:rPr>
                                  <m:t>𝐴</m:t>
                                </m:r>
                                <m:r>
                                  <a:rPr lang="en-GB" altLang="zh-CN" b="0" i="1" smtClean="0">
                                    <a:latin typeface="Cambria Math" panose="02040503050406030204" pitchFamily="18" charset="0"/>
                                  </a:rPr>
                                  <m:t>∨</m:t>
                                </m:r>
                                <m:r>
                                  <a:rPr lang="en-GB" altLang="zh-CN" b="0" i="1" smtClean="0">
                                    <a:latin typeface="Cambria Math" panose="02040503050406030204" pitchFamily="18" charset="0"/>
                                  </a:rPr>
                                  <m:t>𝐵</m:t>
                                </m:r>
                              </m:oMath>
                            </m:oMathPara>
                          </a14:m>
                          <a:endParaRPr lang="zh-CN" altLang="en-US" dirty="0"/>
                        </a:p>
                      </a:txBody>
                      <a:tcPr/>
                    </a:tc>
                    <a:tc>
                      <a:txBody>
                        <a:bodyPr/>
                        <a:lstStyle/>
                        <a:p>
                          <a:pPr/>
                          <a14:m>
                            <m:oMathPara xmlns:m="http://schemas.openxmlformats.org/officeDocument/2006/math">
                              <m:oMathParaPr>
                                <m:jc m:val="centerGroup"/>
                              </m:oMathParaPr>
                              <m:oMath xmlns:m="http://schemas.openxmlformats.org/officeDocument/2006/math">
                                <m:r>
                                  <a:rPr lang="en-GB" altLang="zh-CN" b="0" i="1" smtClean="0">
                                    <a:latin typeface="Cambria Math" panose="02040503050406030204" pitchFamily="18" charset="0"/>
                                  </a:rPr>
                                  <m:t>𝐴</m:t>
                                </m:r>
                                <m:r>
                                  <a:rPr lang="en-GB" altLang="zh-CN" b="0" i="1" smtClean="0">
                                    <a:latin typeface="Cambria Math" panose="02040503050406030204" pitchFamily="18" charset="0"/>
                                  </a:rPr>
                                  <m:t>⊕</m:t>
                                </m:r>
                                <m:r>
                                  <a:rPr lang="en-GB" altLang="zh-CN" b="0" i="1" smtClean="0">
                                    <a:latin typeface="Cambria Math" panose="02040503050406030204" pitchFamily="18" charset="0"/>
                                  </a:rPr>
                                  <m:t>𝐵</m:t>
                                </m:r>
                              </m:oMath>
                            </m:oMathPara>
                          </a14:m>
                          <a:endParaRPr lang="zh-CN" altLang="en-US" dirty="0"/>
                        </a:p>
                      </a:txBody>
                      <a:tcPr/>
                    </a:tc>
                    <a:extLst>
                      <a:ext uri="{0D108BD9-81ED-4DB2-BD59-A6C34878D82A}">
                        <a16:rowId xmlns:a16="http://schemas.microsoft.com/office/drawing/2014/main" val="1133217696"/>
                      </a:ext>
                    </a:extLst>
                  </a:tr>
                  <a:tr h="397950">
                    <a:tc>
                      <a:txBody>
                        <a:bodyPr/>
                        <a:lstStyle/>
                        <a:p>
                          <a:pPr algn="ctr"/>
                          <a14:m>
                            <m:oMath xmlns:m="http://schemas.openxmlformats.org/officeDocument/2006/math">
                              <m:r>
                                <a:rPr lang="en-GB" altLang="zh-CN" i="1" smtClean="0">
                                  <a:solidFill>
                                    <a:schemeClr val="tx1"/>
                                  </a:solidFill>
                                  <a:latin typeface="Cambria Math" panose="02040503050406030204" pitchFamily="18" charset="0"/>
                                </a:rPr>
                                <m:t>𝐴</m:t>
                              </m:r>
                              <m:r>
                                <a:rPr lang="en-GB" altLang="zh-CN" i="1" smtClean="0">
                                  <a:solidFill>
                                    <a:schemeClr val="tx1"/>
                                  </a:solidFill>
                                  <a:latin typeface="Cambria Math" panose="02040503050406030204" pitchFamily="18" charset="0"/>
                                </a:rPr>
                                <m:t>∧</m:t>
                              </m:r>
                              <m:r>
                                <a:rPr lang="en-GB" altLang="zh-CN" i="1" smtClean="0">
                                  <a:solidFill>
                                    <a:schemeClr val="tx1"/>
                                  </a:solidFill>
                                  <a:latin typeface="Cambria Math" panose="02040503050406030204" pitchFamily="18" charset="0"/>
                                </a:rPr>
                                <m:t>𝐵</m:t>
                              </m:r>
                              <m:r>
                                <a:rPr lang="en-GB" altLang="zh-CN" i="1" smtClean="0">
                                  <a:solidFill>
                                    <a:schemeClr val="tx1"/>
                                  </a:solidFill>
                                  <a:latin typeface="Cambria Math" panose="02040503050406030204" pitchFamily="18" charset="0"/>
                                </a:rPr>
                                <m:t>≡</m:t>
                              </m:r>
                            </m:oMath>
                          </a14:m>
                          <a:r>
                            <a:rPr lang="en-GB" altLang="zh-CN" dirty="0">
                              <a:solidFill>
                                <a:schemeClr val="tx1"/>
                              </a:solidFill>
                            </a:rPr>
                            <a:t> </a:t>
                          </a:r>
                          <a14:m>
                            <m:oMath xmlns:m="http://schemas.openxmlformats.org/officeDocument/2006/math">
                              <m:r>
                                <a:rPr lang="en-GB" altLang="zh-CN" i="1">
                                  <a:solidFill>
                                    <a:schemeClr val="tx1"/>
                                  </a:solidFill>
                                  <a:latin typeface="Cambria Math" panose="02040503050406030204" pitchFamily="18" charset="0"/>
                                </a:rPr>
                                <m:t>(</m:t>
                              </m:r>
                              <m:r>
                                <a:rPr lang="en-GB" altLang="zh-CN" i="1">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r>
                                <a:rPr lang="en-GB" altLang="zh-CN" i="1">
                                  <a:solidFill>
                                    <a:schemeClr val="tx1"/>
                                  </a:solidFill>
                                  <a:latin typeface="Cambria Math" panose="02040503050406030204" pitchFamily="18" charset="0"/>
                                </a:rPr>
                                <m:t>)</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m:t>
                              </m:r>
                              <m:r>
                                <a:rPr lang="en-GB" altLang="zh-CN" i="1">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r>
                                <a:rPr lang="en-GB" altLang="zh-CN" i="1">
                                  <a:solidFill>
                                    <a:schemeClr val="tx1"/>
                                  </a:solidFill>
                                  <a:latin typeface="Cambria Math" panose="02040503050406030204" pitchFamily="18" charset="0"/>
                                </a:rPr>
                                <m:t>)</m:t>
                              </m:r>
                            </m:oMath>
                          </a14:m>
                          <a:r>
                            <a:rPr lang="en-GB" altLang="zh-CN" dirty="0">
                              <a:solidFill>
                                <a:schemeClr val="tx1"/>
                              </a:solidFill>
                            </a:rPr>
                            <a:t> </a:t>
                          </a:r>
                          <a:endParaRPr lang="zh-CN" altLang="en-US" dirty="0">
                            <a:solidFill>
                              <a:schemeClr val="tx1"/>
                            </a:solidFill>
                          </a:endParaRPr>
                        </a:p>
                      </a:txBody>
                      <a:tcPr/>
                    </a:tc>
                    <a:tc>
                      <a:txBody>
                        <a:bodyPr/>
                        <a:lstStyle/>
                        <a:p>
                          <a:pPr algn="ctr"/>
                          <a14:m>
                            <m:oMath xmlns:m="http://schemas.openxmlformats.org/officeDocument/2006/math">
                              <m:r>
                                <a:rPr lang="en-GB" altLang="zh-CN" sz="1800" i="1" kern="1200" smtClean="0">
                                  <a:solidFill>
                                    <a:schemeClr val="tx1"/>
                                  </a:solidFill>
                                  <a:latin typeface="Cambria Math" panose="02040503050406030204" pitchFamily="18" charset="0"/>
                                  <a:ea typeface="+mn-ea"/>
                                  <a:cs typeface="+mn-cs"/>
                                </a:rPr>
                                <m:t>𝐴</m:t>
                              </m:r>
                              <m:r>
                                <a:rPr lang="en-GB" altLang="zh-CN" sz="1800" i="1" kern="1200" smtClean="0">
                                  <a:solidFill>
                                    <a:schemeClr val="tx1"/>
                                  </a:solidFill>
                                  <a:latin typeface="Cambria Math" panose="02040503050406030204" pitchFamily="18" charset="0"/>
                                  <a:ea typeface="+mn-ea"/>
                                  <a:cs typeface="+mn-cs"/>
                                </a:rPr>
                                <m:t>∨</m:t>
                              </m:r>
                              <m:r>
                                <a:rPr lang="en-GB" altLang="zh-CN" sz="1800" i="1" kern="1200" smtClean="0">
                                  <a:solidFill>
                                    <a:schemeClr val="tx1"/>
                                  </a:solidFill>
                                  <a:latin typeface="Cambria Math" panose="02040503050406030204" pitchFamily="18" charset="0"/>
                                  <a:ea typeface="+mn-ea"/>
                                  <a:cs typeface="+mn-cs"/>
                                </a:rPr>
                                <m:t>𝐵</m:t>
                              </m:r>
                            </m:oMath>
                          </a14:m>
                          <a:r>
                            <a:rPr lang="en-GB" altLang="zh-CN" sz="1800" i="1" kern="1200" dirty="0">
                              <a:solidFill>
                                <a:schemeClr val="tx1"/>
                              </a:solidFill>
                              <a:latin typeface="Cambria Math" panose="02040503050406030204" pitchFamily="18" charset="0"/>
                              <a:ea typeface="+mn-ea"/>
                              <a:cs typeface="+mn-cs"/>
                            </a:rPr>
                            <a:t> </a:t>
                          </a:r>
                          <a14:m>
                            <m:oMath xmlns:m="http://schemas.openxmlformats.org/officeDocument/2006/math">
                              <m:r>
                                <a:rPr lang="en-GB" altLang="zh-CN" sz="1800" i="1" kern="1200">
                                  <a:solidFill>
                                    <a:schemeClr val="tx1"/>
                                  </a:solidFill>
                                  <a:latin typeface="Cambria Math" panose="02040503050406030204" pitchFamily="18" charset="0"/>
                                  <a:ea typeface="+mn-ea"/>
                                  <a:cs typeface="+mn-cs"/>
                                </a:rPr>
                                <m:t>≡</m:t>
                              </m:r>
                            </m:oMath>
                          </a14:m>
                          <a:r>
                            <a:rPr lang="en-GB" altLang="zh-CN" sz="1800" i="1" kern="1200" dirty="0">
                              <a:solidFill>
                                <a:schemeClr val="tx1"/>
                              </a:solidFill>
                              <a:latin typeface="Cambria Math" panose="02040503050406030204" pitchFamily="18" charset="0"/>
                              <a:ea typeface="+mn-ea"/>
                              <a:cs typeface="+mn-cs"/>
                            </a:rPr>
                            <a:t> </a:t>
                          </a:r>
                          <a14:m>
                            <m:oMath xmlns:m="http://schemas.openxmlformats.org/officeDocument/2006/math">
                              <m:r>
                                <a:rPr lang="en-GB" altLang="zh-CN" sz="1800" i="1" kern="1200">
                                  <a:solidFill>
                                    <a:schemeClr val="tx1"/>
                                  </a:solidFill>
                                  <a:latin typeface="Cambria Math" panose="02040503050406030204" pitchFamily="18" charset="0"/>
                                  <a:ea typeface="+mn-ea"/>
                                  <a:cs typeface="+mn-cs"/>
                                </a:rPr>
                                <m:t>(</m:t>
                              </m:r>
                              <m:r>
                                <a:rPr lang="en-GB" altLang="zh-CN" sz="1800" i="1" kern="1200">
                                  <a:solidFill>
                                    <a:schemeClr val="tx1"/>
                                  </a:solidFill>
                                  <a:latin typeface="Cambria Math" panose="02040503050406030204" pitchFamily="18" charset="0"/>
                                  <a:ea typeface="+mn-ea"/>
                                  <a:cs typeface="+mn-cs"/>
                                </a:rPr>
                                <m:t>𝐴</m:t>
                              </m:r>
                              <m:acc>
                                <m:accPr>
                                  <m:chr m:val="̅"/>
                                  <m:ctrlPr>
                                    <a:rPr lang="en-GB" altLang="zh-CN" sz="1800" i="1" kern="1200">
                                      <a:solidFill>
                                        <a:schemeClr val="tx1"/>
                                      </a:solidFill>
                                      <a:latin typeface="Cambria Math" panose="02040503050406030204" pitchFamily="18" charset="0"/>
                                      <a:ea typeface="+mn-ea"/>
                                      <a:cs typeface="+mn-cs"/>
                                    </a:rPr>
                                  </m:ctrlPr>
                                </m:accPr>
                                <m:e>
                                  <m:r>
                                    <a:rPr lang="en-GB" altLang="zh-CN" sz="1800" i="1" kern="1200">
                                      <a:solidFill>
                                        <a:schemeClr val="tx1"/>
                                      </a:solidFill>
                                      <a:latin typeface="Cambria Math" panose="02040503050406030204" pitchFamily="18" charset="0"/>
                                      <a:ea typeface="+mn-ea"/>
                                      <a:cs typeface="+mn-cs"/>
                                    </a:rPr>
                                    <m:t>∧</m:t>
                                  </m:r>
                                </m:e>
                              </m:acc>
                              <m:r>
                                <a:rPr lang="en-GB" altLang="zh-CN" sz="1800" i="1" kern="1200">
                                  <a:solidFill>
                                    <a:schemeClr val="tx1"/>
                                  </a:solidFill>
                                  <a:latin typeface="Cambria Math" panose="02040503050406030204" pitchFamily="18" charset="0"/>
                                  <a:ea typeface="+mn-ea"/>
                                  <a:cs typeface="+mn-cs"/>
                                </a:rPr>
                                <m:t>𝐴</m:t>
                              </m:r>
                              <m:r>
                                <a:rPr lang="en-GB" altLang="zh-CN" sz="1800" i="1" kern="1200">
                                  <a:solidFill>
                                    <a:schemeClr val="tx1"/>
                                  </a:solidFill>
                                  <a:latin typeface="Cambria Math" panose="02040503050406030204" pitchFamily="18" charset="0"/>
                                  <a:ea typeface="+mn-ea"/>
                                  <a:cs typeface="+mn-cs"/>
                                </a:rPr>
                                <m:t>)</m:t>
                              </m:r>
                              <m:acc>
                                <m:accPr>
                                  <m:chr m:val="̅"/>
                                  <m:ctrlPr>
                                    <a:rPr lang="en-GB" altLang="zh-CN" sz="1800" i="1" kern="1200" dirty="0">
                                      <a:solidFill>
                                        <a:schemeClr val="tx1"/>
                                      </a:solidFill>
                                      <a:latin typeface="Cambria Math" panose="02040503050406030204" pitchFamily="18" charset="0"/>
                                      <a:ea typeface="+mn-ea"/>
                                      <a:cs typeface="+mn-cs"/>
                                    </a:rPr>
                                  </m:ctrlPr>
                                </m:accPr>
                                <m:e>
                                  <m:r>
                                    <a:rPr lang="en-GB" altLang="zh-CN" sz="1800" i="1" kern="1200" dirty="0">
                                      <a:solidFill>
                                        <a:schemeClr val="tx1"/>
                                      </a:solidFill>
                                      <a:latin typeface="Cambria Math" panose="02040503050406030204" pitchFamily="18" charset="0"/>
                                      <a:ea typeface="+mn-ea"/>
                                      <a:cs typeface="+mn-cs"/>
                                    </a:rPr>
                                    <m:t>∧</m:t>
                                  </m:r>
                                </m:e>
                              </m:acc>
                              <m:r>
                                <a:rPr lang="en-GB" altLang="zh-CN" sz="1800" i="1" kern="1200">
                                  <a:solidFill>
                                    <a:schemeClr val="tx1"/>
                                  </a:solidFill>
                                  <a:latin typeface="Cambria Math" panose="02040503050406030204" pitchFamily="18" charset="0"/>
                                  <a:ea typeface="+mn-ea"/>
                                  <a:cs typeface="+mn-cs"/>
                                </a:rPr>
                                <m:t>(</m:t>
                              </m:r>
                              <m:r>
                                <a:rPr lang="en-GB" altLang="zh-CN" sz="1800" i="1" kern="1200">
                                  <a:solidFill>
                                    <a:schemeClr val="tx1"/>
                                  </a:solidFill>
                                  <a:latin typeface="Cambria Math" panose="02040503050406030204" pitchFamily="18" charset="0"/>
                                  <a:ea typeface="+mn-ea"/>
                                  <a:cs typeface="+mn-cs"/>
                                </a:rPr>
                                <m:t>𝐵</m:t>
                              </m:r>
                              <m:acc>
                                <m:accPr>
                                  <m:chr m:val="̅"/>
                                  <m:ctrlPr>
                                    <a:rPr lang="en-GB" altLang="zh-CN" sz="1800" i="1" kern="1200">
                                      <a:solidFill>
                                        <a:schemeClr val="tx1"/>
                                      </a:solidFill>
                                      <a:latin typeface="Cambria Math" panose="02040503050406030204" pitchFamily="18" charset="0"/>
                                      <a:ea typeface="+mn-ea"/>
                                      <a:cs typeface="+mn-cs"/>
                                    </a:rPr>
                                  </m:ctrlPr>
                                </m:accPr>
                                <m:e>
                                  <m:r>
                                    <a:rPr lang="en-GB" altLang="zh-CN" sz="1800" i="1" kern="1200">
                                      <a:solidFill>
                                        <a:schemeClr val="tx1"/>
                                      </a:solidFill>
                                      <a:latin typeface="Cambria Math" panose="02040503050406030204" pitchFamily="18" charset="0"/>
                                      <a:ea typeface="+mn-ea"/>
                                      <a:cs typeface="+mn-cs"/>
                                    </a:rPr>
                                    <m:t>∧</m:t>
                                  </m:r>
                                </m:e>
                              </m:acc>
                              <m:r>
                                <a:rPr lang="en-GB" altLang="zh-CN" sz="1800" i="1" kern="1200">
                                  <a:solidFill>
                                    <a:schemeClr val="tx1"/>
                                  </a:solidFill>
                                  <a:latin typeface="Cambria Math" panose="02040503050406030204" pitchFamily="18" charset="0"/>
                                  <a:ea typeface="+mn-ea"/>
                                  <a:cs typeface="+mn-cs"/>
                                </a:rPr>
                                <m:t>𝐵</m:t>
                              </m:r>
                              <m:r>
                                <a:rPr lang="en-GB" altLang="zh-CN" sz="1800" i="1" kern="1200">
                                  <a:solidFill>
                                    <a:schemeClr val="tx1"/>
                                  </a:solidFill>
                                  <a:latin typeface="Cambria Math" panose="02040503050406030204" pitchFamily="18" charset="0"/>
                                  <a:ea typeface="+mn-ea"/>
                                  <a:cs typeface="+mn-cs"/>
                                </a:rPr>
                                <m:t>))</m:t>
                              </m:r>
                            </m:oMath>
                          </a14:m>
                          <a:endParaRPr lang="zh-CN" altLang="en-US" sz="1800" i="1" kern="1200" dirty="0">
                            <a:solidFill>
                              <a:schemeClr val="tx1"/>
                            </a:solidFill>
                            <a:latin typeface="Cambria Math" panose="02040503050406030204" pitchFamily="18" charset="0"/>
                            <a:ea typeface="+mn-ea"/>
                            <a:cs typeface="+mn-cs"/>
                          </a:endParaRPr>
                        </a:p>
                      </a:txBody>
                      <a:tcPr/>
                    </a:tc>
                    <a:tc>
                      <a:txBody>
                        <a:bodyPr/>
                        <a:lstStyle/>
                        <a:p>
                          <a:pPr algn="ctr"/>
                          <a14:m>
                            <m:oMath xmlns:m="http://schemas.openxmlformats.org/officeDocument/2006/math">
                              <m:r>
                                <a:rPr lang="en-GB" altLang="zh-CN" sz="1800" i="1" smtClean="0">
                                  <a:solidFill>
                                    <a:schemeClr val="tx1"/>
                                  </a:solidFill>
                                  <a:latin typeface="Cambria Math" panose="02040503050406030204" pitchFamily="18" charset="0"/>
                                </a:rPr>
                                <m:t>𝐴</m:t>
                              </m:r>
                              <m:r>
                                <a:rPr lang="en-GB" altLang="zh-CN" sz="1800" i="1" smtClean="0">
                                  <a:solidFill>
                                    <a:schemeClr val="tx1"/>
                                  </a:solidFill>
                                  <a:latin typeface="Cambria Math" panose="02040503050406030204" pitchFamily="18" charset="0"/>
                                </a:rPr>
                                <m:t>⊕</m:t>
                              </m:r>
                              <m:r>
                                <a:rPr lang="en-GB" altLang="zh-CN" sz="1800" i="1" smtClean="0">
                                  <a:solidFill>
                                    <a:schemeClr val="tx1"/>
                                  </a:solidFill>
                                  <a:latin typeface="Cambria Math" panose="02040503050406030204" pitchFamily="18" charset="0"/>
                                </a:rPr>
                                <m:t>𝐵</m:t>
                              </m:r>
                            </m:oMath>
                          </a14:m>
                          <a:r>
                            <a:rPr lang="en-GB" altLang="zh-CN" sz="1800" dirty="0">
                              <a:solidFill>
                                <a:schemeClr val="tx1"/>
                              </a:solidFill>
                            </a:rPr>
                            <a:t> </a:t>
                          </a:r>
                          <a14:m>
                            <m:oMath xmlns:m="http://schemas.openxmlformats.org/officeDocument/2006/math">
                              <m:r>
                                <a:rPr lang="en-US" altLang="zh-CN" sz="1800" b="0" i="0" smtClean="0">
                                  <a:solidFill>
                                    <a:schemeClr val="tx1"/>
                                  </a:solidFill>
                                  <a:latin typeface="Cambria Math" panose="02040503050406030204" pitchFamily="18" charset="0"/>
                                </a:rPr>
                                <m:t> </m:t>
                              </m:r>
                              <m:r>
                                <a:rPr lang="en-GB" altLang="zh-CN" sz="1800" i="1" smtClean="0">
                                  <a:solidFill>
                                    <a:schemeClr val="tx1"/>
                                  </a:solidFill>
                                  <a:latin typeface="Cambria Math" panose="02040503050406030204" pitchFamily="18" charset="0"/>
                                </a:rPr>
                                <m:t>≡</m:t>
                              </m:r>
                              <m:r>
                                <a:rPr lang="en-US" altLang="zh-CN" sz="1800" b="0" i="1" smtClean="0">
                                  <a:solidFill>
                                    <a:schemeClr val="tx1"/>
                                  </a:solidFill>
                                  <a:latin typeface="Cambria Math" panose="02040503050406030204" pitchFamily="18" charset="0"/>
                                </a:rPr>
                                <m:t> </m:t>
                              </m:r>
                              <m:d>
                                <m:dPr>
                                  <m:ctrlPr>
                                    <a:rPr lang="en-GB" altLang="zh-CN" sz="1800" i="1">
                                      <a:solidFill>
                                        <a:schemeClr val="tx1"/>
                                      </a:solidFill>
                                      <a:latin typeface="Cambria Math" panose="02040503050406030204" pitchFamily="18" charset="0"/>
                                    </a:rPr>
                                  </m:ctrlPr>
                                </m:dPr>
                                <m:e>
                                  <m:r>
                                    <a:rPr lang="en-GB" altLang="zh-CN" sz="1800" i="1">
                                      <a:solidFill>
                                        <a:schemeClr val="tx1"/>
                                      </a:solidFill>
                                      <a:latin typeface="Cambria Math" panose="02040503050406030204" pitchFamily="18" charset="0"/>
                                    </a:rPr>
                                    <m:t>𝐴</m:t>
                                  </m:r>
                                  <m:acc>
                                    <m:accPr>
                                      <m:chr m:val="̅"/>
                                      <m:ctrlPr>
                                        <a:rPr lang="en-GB" altLang="zh-CN" sz="1800" i="1">
                                          <a:solidFill>
                                            <a:schemeClr val="tx1"/>
                                          </a:solidFill>
                                          <a:latin typeface="Cambria Math" panose="02040503050406030204" pitchFamily="18" charset="0"/>
                                        </a:rPr>
                                      </m:ctrlPr>
                                    </m:accPr>
                                    <m:e>
                                      <m:r>
                                        <a:rPr lang="en-GB" altLang="zh-CN" sz="1800" i="1">
                                          <a:solidFill>
                                            <a:schemeClr val="tx1"/>
                                          </a:solidFill>
                                          <a:latin typeface="Cambria Math" panose="02040503050406030204" pitchFamily="18" charset="0"/>
                                        </a:rPr>
                                        <m:t>∧</m:t>
                                      </m:r>
                                    </m:e>
                                  </m:acc>
                                  <m:d>
                                    <m:dPr>
                                      <m:ctrlPr>
                                        <a:rPr lang="en-GB" altLang="zh-CN" sz="1800" i="1">
                                          <a:solidFill>
                                            <a:schemeClr val="tx1"/>
                                          </a:solidFill>
                                          <a:latin typeface="Cambria Math" panose="02040503050406030204" pitchFamily="18" charset="0"/>
                                        </a:rPr>
                                      </m:ctrlPr>
                                    </m:dPr>
                                    <m:e>
                                      <m:r>
                                        <a:rPr lang="en-GB" altLang="zh-CN" sz="1800" i="1">
                                          <a:solidFill>
                                            <a:schemeClr val="tx1"/>
                                          </a:solidFill>
                                          <a:latin typeface="Cambria Math" panose="02040503050406030204" pitchFamily="18" charset="0"/>
                                        </a:rPr>
                                        <m:t>𝐴</m:t>
                                      </m:r>
                                      <m:acc>
                                        <m:accPr>
                                          <m:chr m:val="̅"/>
                                          <m:ctrlPr>
                                            <a:rPr lang="en-GB" altLang="zh-CN" sz="1800" i="1">
                                              <a:solidFill>
                                                <a:schemeClr val="tx1"/>
                                              </a:solidFill>
                                              <a:latin typeface="Cambria Math" panose="02040503050406030204" pitchFamily="18" charset="0"/>
                                            </a:rPr>
                                          </m:ctrlPr>
                                        </m:accPr>
                                        <m:e>
                                          <m:r>
                                            <a:rPr lang="en-GB" altLang="zh-CN" sz="1800" i="1">
                                              <a:solidFill>
                                                <a:schemeClr val="tx1"/>
                                              </a:solidFill>
                                              <a:latin typeface="Cambria Math" panose="02040503050406030204" pitchFamily="18" charset="0"/>
                                            </a:rPr>
                                            <m:t>∧</m:t>
                                          </m:r>
                                        </m:e>
                                      </m:acc>
                                      <m:r>
                                        <a:rPr lang="en-GB" altLang="zh-CN" sz="1800" i="1">
                                          <a:solidFill>
                                            <a:schemeClr val="tx1"/>
                                          </a:solidFill>
                                          <a:latin typeface="Cambria Math" panose="02040503050406030204" pitchFamily="18" charset="0"/>
                                        </a:rPr>
                                        <m:t>𝐵</m:t>
                                      </m:r>
                                    </m:e>
                                  </m:d>
                                </m:e>
                              </m:d>
                              <m:acc>
                                <m:accPr>
                                  <m:chr m:val="̅"/>
                                  <m:ctrlPr>
                                    <a:rPr lang="en-GB" altLang="zh-CN" sz="1800" i="1">
                                      <a:solidFill>
                                        <a:schemeClr val="tx1"/>
                                      </a:solidFill>
                                      <a:latin typeface="Cambria Math" panose="02040503050406030204" pitchFamily="18" charset="0"/>
                                    </a:rPr>
                                  </m:ctrlPr>
                                </m:accPr>
                                <m:e>
                                  <m:r>
                                    <a:rPr lang="en-GB" altLang="zh-CN" sz="1800" i="1">
                                      <a:solidFill>
                                        <a:schemeClr val="tx1"/>
                                      </a:solidFill>
                                      <a:latin typeface="Cambria Math" panose="02040503050406030204" pitchFamily="18" charset="0"/>
                                    </a:rPr>
                                    <m:t>∧</m:t>
                                  </m:r>
                                </m:e>
                              </m:acc>
                              <m:d>
                                <m:dPr>
                                  <m:ctrlPr>
                                    <a:rPr lang="en-GB" altLang="zh-CN" sz="1800" i="1">
                                      <a:solidFill>
                                        <a:schemeClr val="tx1"/>
                                      </a:solidFill>
                                      <a:latin typeface="Cambria Math" panose="02040503050406030204" pitchFamily="18" charset="0"/>
                                    </a:rPr>
                                  </m:ctrlPr>
                                </m:dPr>
                                <m:e>
                                  <m:r>
                                    <a:rPr lang="en-GB" altLang="zh-CN" sz="1800" i="1">
                                      <a:solidFill>
                                        <a:schemeClr val="tx1"/>
                                      </a:solidFill>
                                      <a:latin typeface="Cambria Math" panose="02040503050406030204" pitchFamily="18" charset="0"/>
                                    </a:rPr>
                                    <m:t>𝐵</m:t>
                                  </m:r>
                                  <m:acc>
                                    <m:accPr>
                                      <m:chr m:val="̅"/>
                                      <m:ctrlPr>
                                        <a:rPr lang="en-GB" altLang="zh-CN" sz="1800" i="1">
                                          <a:solidFill>
                                            <a:schemeClr val="tx1"/>
                                          </a:solidFill>
                                          <a:latin typeface="Cambria Math" panose="02040503050406030204" pitchFamily="18" charset="0"/>
                                        </a:rPr>
                                      </m:ctrlPr>
                                    </m:accPr>
                                    <m:e>
                                      <m:r>
                                        <a:rPr lang="en-GB" altLang="zh-CN" sz="1800" i="1">
                                          <a:solidFill>
                                            <a:schemeClr val="tx1"/>
                                          </a:solidFill>
                                          <a:latin typeface="Cambria Math" panose="02040503050406030204" pitchFamily="18" charset="0"/>
                                        </a:rPr>
                                        <m:t>∧</m:t>
                                      </m:r>
                                    </m:e>
                                  </m:acc>
                                  <m:d>
                                    <m:dPr>
                                      <m:ctrlPr>
                                        <a:rPr lang="en-GB" altLang="zh-CN" sz="1800" i="1">
                                          <a:solidFill>
                                            <a:schemeClr val="tx1"/>
                                          </a:solidFill>
                                          <a:latin typeface="Cambria Math" panose="02040503050406030204" pitchFamily="18" charset="0"/>
                                        </a:rPr>
                                      </m:ctrlPr>
                                    </m:dPr>
                                    <m:e>
                                      <m:r>
                                        <a:rPr lang="en-GB" altLang="zh-CN" sz="1800" i="1">
                                          <a:solidFill>
                                            <a:schemeClr val="tx1"/>
                                          </a:solidFill>
                                          <a:latin typeface="Cambria Math" panose="02040503050406030204" pitchFamily="18" charset="0"/>
                                        </a:rPr>
                                        <m:t>𝐴</m:t>
                                      </m:r>
                                      <m:acc>
                                        <m:accPr>
                                          <m:chr m:val="̅"/>
                                          <m:ctrlPr>
                                            <a:rPr lang="en-GB" altLang="zh-CN" sz="1800" i="1">
                                              <a:solidFill>
                                                <a:schemeClr val="tx1"/>
                                              </a:solidFill>
                                              <a:latin typeface="Cambria Math" panose="02040503050406030204" pitchFamily="18" charset="0"/>
                                            </a:rPr>
                                          </m:ctrlPr>
                                        </m:accPr>
                                        <m:e>
                                          <m:r>
                                            <a:rPr lang="en-GB" altLang="zh-CN" sz="1800" i="1">
                                              <a:solidFill>
                                                <a:schemeClr val="tx1"/>
                                              </a:solidFill>
                                              <a:latin typeface="Cambria Math" panose="02040503050406030204" pitchFamily="18" charset="0"/>
                                            </a:rPr>
                                            <m:t>∧</m:t>
                                          </m:r>
                                        </m:e>
                                      </m:acc>
                                      <m:r>
                                        <a:rPr lang="en-GB" altLang="zh-CN" sz="1800" i="1">
                                          <a:solidFill>
                                            <a:schemeClr val="tx1"/>
                                          </a:solidFill>
                                          <a:latin typeface="Cambria Math" panose="02040503050406030204" pitchFamily="18" charset="0"/>
                                        </a:rPr>
                                        <m:t>𝐵</m:t>
                                      </m:r>
                                    </m:e>
                                  </m:d>
                                </m:e>
                              </m:d>
                            </m:oMath>
                          </a14:m>
                          <a:endParaRPr lang="zh-CN" altLang="en-US" dirty="0">
                            <a:solidFill>
                              <a:schemeClr val="tx1"/>
                            </a:solidFill>
                          </a:endParaRPr>
                        </a:p>
                      </a:txBody>
                      <a:tcPr/>
                    </a:tc>
                    <a:extLst>
                      <a:ext uri="{0D108BD9-81ED-4DB2-BD59-A6C34878D82A}">
                        <a16:rowId xmlns:a16="http://schemas.microsoft.com/office/drawing/2014/main" val="2592967627"/>
                      </a:ext>
                    </a:extLst>
                  </a:tr>
                  <a:tr h="2059995">
                    <a:tc>
                      <a:txBody>
                        <a:bodyPr/>
                        <a:lstStyle/>
                        <a:p>
                          <a:endParaRPr lang="zh-CN" altLang="en-US" dirty="0"/>
                        </a:p>
                      </a:txBody>
                      <a:tcPr/>
                    </a:tc>
                    <a:tc>
                      <a:txBody>
                        <a:bodyPr/>
                        <a:lstStyle/>
                        <a:p>
                          <a:endParaRPr lang="zh-CN" altLang="en-US" dirty="0"/>
                        </a:p>
                      </a:txBody>
                      <a:tcPr/>
                    </a:tc>
                    <a:tc>
                      <a:txBody>
                        <a:bodyPr/>
                        <a:lstStyle/>
                        <a:p>
                          <a:endParaRPr lang="zh-CN" altLang="en-US" dirty="0"/>
                        </a:p>
                      </a:txBody>
                      <a:tcPr/>
                    </a:tc>
                    <a:extLst>
                      <a:ext uri="{0D108BD9-81ED-4DB2-BD59-A6C34878D82A}">
                        <a16:rowId xmlns:a16="http://schemas.microsoft.com/office/drawing/2014/main" val="4065425179"/>
                      </a:ext>
                    </a:extLst>
                  </a:tr>
                </a:tbl>
              </a:graphicData>
            </a:graphic>
          </p:graphicFrame>
        </mc:Choice>
        <mc:Fallback>
          <p:graphicFrame>
            <p:nvGraphicFramePr>
              <p:cNvPr id="7" name="内容占位符 6">
                <a:extLst>
                  <a:ext uri="{FF2B5EF4-FFF2-40B4-BE49-F238E27FC236}">
                    <a16:creationId xmlns:a16="http://schemas.microsoft.com/office/drawing/2014/main" id="{2D0C68A9-FFC4-E8E3-AEDF-3DFF1FE091D1}"/>
                  </a:ext>
                </a:extLst>
              </p:cNvPr>
              <p:cNvGraphicFramePr>
                <a:graphicFrameLocks noGrp="1"/>
              </p:cNvGraphicFramePr>
              <p:nvPr>
                <p:ph sz="half" idx="1"/>
                <p:extLst>
                  <p:ext uri="{D42A27DB-BD31-4B8C-83A1-F6EECF244321}">
                    <p14:modId xmlns:p14="http://schemas.microsoft.com/office/powerpoint/2010/main" val="416881668"/>
                  </p:ext>
                </p:extLst>
              </p:nvPr>
            </p:nvGraphicFramePr>
            <p:xfrm>
              <a:off x="380938" y="1790114"/>
              <a:ext cx="11497384" cy="2826821"/>
            </p:xfrm>
            <a:graphic>
              <a:graphicData uri="http://schemas.openxmlformats.org/drawingml/2006/table">
                <a:tbl>
                  <a:tblPr firstRow="1" bandRow="1">
                    <a:tableStyleId>{5C22544A-7EE6-4342-B048-85BDC9FD1C3A}</a:tableStyleId>
                  </a:tblPr>
                  <a:tblGrid>
                    <a:gridCol w="3179177">
                      <a:extLst>
                        <a:ext uri="{9D8B030D-6E8A-4147-A177-3AD203B41FA5}">
                          <a16:colId xmlns:a16="http://schemas.microsoft.com/office/drawing/2014/main" val="2733598341"/>
                        </a:ext>
                      </a:extLst>
                    </a:gridCol>
                    <a:gridCol w="3868798">
                      <a:extLst>
                        <a:ext uri="{9D8B030D-6E8A-4147-A177-3AD203B41FA5}">
                          <a16:colId xmlns:a16="http://schemas.microsoft.com/office/drawing/2014/main" val="1350380927"/>
                        </a:ext>
                      </a:extLst>
                    </a:gridCol>
                    <a:gridCol w="4449409">
                      <a:extLst>
                        <a:ext uri="{9D8B030D-6E8A-4147-A177-3AD203B41FA5}">
                          <a16:colId xmlns:a16="http://schemas.microsoft.com/office/drawing/2014/main" val="222802639"/>
                        </a:ext>
                      </a:extLst>
                    </a:gridCol>
                  </a:tblGrid>
                  <a:tr h="365760">
                    <a:tc>
                      <a:txBody>
                        <a:bodyPr/>
                        <a:lstStyle/>
                        <a:p>
                          <a:endParaRPr lang="zh-CN"/>
                        </a:p>
                      </a:txBody>
                      <a:tcPr>
                        <a:blipFill>
                          <a:blip r:embed="rId2"/>
                          <a:stretch>
                            <a:fillRect l="-192" t="-1667" r="-262261" b="-678333"/>
                          </a:stretch>
                        </a:blipFill>
                      </a:tcPr>
                    </a:tc>
                    <a:tc>
                      <a:txBody>
                        <a:bodyPr/>
                        <a:lstStyle/>
                        <a:p>
                          <a:endParaRPr lang="zh-CN"/>
                        </a:p>
                      </a:txBody>
                      <a:tcPr>
                        <a:blipFill>
                          <a:blip r:embed="rId2"/>
                          <a:stretch>
                            <a:fillRect l="-82362" t="-1667" r="-115591" b="-678333"/>
                          </a:stretch>
                        </a:blipFill>
                      </a:tcPr>
                    </a:tc>
                    <a:tc>
                      <a:txBody>
                        <a:bodyPr/>
                        <a:lstStyle/>
                        <a:p>
                          <a:endParaRPr lang="zh-CN"/>
                        </a:p>
                      </a:txBody>
                      <a:tcPr>
                        <a:blipFill>
                          <a:blip r:embed="rId2"/>
                          <a:stretch>
                            <a:fillRect l="-158630" t="-1667" r="-548" b="-678333"/>
                          </a:stretch>
                        </a:blipFill>
                      </a:tcPr>
                    </a:tc>
                    <a:extLst>
                      <a:ext uri="{0D108BD9-81ED-4DB2-BD59-A6C34878D82A}">
                        <a16:rowId xmlns:a16="http://schemas.microsoft.com/office/drawing/2014/main" val="1133217696"/>
                      </a:ext>
                    </a:extLst>
                  </a:tr>
                  <a:tr h="401066">
                    <a:tc>
                      <a:txBody>
                        <a:bodyPr/>
                        <a:lstStyle/>
                        <a:p>
                          <a:endParaRPr lang="zh-CN"/>
                        </a:p>
                      </a:txBody>
                      <a:tcPr>
                        <a:blipFill>
                          <a:blip r:embed="rId2"/>
                          <a:stretch>
                            <a:fillRect l="-192" t="-92424" r="-262261" b="-516667"/>
                          </a:stretch>
                        </a:blipFill>
                      </a:tcPr>
                    </a:tc>
                    <a:tc>
                      <a:txBody>
                        <a:bodyPr/>
                        <a:lstStyle/>
                        <a:p>
                          <a:endParaRPr lang="zh-CN"/>
                        </a:p>
                      </a:txBody>
                      <a:tcPr>
                        <a:blipFill>
                          <a:blip r:embed="rId2"/>
                          <a:stretch>
                            <a:fillRect l="-82362" t="-92424" r="-115591" b="-516667"/>
                          </a:stretch>
                        </a:blipFill>
                      </a:tcPr>
                    </a:tc>
                    <a:tc>
                      <a:txBody>
                        <a:bodyPr/>
                        <a:lstStyle/>
                        <a:p>
                          <a:endParaRPr lang="zh-CN"/>
                        </a:p>
                      </a:txBody>
                      <a:tcPr>
                        <a:blipFill>
                          <a:blip r:embed="rId2"/>
                          <a:stretch>
                            <a:fillRect l="-158630" t="-92424" r="-548" b="-516667"/>
                          </a:stretch>
                        </a:blipFill>
                      </a:tcPr>
                    </a:tc>
                    <a:extLst>
                      <a:ext uri="{0D108BD9-81ED-4DB2-BD59-A6C34878D82A}">
                        <a16:rowId xmlns:a16="http://schemas.microsoft.com/office/drawing/2014/main" val="2592967627"/>
                      </a:ext>
                    </a:extLst>
                  </a:tr>
                  <a:tr h="2059995">
                    <a:tc>
                      <a:txBody>
                        <a:bodyPr/>
                        <a:lstStyle/>
                        <a:p>
                          <a:endParaRPr lang="zh-CN" altLang="en-US" dirty="0"/>
                        </a:p>
                      </a:txBody>
                      <a:tcPr/>
                    </a:tc>
                    <a:tc>
                      <a:txBody>
                        <a:bodyPr/>
                        <a:lstStyle/>
                        <a:p>
                          <a:endParaRPr lang="zh-CN" altLang="en-US" dirty="0"/>
                        </a:p>
                      </a:txBody>
                      <a:tcPr/>
                    </a:tc>
                    <a:tc>
                      <a:txBody>
                        <a:bodyPr/>
                        <a:lstStyle/>
                        <a:p>
                          <a:endParaRPr lang="zh-CN" altLang="en-US" dirty="0"/>
                        </a:p>
                      </a:txBody>
                      <a:tcPr/>
                    </a:tc>
                    <a:extLst>
                      <a:ext uri="{0D108BD9-81ED-4DB2-BD59-A6C34878D82A}">
                        <a16:rowId xmlns:a16="http://schemas.microsoft.com/office/drawing/2014/main" val="4065425179"/>
                      </a:ext>
                    </a:extLst>
                  </a:tr>
                </a:tbl>
              </a:graphicData>
            </a:graphic>
          </p:graphicFrame>
        </mc:Fallback>
      </mc:AlternateContent>
      <p:pic>
        <p:nvPicPr>
          <p:cNvPr id="8" name="Picture 6">
            <a:extLst>
              <a:ext uri="{FF2B5EF4-FFF2-40B4-BE49-F238E27FC236}">
                <a16:creationId xmlns:a16="http://schemas.microsoft.com/office/drawing/2014/main" id="{FE693F17-4CB2-E91B-CEC1-2AB9CB06BA06}"/>
              </a:ext>
            </a:extLst>
          </p:cNvPr>
          <p:cNvPicPr>
            <a:picLocks noChangeAspect="1"/>
          </p:cNvPicPr>
          <p:nvPr/>
        </p:nvPicPr>
        <p:blipFill>
          <a:blip r:embed="rId3"/>
          <a:stretch>
            <a:fillRect/>
          </a:stretch>
        </p:blipFill>
        <p:spPr>
          <a:xfrm>
            <a:off x="575261" y="2678678"/>
            <a:ext cx="2834182" cy="1760157"/>
          </a:xfrm>
          <a:prstGeom prst="rect">
            <a:avLst/>
          </a:prstGeom>
        </p:spPr>
      </p:pic>
      <p:sp>
        <p:nvSpPr>
          <p:cNvPr id="9" name="矩形 8">
            <a:extLst>
              <a:ext uri="{FF2B5EF4-FFF2-40B4-BE49-F238E27FC236}">
                <a16:creationId xmlns:a16="http://schemas.microsoft.com/office/drawing/2014/main" id="{F0814E28-5A45-2DB3-930A-CEE29A6BF77C}"/>
              </a:ext>
            </a:extLst>
          </p:cNvPr>
          <p:cNvSpPr/>
          <p:nvPr/>
        </p:nvSpPr>
        <p:spPr>
          <a:xfrm>
            <a:off x="649410" y="3011302"/>
            <a:ext cx="1324823" cy="136126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mc:Choice xmlns:a14="http://schemas.microsoft.com/office/drawing/2010/main" Requires="a14">
          <p:sp>
            <p:nvSpPr>
              <p:cNvPr id="10" name="文本框 9">
                <a:extLst>
                  <a:ext uri="{FF2B5EF4-FFF2-40B4-BE49-F238E27FC236}">
                    <a16:creationId xmlns:a16="http://schemas.microsoft.com/office/drawing/2014/main" id="{5B3D59DC-01EF-D7C6-988F-DCA48D2A664F}"/>
                  </a:ext>
                </a:extLst>
              </p:cNvPr>
              <p:cNvSpPr txBox="1"/>
              <p:nvPr/>
            </p:nvSpPr>
            <p:spPr>
              <a:xfrm>
                <a:off x="995641" y="2676203"/>
                <a:ext cx="45958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p:sp>
            <p:nvSpPr>
              <p:cNvPr id="10" name="文本框 9">
                <a:extLst>
                  <a:ext uri="{FF2B5EF4-FFF2-40B4-BE49-F238E27FC236}">
                    <a16:creationId xmlns:a16="http://schemas.microsoft.com/office/drawing/2014/main" id="{5B3D59DC-01EF-D7C6-988F-DCA48D2A664F}"/>
                  </a:ext>
                </a:extLst>
              </p:cNvPr>
              <p:cNvSpPr txBox="1">
                <a:spLocks noRot="1" noChangeAspect="1" noMove="1" noResize="1" noEditPoints="1" noAdjustHandles="1" noChangeArrowheads="1" noChangeShapeType="1" noTextEdit="1"/>
              </p:cNvSpPr>
              <p:nvPr/>
            </p:nvSpPr>
            <p:spPr>
              <a:xfrm>
                <a:off x="995641" y="2676203"/>
                <a:ext cx="459584" cy="369332"/>
              </a:xfrm>
              <a:prstGeom prst="rect">
                <a:avLst/>
              </a:prstGeom>
              <a:blipFill>
                <a:blip r:embed="rId4"/>
                <a:stretch>
                  <a:fillRect r="-5394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1" name="文本框 10">
                <a:extLst>
                  <a:ext uri="{FF2B5EF4-FFF2-40B4-BE49-F238E27FC236}">
                    <a16:creationId xmlns:a16="http://schemas.microsoft.com/office/drawing/2014/main" id="{ADE3334A-7CA3-155E-A749-6FF25E244225}"/>
                  </a:ext>
                </a:extLst>
              </p:cNvPr>
              <p:cNvSpPr txBox="1"/>
              <p:nvPr/>
            </p:nvSpPr>
            <p:spPr>
              <a:xfrm>
                <a:off x="2090672" y="2974630"/>
                <a:ext cx="45958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p:sp>
            <p:nvSpPr>
              <p:cNvPr id="11" name="文本框 10">
                <a:extLst>
                  <a:ext uri="{FF2B5EF4-FFF2-40B4-BE49-F238E27FC236}">
                    <a16:creationId xmlns:a16="http://schemas.microsoft.com/office/drawing/2014/main" id="{ADE3334A-7CA3-155E-A749-6FF25E244225}"/>
                  </a:ext>
                </a:extLst>
              </p:cNvPr>
              <p:cNvSpPr txBox="1">
                <a:spLocks noRot="1" noChangeAspect="1" noMove="1" noResize="1" noEditPoints="1" noAdjustHandles="1" noChangeArrowheads="1" noChangeShapeType="1" noTextEdit="1"/>
              </p:cNvSpPr>
              <p:nvPr/>
            </p:nvSpPr>
            <p:spPr>
              <a:xfrm>
                <a:off x="2090672" y="2974630"/>
                <a:ext cx="459584" cy="369332"/>
              </a:xfrm>
              <a:prstGeom prst="rect">
                <a:avLst/>
              </a:prstGeom>
              <a:blipFill>
                <a:blip r:embed="rId5"/>
                <a:stretch>
                  <a:fillRect r="-5466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2" name="文本框 11">
                <a:extLst>
                  <a:ext uri="{FF2B5EF4-FFF2-40B4-BE49-F238E27FC236}">
                    <a16:creationId xmlns:a16="http://schemas.microsoft.com/office/drawing/2014/main" id="{580667B7-B388-A07C-EF18-B5A2986C874C}"/>
                  </a:ext>
                </a:extLst>
              </p:cNvPr>
              <p:cNvSpPr txBox="1"/>
              <p:nvPr/>
            </p:nvSpPr>
            <p:spPr>
              <a:xfrm>
                <a:off x="2045254" y="3691932"/>
                <a:ext cx="45958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p:sp>
            <p:nvSpPr>
              <p:cNvPr id="12" name="文本框 11">
                <a:extLst>
                  <a:ext uri="{FF2B5EF4-FFF2-40B4-BE49-F238E27FC236}">
                    <a16:creationId xmlns:a16="http://schemas.microsoft.com/office/drawing/2014/main" id="{580667B7-B388-A07C-EF18-B5A2986C874C}"/>
                  </a:ext>
                </a:extLst>
              </p:cNvPr>
              <p:cNvSpPr txBox="1">
                <a:spLocks noRot="1" noChangeAspect="1" noMove="1" noResize="1" noEditPoints="1" noAdjustHandles="1" noChangeArrowheads="1" noChangeShapeType="1" noTextEdit="1"/>
              </p:cNvSpPr>
              <p:nvPr/>
            </p:nvSpPr>
            <p:spPr>
              <a:xfrm>
                <a:off x="2045254" y="3691932"/>
                <a:ext cx="459584" cy="369332"/>
              </a:xfrm>
              <a:prstGeom prst="rect">
                <a:avLst/>
              </a:prstGeom>
              <a:blipFill>
                <a:blip r:embed="rId6"/>
                <a:stretch>
                  <a:fillRect r="-54667"/>
                </a:stretch>
              </a:blipFill>
            </p:spPr>
            <p:txBody>
              <a:bodyPr/>
              <a:lstStyle/>
              <a:p>
                <a:r>
                  <a:rPr lang="zh-CN" altLang="en-US">
                    <a:noFill/>
                  </a:rPr>
                  <a:t> </a:t>
                </a:r>
              </a:p>
            </p:txBody>
          </p:sp>
        </mc:Fallback>
      </mc:AlternateContent>
      <p:pic>
        <p:nvPicPr>
          <p:cNvPr id="14" name="图片 13">
            <a:extLst>
              <a:ext uri="{FF2B5EF4-FFF2-40B4-BE49-F238E27FC236}">
                <a16:creationId xmlns:a16="http://schemas.microsoft.com/office/drawing/2014/main" id="{AB70BC22-C475-BE74-C5BE-C20E2995E608}"/>
              </a:ext>
            </a:extLst>
          </p:cNvPr>
          <p:cNvPicPr>
            <a:picLocks noChangeAspect="1"/>
          </p:cNvPicPr>
          <p:nvPr/>
        </p:nvPicPr>
        <p:blipFill>
          <a:blip r:embed="rId7"/>
          <a:stretch>
            <a:fillRect/>
          </a:stretch>
        </p:blipFill>
        <p:spPr>
          <a:xfrm>
            <a:off x="3666774" y="2676469"/>
            <a:ext cx="3588971" cy="1696094"/>
          </a:xfrm>
          <a:prstGeom prst="rect">
            <a:avLst/>
          </a:prstGeom>
        </p:spPr>
      </p:pic>
      <mc:AlternateContent xmlns:mc="http://schemas.openxmlformats.org/markup-compatibility/2006">
        <mc:Choice xmlns:a14="http://schemas.microsoft.com/office/drawing/2010/main" Requires="a14">
          <p:graphicFrame>
            <p:nvGraphicFramePr>
              <p:cNvPr id="4" name="内容占位符 6">
                <a:extLst>
                  <a:ext uri="{FF2B5EF4-FFF2-40B4-BE49-F238E27FC236}">
                    <a16:creationId xmlns:a16="http://schemas.microsoft.com/office/drawing/2014/main" id="{FA5ECF3C-2969-D550-9027-C95C86523831}"/>
                  </a:ext>
                </a:extLst>
              </p:cNvPr>
              <p:cNvGraphicFramePr>
                <a:graphicFrameLocks/>
              </p:cNvGraphicFramePr>
              <p:nvPr>
                <p:extLst>
                  <p:ext uri="{D42A27DB-BD31-4B8C-83A1-F6EECF244321}">
                    <p14:modId xmlns:p14="http://schemas.microsoft.com/office/powerpoint/2010/main" val="119220380"/>
                  </p:ext>
                </p:extLst>
              </p:nvPr>
            </p:nvGraphicFramePr>
            <p:xfrm>
              <a:off x="362588" y="4616935"/>
              <a:ext cx="3179177" cy="2176542"/>
            </p:xfrm>
            <a:graphic>
              <a:graphicData uri="http://schemas.openxmlformats.org/drawingml/2006/table">
                <a:tbl>
                  <a:tblPr firstRow="1" bandRow="1">
                    <a:tableStyleId>{5C22544A-7EE6-4342-B048-85BDC9FD1C3A}</a:tableStyleId>
                  </a:tblPr>
                  <a:tblGrid>
                    <a:gridCol w="3179177">
                      <a:extLst>
                        <a:ext uri="{9D8B030D-6E8A-4147-A177-3AD203B41FA5}">
                          <a16:colId xmlns:a16="http://schemas.microsoft.com/office/drawing/2014/main" val="2733598341"/>
                        </a:ext>
                      </a:extLst>
                    </a:gridCol>
                  </a:tblGrid>
                  <a:tr h="256366">
                    <a:tc>
                      <a:txBody>
                        <a:bodyPr/>
                        <a:lstStyle/>
                        <a:p>
                          <a:pPr/>
                          <a14:m>
                            <m:oMathPara xmlns:m="http://schemas.openxmlformats.org/officeDocument/2006/math">
                              <m:oMathParaPr>
                                <m:jc m:val="centerGroup"/>
                              </m:oMathParaPr>
                              <m:oMath xmlns:m="http://schemas.openxmlformats.org/officeDocument/2006/math">
                                <m:acc>
                                  <m:accPr>
                                    <m:chr m:val="̅"/>
                                    <m:ctrlPr>
                                      <a:rPr lang="en-GB" altLang="zh-CN" i="1" smtClean="0">
                                        <a:latin typeface="Cambria Math" panose="02040503050406030204" pitchFamily="18" charset="0"/>
                                      </a:rPr>
                                    </m:ctrlPr>
                                  </m:accPr>
                                  <m:e>
                                    <m:r>
                                      <a:rPr lang="en-US" altLang="zh-CN" i="1">
                                        <a:latin typeface="Cambria Math" panose="02040503050406030204" pitchFamily="18" charset="0"/>
                                      </a:rPr>
                                      <m:t>𝐴</m:t>
                                    </m:r>
                                  </m:e>
                                </m:acc>
                              </m:oMath>
                            </m:oMathPara>
                          </a14:m>
                          <a:endParaRPr lang="zh-CN" altLang="en-US" dirty="0"/>
                        </a:p>
                      </a:txBody>
                      <a:tcPr/>
                    </a:tc>
                    <a:extLst>
                      <a:ext uri="{0D108BD9-81ED-4DB2-BD59-A6C34878D82A}">
                        <a16:rowId xmlns:a16="http://schemas.microsoft.com/office/drawing/2014/main" val="1133217696"/>
                      </a:ext>
                    </a:extLst>
                  </a:tr>
                  <a:tr h="278929">
                    <a:tc>
                      <a:txBody>
                        <a:bodyPr/>
                        <a:lstStyle/>
                        <a:p>
                          <a:pPr algn="ctr"/>
                          <a14:m>
                            <m:oMath xmlns:m="http://schemas.openxmlformats.org/officeDocument/2006/math">
                              <m:acc>
                                <m:accPr>
                                  <m:chr m:val="̅"/>
                                  <m:ctrlPr>
                                    <a:rPr lang="en-GB" altLang="zh-CN" i="1" smtClean="0">
                                      <a:latin typeface="Cambria Math" panose="02040503050406030204" pitchFamily="18" charset="0"/>
                                    </a:rPr>
                                  </m:ctrlPr>
                                </m:accPr>
                                <m:e>
                                  <m:r>
                                    <a:rPr lang="en-US" altLang="zh-CN" i="1">
                                      <a:latin typeface="Cambria Math" panose="02040503050406030204" pitchFamily="18" charset="0"/>
                                    </a:rPr>
                                    <m:t>𝐴</m:t>
                                  </m:r>
                                </m:e>
                              </m:acc>
                              <m:r>
                                <a:rPr lang="en-GB" altLang="zh-CN" i="1">
                                  <a:latin typeface="Cambria Math" panose="02040503050406030204" pitchFamily="18" charset="0"/>
                                </a:rPr>
                                <m:t>≡</m:t>
                              </m:r>
                              <m:acc>
                                <m:accPr>
                                  <m:chr m:val="̅"/>
                                  <m:ctrlPr>
                                    <a:rPr lang="en-GB" altLang="zh-CN" i="1">
                                      <a:latin typeface="Cambria Math" panose="02040503050406030204" pitchFamily="18" charset="0"/>
                                    </a:rPr>
                                  </m:ctrlPr>
                                </m:accPr>
                                <m:e>
                                  <m:r>
                                    <a:rPr lang="en-US" altLang="zh-CN" b="0" i="1" smtClean="0">
                                      <a:latin typeface="Cambria Math" panose="02040503050406030204" pitchFamily="18" charset="0"/>
                                    </a:rPr>
                                    <m:t>𝐴</m:t>
                                  </m:r>
                                  <m:r>
                                    <a:rPr lang="en-GB" altLang="zh-CN" i="1">
                                      <a:latin typeface="Cambria Math" panose="02040503050406030204" pitchFamily="18" charset="0"/>
                                    </a:rPr>
                                    <m:t>∧</m:t>
                                  </m:r>
                                  <m:r>
                                    <a:rPr lang="en-US" altLang="zh-CN" b="0" i="1" smtClean="0">
                                      <a:latin typeface="Cambria Math" panose="02040503050406030204" pitchFamily="18" charset="0"/>
                                    </a:rPr>
                                    <m:t>𝐴</m:t>
                                  </m:r>
                                </m:e>
                              </m:acc>
                            </m:oMath>
                          </a14:m>
                          <a:r>
                            <a:rPr lang="en-GB" altLang="zh-CN" dirty="0"/>
                            <a:t> </a:t>
                          </a:r>
                          <a:endParaRPr lang="zh-CN" altLang="en-US" dirty="0">
                            <a:solidFill>
                              <a:schemeClr val="tx1"/>
                            </a:solidFill>
                          </a:endParaRPr>
                        </a:p>
                      </a:txBody>
                      <a:tcPr/>
                    </a:tc>
                    <a:extLst>
                      <a:ext uri="{0D108BD9-81ED-4DB2-BD59-A6C34878D82A}">
                        <a16:rowId xmlns:a16="http://schemas.microsoft.com/office/drawing/2014/main" val="2592967627"/>
                      </a:ext>
                    </a:extLst>
                  </a:tr>
                  <a:tr h="1443878">
                    <a:tc>
                      <a:txBody>
                        <a:bodyPr/>
                        <a:lstStyle/>
                        <a:p>
                          <a:endParaRPr lang="zh-CN" altLang="en-US" dirty="0"/>
                        </a:p>
                      </a:txBody>
                      <a:tcPr/>
                    </a:tc>
                    <a:extLst>
                      <a:ext uri="{0D108BD9-81ED-4DB2-BD59-A6C34878D82A}">
                        <a16:rowId xmlns:a16="http://schemas.microsoft.com/office/drawing/2014/main" val="4065425179"/>
                      </a:ext>
                    </a:extLst>
                  </a:tr>
                </a:tbl>
              </a:graphicData>
            </a:graphic>
          </p:graphicFrame>
        </mc:Choice>
        <mc:Fallback>
          <p:graphicFrame>
            <p:nvGraphicFramePr>
              <p:cNvPr id="4" name="内容占位符 6">
                <a:extLst>
                  <a:ext uri="{FF2B5EF4-FFF2-40B4-BE49-F238E27FC236}">
                    <a16:creationId xmlns:a16="http://schemas.microsoft.com/office/drawing/2014/main" id="{FA5ECF3C-2969-D550-9027-C95C86523831}"/>
                  </a:ext>
                </a:extLst>
              </p:cNvPr>
              <p:cNvGraphicFramePr>
                <a:graphicFrameLocks/>
              </p:cNvGraphicFramePr>
              <p:nvPr>
                <p:extLst>
                  <p:ext uri="{D42A27DB-BD31-4B8C-83A1-F6EECF244321}">
                    <p14:modId xmlns:p14="http://schemas.microsoft.com/office/powerpoint/2010/main" val="119220380"/>
                  </p:ext>
                </p:extLst>
              </p:nvPr>
            </p:nvGraphicFramePr>
            <p:xfrm>
              <a:off x="362588" y="4616935"/>
              <a:ext cx="3179177" cy="2176542"/>
            </p:xfrm>
            <a:graphic>
              <a:graphicData uri="http://schemas.openxmlformats.org/drawingml/2006/table">
                <a:tbl>
                  <a:tblPr firstRow="1" bandRow="1">
                    <a:tableStyleId>{5C22544A-7EE6-4342-B048-85BDC9FD1C3A}</a:tableStyleId>
                  </a:tblPr>
                  <a:tblGrid>
                    <a:gridCol w="3179177">
                      <a:extLst>
                        <a:ext uri="{9D8B030D-6E8A-4147-A177-3AD203B41FA5}">
                          <a16:colId xmlns:a16="http://schemas.microsoft.com/office/drawing/2014/main" val="2733598341"/>
                        </a:ext>
                      </a:extLst>
                    </a:gridCol>
                  </a:tblGrid>
                  <a:tr h="366332">
                    <a:tc>
                      <a:txBody>
                        <a:bodyPr/>
                        <a:lstStyle/>
                        <a:p>
                          <a:endParaRPr lang="zh-CN"/>
                        </a:p>
                      </a:txBody>
                      <a:tcPr>
                        <a:blipFill>
                          <a:blip r:embed="rId8"/>
                          <a:stretch>
                            <a:fillRect l="-192" t="-1667" r="-958" b="-500000"/>
                          </a:stretch>
                        </a:blipFill>
                      </a:tcPr>
                    </a:tc>
                    <a:extLst>
                      <a:ext uri="{0D108BD9-81ED-4DB2-BD59-A6C34878D82A}">
                        <a16:rowId xmlns:a16="http://schemas.microsoft.com/office/drawing/2014/main" val="1133217696"/>
                      </a:ext>
                    </a:extLst>
                  </a:tr>
                  <a:tr h="366332">
                    <a:tc>
                      <a:txBody>
                        <a:bodyPr/>
                        <a:lstStyle/>
                        <a:p>
                          <a:endParaRPr lang="zh-CN"/>
                        </a:p>
                      </a:txBody>
                      <a:tcPr>
                        <a:blipFill>
                          <a:blip r:embed="rId8"/>
                          <a:stretch>
                            <a:fillRect l="-192" t="-100000" r="-958" b="-391803"/>
                          </a:stretch>
                        </a:blipFill>
                      </a:tcPr>
                    </a:tc>
                    <a:extLst>
                      <a:ext uri="{0D108BD9-81ED-4DB2-BD59-A6C34878D82A}">
                        <a16:rowId xmlns:a16="http://schemas.microsoft.com/office/drawing/2014/main" val="2592967627"/>
                      </a:ext>
                    </a:extLst>
                  </a:tr>
                  <a:tr h="1443878">
                    <a:tc>
                      <a:txBody>
                        <a:bodyPr/>
                        <a:lstStyle/>
                        <a:p>
                          <a:endParaRPr lang="zh-CN" altLang="en-US" dirty="0"/>
                        </a:p>
                      </a:txBody>
                      <a:tcPr/>
                    </a:tc>
                    <a:extLst>
                      <a:ext uri="{0D108BD9-81ED-4DB2-BD59-A6C34878D82A}">
                        <a16:rowId xmlns:a16="http://schemas.microsoft.com/office/drawing/2014/main" val="4065425179"/>
                      </a:ext>
                    </a:extLst>
                  </a:tr>
                </a:tbl>
              </a:graphicData>
            </a:graphic>
          </p:graphicFrame>
        </mc:Fallback>
      </mc:AlternateContent>
      <p:pic>
        <p:nvPicPr>
          <p:cNvPr id="3" name="Picture 6">
            <a:extLst>
              <a:ext uri="{FF2B5EF4-FFF2-40B4-BE49-F238E27FC236}">
                <a16:creationId xmlns:a16="http://schemas.microsoft.com/office/drawing/2014/main" id="{EE191770-D31D-B2D4-06CF-2FA8FAA30A7B}"/>
              </a:ext>
            </a:extLst>
          </p:cNvPr>
          <p:cNvPicPr>
            <a:picLocks noChangeAspect="1"/>
          </p:cNvPicPr>
          <p:nvPr/>
        </p:nvPicPr>
        <p:blipFill>
          <a:blip r:embed="rId9"/>
          <a:stretch>
            <a:fillRect/>
          </a:stretch>
        </p:blipFill>
        <p:spPr>
          <a:xfrm>
            <a:off x="566013" y="5452089"/>
            <a:ext cx="2772329" cy="1252387"/>
          </a:xfrm>
          <a:prstGeom prst="rect">
            <a:avLst/>
          </a:prstGeom>
        </p:spPr>
      </p:pic>
      <p:pic>
        <p:nvPicPr>
          <p:cNvPr id="6" name="图片 5">
            <a:extLst>
              <a:ext uri="{FF2B5EF4-FFF2-40B4-BE49-F238E27FC236}">
                <a16:creationId xmlns:a16="http://schemas.microsoft.com/office/drawing/2014/main" id="{84788040-CBA5-1FC7-FAC3-0A198E7FBDB4}"/>
              </a:ext>
            </a:extLst>
          </p:cNvPr>
          <p:cNvPicPr>
            <a:picLocks noChangeAspect="1"/>
          </p:cNvPicPr>
          <p:nvPr/>
        </p:nvPicPr>
        <p:blipFill>
          <a:blip r:embed="rId10"/>
          <a:stretch>
            <a:fillRect/>
          </a:stretch>
        </p:blipFill>
        <p:spPr>
          <a:xfrm>
            <a:off x="7648416" y="2704998"/>
            <a:ext cx="4092479" cy="1547405"/>
          </a:xfrm>
          <a:prstGeom prst="rect">
            <a:avLst/>
          </a:prstGeom>
        </p:spPr>
      </p:pic>
    </p:spTree>
    <p:extLst>
      <p:ext uri="{BB962C8B-B14F-4D97-AF65-F5344CB8AC3E}">
        <p14:creationId xmlns:p14="http://schemas.microsoft.com/office/powerpoint/2010/main" val="143735490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E74E5-69EB-24AF-8A32-B512308010A3}"/>
              </a:ext>
            </a:extLst>
          </p:cNvPr>
          <p:cNvSpPr>
            <a:spLocks noGrp="1"/>
          </p:cNvSpPr>
          <p:nvPr>
            <p:ph type="title"/>
          </p:nvPr>
        </p:nvSpPr>
        <p:spPr/>
        <p:txBody>
          <a:bodyPr/>
          <a:lstStyle/>
          <a:p>
            <a:r>
              <a:rPr lang="en-GB" dirty="0"/>
              <a:t>Exercise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9EED94-F045-FC21-2833-B3FC4AB7FEF8}"/>
                  </a:ext>
                </a:extLst>
              </p:cNvPr>
              <p:cNvSpPr>
                <a:spLocks noGrp="1"/>
              </p:cNvSpPr>
              <p:nvPr>
                <p:ph idx="1"/>
              </p:nvPr>
            </p:nvSpPr>
            <p:spPr/>
            <p:txBody>
              <a:bodyPr/>
              <a:lstStyle/>
              <a:p>
                <a:pPr marL="514350" indent="-514350">
                  <a:buFont typeface="+mj-lt"/>
                  <a:buAutoNum type="arabicPeriod"/>
                </a:pPr>
                <a:r>
                  <a:rPr lang="en-GB" dirty="0"/>
                  <a:t>Implement a circuit for XOR using only NAND gates by translating the expression from the previous slide:</a:t>
                </a:r>
              </a:p>
              <a:p>
                <a:pPr marL="0" indent="0">
                  <a:buNone/>
                </a:pPr>
                <a14:m>
                  <m:oMathPara xmlns:m="http://schemas.openxmlformats.org/officeDocument/2006/math">
                    <m:oMathParaPr>
                      <m:jc m:val="center"/>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b="0" i="1" smtClean="0">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m:t>
                          </m:r>
                        </m:e>
                      </m:acc>
                      <m:d>
                        <m:dPr>
                          <m:ctrlPr>
                            <a:rPr lang="en-GB" b="0" i="1" smtClean="0">
                              <a:latin typeface="Cambria Math" panose="02040503050406030204" pitchFamily="18" charset="0"/>
                            </a:rPr>
                          </m:ctrlPr>
                        </m:dPr>
                        <m:e>
                          <m:r>
                            <a:rPr lang="en-GB" b="0" i="1" smtClean="0">
                              <a:latin typeface="Cambria Math" panose="02040503050406030204" pitchFamily="18" charset="0"/>
                            </a:rPr>
                            <m:t>𝐵</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oMath>
                  </m:oMathPara>
                </a14:m>
                <a:endParaRPr lang="en-GB" dirty="0"/>
              </a:p>
              <a:p>
                <a:pPr marL="514350" indent="-514350">
                  <a:buFont typeface="+mj-lt"/>
                  <a:buAutoNum type="arabicPeriod" startAt="2"/>
                </a:pPr>
                <a:r>
                  <a:rPr lang="en-GB" dirty="0"/>
                  <a:t>Create logical circuits for the following using only NAND gates:</a:t>
                </a:r>
              </a:p>
              <a:p>
                <a:pPr marL="971550" lvl="1" indent="-514350">
                  <a:buFont typeface="+mj-lt"/>
                  <a:buAutoNum type="alphaLcParenR"/>
                </a:pPr>
                <a:r>
                  <a:rPr lang="en-GB" dirty="0"/>
                  <a:t>NOR (</a:t>
                </a:r>
                <a14:m>
                  <m:oMath xmlns:m="http://schemas.openxmlformats.org/officeDocument/2006/math">
                    <m:acc>
                      <m:accPr>
                        <m:chr m:val="̅"/>
                        <m:ctrlPr>
                          <a:rPr lang="en-GB" i="1" smtClean="0">
                            <a:latin typeface="Cambria Math" panose="02040503050406030204" pitchFamily="18" charset="0"/>
                          </a:rPr>
                        </m:ctrlPr>
                      </m:accPr>
                      <m:e>
                        <m:r>
                          <a:rPr lang="en-GB" b="0" i="1" smtClean="0">
                            <a:latin typeface="Cambria Math" panose="02040503050406030204" pitchFamily="18" charset="0"/>
                          </a:rPr>
                          <m:t>∨</m:t>
                        </m:r>
                      </m:e>
                    </m:acc>
                  </m:oMath>
                </a14:m>
                <a:r>
                  <a:rPr lang="en-GB" dirty="0"/>
                  <a:t>) (</a:t>
                </a:r>
                <a14:m>
                  <m:oMath xmlns:m="http://schemas.openxmlformats.org/officeDocument/2006/math">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oMath>
                </a14:m>
                <a:r>
                  <a:rPr lang="en-GB" dirty="0"/>
                  <a:t>)</a:t>
                </a:r>
              </a:p>
              <a:p>
                <a:pPr marL="457200" lvl="1" indent="0">
                  <a:buNone/>
                </a:pPr>
                <a:r>
                  <a:rPr lang="en-GB" dirty="0">
                    <a:solidFill>
                      <a:schemeClr val="accent4"/>
                    </a:solidFill>
                  </a:rPr>
                  <a:t>          </a:t>
                </a:r>
                <a14:m>
                  <m:oMath xmlns:m="http://schemas.openxmlformats.org/officeDocument/2006/math">
                    <m:r>
                      <a:rPr lang="en-GB" altLang="zh-CN" i="1">
                        <a:solidFill>
                          <a:schemeClr val="accent4"/>
                        </a:solidFill>
                        <a:latin typeface="Cambria Math" panose="02040503050406030204" pitchFamily="18" charset="0"/>
                      </a:rPr>
                      <m:t>≡¬</m:t>
                    </m:r>
                    <m:d>
                      <m:dPr>
                        <m:ctrlPr>
                          <a:rPr lang="en-US" altLang="zh-CN" b="0" i="1" smtClean="0">
                            <a:solidFill>
                              <a:schemeClr val="accent4"/>
                            </a:solidFill>
                            <a:latin typeface="Cambria Math" panose="02040503050406030204" pitchFamily="18" charset="0"/>
                          </a:rPr>
                        </m:ctrlPr>
                      </m:dPr>
                      <m:e>
                        <m:d>
                          <m:dPr>
                            <m:ctrlPr>
                              <a:rPr lang="en-GB" altLang="zh-CN" i="1">
                                <a:solidFill>
                                  <a:schemeClr val="accent4"/>
                                </a:solidFill>
                                <a:latin typeface="Cambria Math" panose="02040503050406030204" pitchFamily="18" charset="0"/>
                              </a:rPr>
                            </m:ctrlPr>
                          </m:dPr>
                          <m:e>
                            <m:r>
                              <a:rPr lang="en-GB" altLang="zh-CN" i="1">
                                <a:solidFill>
                                  <a:schemeClr val="accent4"/>
                                </a:solidFill>
                                <a:latin typeface="Cambria Math" panose="02040503050406030204" pitchFamily="18" charset="0"/>
                              </a:rPr>
                              <m:t>𝐴</m:t>
                            </m:r>
                            <m:acc>
                              <m:accPr>
                                <m:chr m:val="̅"/>
                                <m:ctrlPr>
                                  <a:rPr lang="en-GB" altLang="zh-CN" i="1">
                                    <a:solidFill>
                                      <a:schemeClr val="accent4"/>
                                    </a:solidFill>
                                    <a:latin typeface="Cambria Math" panose="02040503050406030204" pitchFamily="18" charset="0"/>
                                  </a:rPr>
                                </m:ctrlPr>
                              </m:accPr>
                              <m:e>
                                <m:r>
                                  <a:rPr lang="en-GB" altLang="zh-CN" i="1">
                                    <a:solidFill>
                                      <a:schemeClr val="accent4"/>
                                    </a:solidFill>
                                    <a:latin typeface="Cambria Math" panose="02040503050406030204" pitchFamily="18" charset="0"/>
                                  </a:rPr>
                                  <m:t>∧</m:t>
                                </m:r>
                              </m:e>
                            </m:acc>
                            <m:r>
                              <a:rPr lang="en-GB" altLang="zh-CN" i="1">
                                <a:solidFill>
                                  <a:schemeClr val="accent4"/>
                                </a:solidFill>
                                <a:latin typeface="Cambria Math" panose="02040503050406030204" pitchFamily="18" charset="0"/>
                              </a:rPr>
                              <m:t>𝐴</m:t>
                            </m:r>
                          </m:e>
                        </m:d>
                        <m:acc>
                          <m:accPr>
                            <m:chr m:val="̅"/>
                            <m:ctrlPr>
                              <a:rPr lang="en-GB" altLang="zh-CN" i="1" dirty="0">
                                <a:solidFill>
                                  <a:schemeClr val="accent4"/>
                                </a:solidFill>
                                <a:latin typeface="Cambria Math" panose="02040503050406030204" pitchFamily="18" charset="0"/>
                              </a:rPr>
                            </m:ctrlPr>
                          </m:accPr>
                          <m:e>
                            <m:r>
                              <a:rPr lang="en-GB" altLang="zh-CN" i="1" dirty="0">
                                <a:solidFill>
                                  <a:schemeClr val="accent4"/>
                                </a:solidFill>
                                <a:latin typeface="Cambria Math" panose="02040503050406030204" pitchFamily="18" charset="0"/>
                              </a:rPr>
                              <m:t>∧</m:t>
                            </m:r>
                          </m:e>
                        </m:acc>
                        <m:d>
                          <m:dPr>
                            <m:ctrlPr>
                              <a:rPr lang="en-GB" altLang="zh-CN" i="1" dirty="0">
                                <a:solidFill>
                                  <a:schemeClr val="accent4"/>
                                </a:solidFill>
                                <a:latin typeface="Cambria Math" panose="02040503050406030204" pitchFamily="18" charset="0"/>
                              </a:rPr>
                            </m:ctrlPr>
                          </m:dPr>
                          <m:e>
                            <m:r>
                              <a:rPr lang="en-GB" altLang="zh-CN" i="1">
                                <a:solidFill>
                                  <a:schemeClr val="accent4"/>
                                </a:solidFill>
                                <a:latin typeface="Cambria Math" panose="02040503050406030204" pitchFamily="18" charset="0"/>
                              </a:rPr>
                              <m:t>𝐵</m:t>
                            </m:r>
                            <m:acc>
                              <m:accPr>
                                <m:chr m:val="̅"/>
                                <m:ctrlPr>
                                  <a:rPr lang="en-GB" altLang="zh-CN" i="1">
                                    <a:solidFill>
                                      <a:schemeClr val="accent4"/>
                                    </a:solidFill>
                                    <a:latin typeface="Cambria Math" panose="02040503050406030204" pitchFamily="18" charset="0"/>
                                  </a:rPr>
                                </m:ctrlPr>
                              </m:accPr>
                              <m:e>
                                <m:r>
                                  <a:rPr lang="en-GB" altLang="zh-CN" i="1">
                                    <a:solidFill>
                                      <a:schemeClr val="accent4"/>
                                    </a:solidFill>
                                    <a:latin typeface="Cambria Math" panose="02040503050406030204" pitchFamily="18" charset="0"/>
                                  </a:rPr>
                                  <m:t>∧</m:t>
                                </m:r>
                              </m:e>
                            </m:acc>
                            <m:r>
                              <a:rPr lang="en-GB" altLang="zh-CN" i="1">
                                <a:solidFill>
                                  <a:schemeClr val="accent4"/>
                                </a:solidFill>
                                <a:latin typeface="Cambria Math" panose="02040503050406030204" pitchFamily="18" charset="0"/>
                              </a:rPr>
                              <m:t>𝐵</m:t>
                            </m:r>
                          </m:e>
                        </m:d>
                      </m:e>
                    </m:d>
                    <m:r>
                      <a:rPr lang="en-US" altLang="zh-CN" b="0" i="1" smtClean="0">
                        <a:solidFill>
                          <a:schemeClr val="accent4"/>
                        </a:solidFill>
                        <a:latin typeface="Cambria Math" panose="02040503050406030204" pitchFamily="18" charset="0"/>
                      </a:rPr>
                      <m:t> </m:t>
                    </m:r>
                    <m:r>
                      <a:rPr lang="en-GB" altLang="zh-CN" i="1">
                        <a:solidFill>
                          <a:schemeClr val="accent4"/>
                        </a:solidFill>
                        <a:latin typeface="Cambria Math" panose="02040503050406030204" pitchFamily="18" charset="0"/>
                      </a:rPr>
                      <m:t>≡</m:t>
                    </m:r>
                  </m:oMath>
                </a14:m>
                <a:r>
                  <a:rPr lang="en-GB" altLang="zh-CN" dirty="0">
                    <a:solidFill>
                      <a:schemeClr val="accent4"/>
                    </a:solidFill>
                  </a:rPr>
                  <a:t> </a:t>
                </a:r>
                <a14:m>
                  <m:oMath xmlns:m="http://schemas.openxmlformats.org/officeDocument/2006/math">
                    <m:d>
                      <m:dPr>
                        <m:ctrlPr>
                          <a:rPr lang="en-GB" altLang="zh-CN" i="1">
                            <a:solidFill>
                              <a:schemeClr val="accent4"/>
                            </a:solidFill>
                            <a:latin typeface="Cambria Math" panose="02040503050406030204" pitchFamily="18" charset="0"/>
                          </a:rPr>
                        </m:ctrlPr>
                      </m:dPr>
                      <m:e>
                        <m:r>
                          <a:rPr lang="en-GB" altLang="zh-CN" i="1">
                            <a:solidFill>
                              <a:schemeClr val="accent4"/>
                            </a:solidFill>
                            <a:latin typeface="Cambria Math" panose="02040503050406030204" pitchFamily="18" charset="0"/>
                          </a:rPr>
                          <m:t>𝐴</m:t>
                        </m:r>
                        <m:acc>
                          <m:accPr>
                            <m:chr m:val="̅"/>
                            <m:ctrlPr>
                              <a:rPr lang="en-GB" altLang="zh-CN" i="1">
                                <a:solidFill>
                                  <a:schemeClr val="accent4"/>
                                </a:solidFill>
                                <a:latin typeface="Cambria Math" panose="02040503050406030204" pitchFamily="18" charset="0"/>
                              </a:rPr>
                            </m:ctrlPr>
                          </m:accPr>
                          <m:e>
                            <m:r>
                              <a:rPr lang="en-GB" altLang="zh-CN" i="1">
                                <a:solidFill>
                                  <a:schemeClr val="accent4"/>
                                </a:solidFill>
                                <a:latin typeface="Cambria Math" panose="02040503050406030204" pitchFamily="18" charset="0"/>
                              </a:rPr>
                              <m:t>∧</m:t>
                            </m:r>
                          </m:e>
                        </m:acc>
                        <m:r>
                          <a:rPr lang="en-GB" altLang="zh-CN" i="1">
                            <a:solidFill>
                              <a:schemeClr val="accent4"/>
                            </a:solidFill>
                            <a:latin typeface="Cambria Math" panose="02040503050406030204" pitchFamily="18" charset="0"/>
                          </a:rPr>
                          <m:t>𝐴</m:t>
                        </m:r>
                      </m:e>
                    </m:d>
                    <m:r>
                      <a:rPr lang="en-GB" altLang="zh-CN" i="1">
                        <a:solidFill>
                          <a:schemeClr val="accent4"/>
                        </a:solidFill>
                        <a:latin typeface="Cambria Math" panose="02040503050406030204" pitchFamily="18" charset="0"/>
                      </a:rPr>
                      <m:t>∧</m:t>
                    </m:r>
                    <m:d>
                      <m:dPr>
                        <m:ctrlPr>
                          <a:rPr lang="en-GB" altLang="zh-CN" i="1" dirty="0">
                            <a:solidFill>
                              <a:schemeClr val="accent4"/>
                            </a:solidFill>
                            <a:latin typeface="Cambria Math" panose="02040503050406030204" pitchFamily="18" charset="0"/>
                          </a:rPr>
                        </m:ctrlPr>
                      </m:dPr>
                      <m:e>
                        <m:r>
                          <a:rPr lang="en-GB" altLang="zh-CN" i="1">
                            <a:solidFill>
                              <a:schemeClr val="accent4"/>
                            </a:solidFill>
                            <a:latin typeface="Cambria Math" panose="02040503050406030204" pitchFamily="18" charset="0"/>
                          </a:rPr>
                          <m:t>𝐵</m:t>
                        </m:r>
                        <m:acc>
                          <m:accPr>
                            <m:chr m:val="̅"/>
                            <m:ctrlPr>
                              <a:rPr lang="en-GB" altLang="zh-CN" i="1">
                                <a:solidFill>
                                  <a:schemeClr val="accent4"/>
                                </a:solidFill>
                                <a:latin typeface="Cambria Math" panose="02040503050406030204" pitchFamily="18" charset="0"/>
                              </a:rPr>
                            </m:ctrlPr>
                          </m:accPr>
                          <m:e>
                            <m:r>
                              <a:rPr lang="en-GB" altLang="zh-CN" i="1">
                                <a:solidFill>
                                  <a:schemeClr val="accent4"/>
                                </a:solidFill>
                                <a:latin typeface="Cambria Math" panose="02040503050406030204" pitchFamily="18" charset="0"/>
                              </a:rPr>
                              <m:t>∧</m:t>
                            </m:r>
                          </m:e>
                        </m:acc>
                        <m:r>
                          <a:rPr lang="en-GB" altLang="zh-CN" i="1">
                            <a:solidFill>
                              <a:schemeClr val="accent4"/>
                            </a:solidFill>
                            <a:latin typeface="Cambria Math" panose="02040503050406030204" pitchFamily="18" charset="0"/>
                          </a:rPr>
                          <m:t>𝐵</m:t>
                        </m:r>
                      </m:e>
                    </m:d>
                  </m:oMath>
                </a14:m>
                <a:endParaRPr lang="en-GB" dirty="0">
                  <a:solidFill>
                    <a:schemeClr val="accent4"/>
                  </a:solidFill>
                </a:endParaRPr>
              </a:p>
              <a:p>
                <a:pPr marL="457200" lvl="1" indent="0">
                  <a:buNone/>
                </a:pPr>
                <a:endParaRPr lang="en-GB" dirty="0">
                  <a:solidFill>
                    <a:schemeClr val="accent4"/>
                  </a:solidFill>
                </a:endParaRPr>
              </a:p>
              <a:p>
                <a:pPr marL="971550" lvl="1" indent="-514350">
                  <a:buFont typeface="+mj-lt"/>
                  <a:buAutoNum type="alphaLcParenR"/>
                </a:pPr>
                <a:r>
                  <a:rPr lang="en-GB" dirty="0"/>
                  <a:t>XNOR (</a:t>
                </a:r>
                <a14:m>
                  <m:oMath xmlns:m="http://schemas.openxmlformats.org/officeDocument/2006/math">
                    <m:r>
                      <a:rPr lang="en-GB" i="1" dirty="0" smtClean="0">
                        <a:latin typeface="Cambria Math" panose="02040503050406030204" pitchFamily="18" charset="0"/>
                      </a:rPr>
                      <m:t>⊙</m:t>
                    </m:r>
                  </m:oMath>
                </a14:m>
                <a:r>
                  <a:rPr lang="en-GB" dirty="0"/>
                  <a:t>) (</a:t>
                </a:r>
                <a14:m>
                  <m:oMath xmlns:m="http://schemas.openxmlformats.org/officeDocument/2006/math">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oMath>
                </a14:m>
                <a:r>
                  <a:rPr lang="en-GB" dirty="0"/>
                  <a:t>)</a:t>
                </a:r>
              </a:p>
              <a:p>
                <a:pPr marL="0" indent="0">
                  <a:buNone/>
                </a:pPr>
                <a:r>
                  <a:rPr lang="en-GB" dirty="0"/>
                  <a:t>	</a:t>
                </a:r>
                <a:r>
                  <a:rPr lang="en-GB" altLang="zh-CN" dirty="0">
                    <a:solidFill>
                      <a:schemeClr val="accent4"/>
                    </a:solidFill>
                  </a:rPr>
                  <a:t> </a:t>
                </a:r>
                <a14:m>
                  <m:oMath xmlns:m="http://schemas.openxmlformats.org/officeDocument/2006/math">
                    <m:r>
                      <a:rPr lang="en-GB" altLang="zh-CN" sz="2400" i="1">
                        <a:solidFill>
                          <a:schemeClr val="accent4"/>
                        </a:solidFill>
                        <a:latin typeface="Cambria Math" panose="02040503050406030204" pitchFamily="18" charset="0"/>
                      </a:rPr>
                      <m:t>≡¬</m:t>
                    </m:r>
                  </m:oMath>
                </a14:m>
                <a:r>
                  <a:rPr lang="en-GB" altLang="zh-CN" sz="2400" i="1" dirty="0">
                    <a:solidFill>
                      <a:schemeClr val="accent4"/>
                    </a:solidFill>
                    <a:latin typeface="Cambria Math" panose="02040503050406030204" pitchFamily="18" charset="0"/>
                  </a:rPr>
                  <a:t> </a:t>
                </a:r>
                <a14:m>
                  <m:oMath xmlns:m="http://schemas.openxmlformats.org/officeDocument/2006/math">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r>
                              <a:rPr lang="en-GB" altLang="zh-CN" sz="2400" i="1">
                                <a:solidFill>
                                  <a:schemeClr val="accent4"/>
                                </a:solidFill>
                                <a:latin typeface="Cambria Math" panose="02040503050406030204" pitchFamily="18" charset="0"/>
                              </a:rPr>
                              <m:t>𝐵</m:t>
                            </m:r>
                          </m:e>
                        </m:d>
                      </m:e>
                    </m:d>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𝐵</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r>
                              <a:rPr lang="en-GB" altLang="zh-CN" sz="2400" i="1">
                                <a:solidFill>
                                  <a:schemeClr val="accent4"/>
                                </a:solidFill>
                                <a:latin typeface="Cambria Math" panose="02040503050406030204" pitchFamily="18" charset="0"/>
                              </a:rPr>
                              <m:t>𝐵</m:t>
                            </m:r>
                          </m:e>
                        </m:d>
                      </m:e>
                    </m:d>
                  </m:oMath>
                </a14:m>
                <a:r>
                  <a:rPr lang="en-GB" sz="2400" i="1" dirty="0">
                    <a:solidFill>
                      <a:schemeClr val="accent4"/>
                    </a:solidFill>
                    <a:latin typeface="Cambria Math" panose="02040503050406030204" pitchFamily="18" charset="0"/>
                  </a:rPr>
                  <a:t> </a:t>
                </a:r>
                <a14:m>
                  <m:oMath xmlns:m="http://schemas.openxmlformats.org/officeDocument/2006/math">
                    <m:r>
                      <a:rPr lang="en-GB" altLang="zh-CN" sz="2400" i="1">
                        <a:solidFill>
                          <a:schemeClr val="accent4"/>
                        </a:solidFill>
                        <a:latin typeface="Cambria Math" panose="02040503050406030204" pitchFamily="18" charset="0"/>
                      </a:rPr>
                      <m:t>≡</m:t>
                    </m:r>
                  </m:oMath>
                </a14:m>
                <a:r>
                  <a:rPr lang="en-GB" altLang="zh-CN" sz="2400" dirty="0">
                    <a:solidFill>
                      <a:schemeClr val="accent4"/>
                    </a:solidFill>
                  </a:rPr>
                  <a:t> </a:t>
                </a:r>
                <a14:m>
                  <m:oMath xmlns:m="http://schemas.openxmlformats.org/officeDocument/2006/math">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r>
                              <a:rPr lang="en-GB" altLang="zh-CN" sz="2400" i="1">
                                <a:solidFill>
                                  <a:schemeClr val="accent4"/>
                                </a:solidFill>
                                <a:latin typeface="Cambria Math" panose="02040503050406030204" pitchFamily="18" charset="0"/>
                              </a:rPr>
                              <m:t>𝐵</m:t>
                            </m:r>
                          </m:e>
                        </m:d>
                      </m:e>
                    </m:d>
                    <m:r>
                      <a:rPr lang="en-GB" altLang="zh-CN" sz="2400" i="1">
                        <a:solidFill>
                          <a:schemeClr val="accent4"/>
                        </a:solidFill>
                        <a:latin typeface="Cambria Math" panose="02040503050406030204" pitchFamily="18" charset="0"/>
                      </a:rPr>
                      <m:t>∧</m:t>
                    </m:r>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𝐵</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r>
                              <a:rPr lang="en-GB" altLang="zh-CN" sz="2400" i="1">
                                <a:solidFill>
                                  <a:schemeClr val="accent4"/>
                                </a:solidFill>
                                <a:latin typeface="Cambria Math" panose="02040503050406030204" pitchFamily="18" charset="0"/>
                              </a:rPr>
                              <m:t>𝐵</m:t>
                            </m:r>
                          </m:e>
                        </m:d>
                      </m:e>
                    </m:d>
                  </m:oMath>
                </a14:m>
                <a:endParaRPr lang="en-GB" sz="2400" i="1" dirty="0">
                  <a:solidFill>
                    <a:schemeClr val="accent4"/>
                  </a:solidFill>
                  <a:latin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179EED94-F045-FC21-2833-B3FC4AB7FEF8}"/>
                  </a:ext>
                </a:extLst>
              </p:cNvPr>
              <p:cNvSpPr>
                <a:spLocks noGrp="1" noRot="1" noChangeAspect="1" noMove="1" noResize="1" noEditPoints="1" noAdjustHandles="1" noChangeArrowheads="1" noChangeShapeType="1" noTextEdit="1"/>
              </p:cNvSpPr>
              <p:nvPr>
                <p:ph idx="1"/>
              </p:nvPr>
            </p:nvSpPr>
            <p:spPr>
              <a:blipFill>
                <a:blip r:embed="rId2"/>
                <a:stretch>
                  <a:fillRect l="-1217" t="-238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6060568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72298A-BEC5-5EFB-74DF-08854DF9C935}"/>
              </a:ext>
            </a:extLst>
          </p:cNvPr>
          <p:cNvSpPr>
            <a:spLocks noGrp="1"/>
          </p:cNvSpPr>
          <p:nvPr>
            <p:ph type="title"/>
          </p:nvPr>
        </p:nvSpPr>
        <p:spPr/>
        <p:txBody>
          <a:bodyPr/>
          <a:lstStyle/>
          <a:p>
            <a:r>
              <a:rPr lang="en-GB" dirty="0"/>
              <a:t>Summary</a:t>
            </a:r>
          </a:p>
        </p:txBody>
      </p:sp>
      <p:sp>
        <p:nvSpPr>
          <p:cNvPr id="3" name="Content Placeholder 2">
            <a:extLst>
              <a:ext uri="{FF2B5EF4-FFF2-40B4-BE49-F238E27FC236}">
                <a16:creationId xmlns:a16="http://schemas.microsoft.com/office/drawing/2014/main" id="{82534E09-9CCF-915D-E63F-62D0EC04F554}"/>
              </a:ext>
            </a:extLst>
          </p:cNvPr>
          <p:cNvSpPr>
            <a:spLocks noGrp="1"/>
          </p:cNvSpPr>
          <p:nvPr>
            <p:ph idx="1"/>
          </p:nvPr>
        </p:nvSpPr>
        <p:spPr/>
        <p:txBody>
          <a:bodyPr/>
          <a:lstStyle/>
          <a:p>
            <a:r>
              <a:rPr lang="en-GB" dirty="0"/>
              <a:t>Implementing Logic Gates in Electronics</a:t>
            </a:r>
          </a:p>
          <a:p>
            <a:r>
              <a:rPr lang="en-GB" dirty="0"/>
              <a:t>Combinational Circuits</a:t>
            </a:r>
          </a:p>
          <a:p>
            <a:pPr lvl="1"/>
            <a:r>
              <a:rPr lang="en-GB" dirty="0"/>
              <a:t>Multiplexer</a:t>
            </a:r>
          </a:p>
          <a:p>
            <a:pPr lvl="1"/>
            <a:r>
              <a:rPr lang="en-GB" dirty="0"/>
              <a:t>Decoder</a:t>
            </a:r>
          </a:p>
          <a:p>
            <a:pPr lvl="1"/>
            <a:r>
              <a:rPr lang="en-GB" dirty="0"/>
              <a:t>Adder</a:t>
            </a:r>
          </a:p>
          <a:p>
            <a:r>
              <a:rPr lang="en-GB" dirty="0"/>
              <a:t>Boolean Algebraic Laws</a:t>
            </a:r>
          </a:p>
          <a:p>
            <a:r>
              <a:rPr lang="en-GB" dirty="0"/>
              <a:t>Expressive Power of NAND</a:t>
            </a:r>
          </a:p>
          <a:p>
            <a:endParaRPr lang="en-GB" dirty="0"/>
          </a:p>
        </p:txBody>
      </p:sp>
    </p:spTree>
    <p:extLst>
      <p:ext uri="{BB962C8B-B14F-4D97-AF65-F5344CB8AC3E}">
        <p14:creationId xmlns:p14="http://schemas.microsoft.com/office/powerpoint/2010/main" val="156672282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4D8617D-0BE1-4A9A-82D7-0BEBBD955D49}">
  <we:reference id="4b785c87-866c-4bad-85d8-5d1ae467ac9a" version="3.14.3.0" store="EXCatalog" storeType="EXCatalog"/>
  <we:alternateReferences>
    <we:reference id="WA104381909" version="3.14.3.0" store="en-GB"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1522</TotalTime>
  <Words>2705</Words>
  <Application>Microsoft Office PowerPoint</Application>
  <PresentationFormat>宽屏</PresentationFormat>
  <Paragraphs>1006</Paragraphs>
  <Slides>46</Slides>
  <Notes>0</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46</vt:i4>
      </vt:variant>
    </vt:vector>
  </HeadingPairs>
  <TitlesOfParts>
    <vt:vector size="52" baseType="lpstr">
      <vt:lpstr>Arial</vt:lpstr>
      <vt:lpstr>Calibri</vt:lpstr>
      <vt:lpstr>Calibri Light</vt:lpstr>
      <vt:lpstr>Cambria Math</vt:lpstr>
      <vt:lpstr>Office Theme</vt:lpstr>
      <vt:lpstr>1_Office Theme</vt:lpstr>
      <vt:lpstr>COMP1860 Building our Digital World: Computer Systems &amp; Architecture</vt:lpstr>
      <vt:lpstr>Learning Outcomes</vt:lpstr>
      <vt:lpstr>Text Book</vt:lpstr>
      <vt:lpstr>Overview</vt:lpstr>
      <vt:lpstr>Implementing Logic Gates in Electronics</vt:lpstr>
      <vt:lpstr>Creating Logic Gates From Transistors(晶体管)</vt:lpstr>
      <vt:lpstr>Creating Logic Gates From Transistors（晶体管）</vt:lpstr>
      <vt:lpstr>Combinational Circuits</vt:lpstr>
      <vt:lpstr>Mutiplexer (信号选择器：MUX，4 in-1 out)</vt:lpstr>
      <vt:lpstr>Muliplexer Implementation</vt:lpstr>
      <vt:lpstr>Multiplexer uses</vt:lpstr>
      <vt:lpstr>Exercise: 2-to-1 multiplexer</vt:lpstr>
      <vt:lpstr>Demultiplexer (反向选择器DEMUX： 1in - 4out)</vt:lpstr>
      <vt:lpstr>Decoder（解码器 n in – 2^n out）</vt:lpstr>
      <vt:lpstr>Decoder Use</vt:lpstr>
      <vt:lpstr>Exercise: 1-to-2 decoder</vt:lpstr>
      <vt:lpstr>MUX, DEMUX, Decoder对比</vt:lpstr>
      <vt:lpstr>Adder（累加器）</vt:lpstr>
      <vt:lpstr>Exercise: 1-bit Half Adder（1位半加器）</vt:lpstr>
      <vt:lpstr>Full 1-bit Adder（1位全加器）</vt:lpstr>
      <vt:lpstr>Full Adder Circuit(2个半加器组成)</vt:lpstr>
      <vt:lpstr>Multibit adders（多位全加器）</vt:lpstr>
      <vt:lpstr>Boolean Algebraic Laws</vt:lpstr>
      <vt:lpstr>Boolean Algebraic Laws</vt:lpstr>
      <vt:lpstr>Identity Law</vt:lpstr>
      <vt:lpstr>Null Law</vt:lpstr>
      <vt:lpstr>Idempotent Law</vt:lpstr>
      <vt:lpstr>Inverse Law</vt:lpstr>
      <vt:lpstr>Commutative Law</vt:lpstr>
      <vt:lpstr>Associative Law</vt:lpstr>
      <vt:lpstr>Distributive Law</vt:lpstr>
      <vt:lpstr>Absorption Law</vt:lpstr>
      <vt:lpstr>De Morgan’s Law</vt:lpstr>
      <vt:lpstr>Example: simplifying Boolean expressions</vt:lpstr>
      <vt:lpstr>Example: simplifying Boolean expressions</vt:lpstr>
      <vt:lpstr>Examples: Simplifying Boolean Expressions</vt:lpstr>
      <vt:lpstr>Exercise</vt:lpstr>
      <vt:lpstr>The Expressive Power of NAND</vt:lpstr>
      <vt:lpstr>The Expressive Power of NAND（与非门）</vt:lpstr>
      <vt:lpstr>Example: NOT</vt:lpstr>
      <vt:lpstr>Example: AND(A∧B≡ (A∧ ̅B)∧ ̅(A∧ ̅B) )</vt:lpstr>
      <vt:lpstr>Example: OR ( A∨B ≡ (A∧ ̅A)∧ ̅(B∧ ̅B))</vt:lpstr>
      <vt:lpstr>Example: XOR(A⊕B  ≡ (A∧ ̅(A∧ ̅B)) ∧ ̅(B∧ ̅(A∧ ̅B)))</vt:lpstr>
      <vt:lpstr>总结：用与非门NAND来实现其他门电路</vt:lpstr>
      <vt:lpstr>Exercise</vt:lpstr>
      <vt:lpstr>Summary</vt:lpstr>
    </vt:vector>
  </TitlesOfParts>
  <Company>University of Leeds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COMP1860 Building our Digital World: Computer Systems &amp; Architecture</dc:title>
  <dc:creator>James Dyer</dc:creator>
  <cp:lastModifiedBy>李 尚鹏</cp:lastModifiedBy>
  <cp:revision>53</cp:revision>
  <dcterms:created xsi:type="dcterms:W3CDTF">2024-09-30T09:35:15Z</dcterms:created>
  <dcterms:modified xsi:type="dcterms:W3CDTF">2026-10-21T02:23:44Z</dcterms:modified>
</cp:coreProperties>
</file>