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9" r:id="rId4"/>
    <p:sldId id="258" r:id="rId5"/>
    <p:sldId id="261" r:id="rId6"/>
    <p:sldId id="279" r:id="rId7"/>
    <p:sldId id="295" r:id="rId8"/>
    <p:sldId id="303" r:id="rId9"/>
    <p:sldId id="340" r:id="rId10"/>
    <p:sldId id="315" r:id="rId11"/>
    <p:sldId id="288" r:id="rId12"/>
    <p:sldId id="289" r:id="rId13"/>
    <p:sldId id="341" r:id="rId14"/>
    <p:sldId id="342" r:id="rId15"/>
    <p:sldId id="293" r:id="rId16"/>
    <p:sldId id="294" r:id="rId17"/>
    <p:sldId id="344" r:id="rId18"/>
    <p:sldId id="345" r:id="rId19"/>
    <p:sldId id="347" r:id="rId20"/>
    <p:sldId id="348" r:id="rId21"/>
    <p:sldId id="346" r:id="rId22"/>
    <p:sldId id="353" r:id="rId23"/>
    <p:sldId id="301" r:id="rId24"/>
    <p:sldId id="305" r:id="rId25"/>
    <p:sldId id="306" r:id="rId26"/>
    <p:sldId id="307" r:id="rId27"/>
    <p:sldId id="313" r:id="rId28"/>
    <p:sldId id="304" r:id="rId29"/>
    <p:sldId id="296" r:id="rId30"/>
    <p:sldId id="297" r:id="rId31"/>
    <p:sldId id="299" r:id="rId32"/>
    <p:sldId id="314" r:id="rId33"/>
    <p:sldId id="349" r:id="rId34"/>
    <p:sldId id="350" r:id="rId35"/>
    <p:sldId id="351" r:id="rId36"/>
    <p:sldId id="352" r:id="rId37"/>
    <p:sldId id="308" r:id="rId38"/>
    <p:sldId id="309" r:id="rId39"/>
    <p:sldId id="310" r:id="rId40"/>
    <p:sldId id="311" r:id="rId41"/>
    <p:sldId id="312" r:id="rId42"/>
    <p:sldId id="358" r:id="rId43"/>
    <p:sldId id="25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yer" userId="c78f284b-7e37-4191-b5a6-8e3806eb7037" providerId="ADAL" clId="{9F1B4838-F5B8-4009-8553-2583D5CDEF26}"/>
    <pc:docChg chg="undo redo custSel addSld delSld modSld">
      <pc:chgData name="James Dyer" userId="c78f284b-7e37-4191-b5a6-8e3806eb7037" providerId="ADAL" clId="{9F1B4838-F5B8-4009-8553-2583D5CDEF26}" dt="2025-04-01T12:34:13.812" v="5263" actId="20577"/>
      <pc:docMkLst>
        <pc:docMk/>
      </pc:docMkLst>
      <pc:sldChg chg="modSp mod">
        <pc:chgData name="James Dyer" userId="c78f284b-7e37-4191-b5a6-8e3806eb7037" providerId="ADAL" clId="{9F1B4838-F5B8-4009-8553-2583D5CDEF26}" dt="2025-03-12T14:51:17.336" v="3004" actId="20577"/>
        <pc:sldMkLst>
          <pc:docMk/>
          <pc:sldMk cId="340163789" sldId="256"/>
        </pc:sldMkLst>
      </pc:sldChg>
      <pc:sldChg chg="modSp mod">
        <pc:chgData name="James Dyer" userId="c78f284b-7e37-4191-b5a6-8e3806eb7037" providerId="ADAL" clId="{9F1B4838-F5B8-4009-8553-2583D5CDEF26}" dt="2025-03-28T12:39:50.722" v="4418" actId="20577"/>
        <pc:sldMkLst>
          <pc:docMk/>
          <pc:sldMk cId="757110763" sldId="258"/>
        </pc:sldMkLst>
      </pc:sldChg>
      <pc:sldChg chg="modSp mod">
        <pc:chgData name="James Dyer" userId="c78f284b-7e37-4191-b5a6-8e3806eb7037" providerId="ADAL" clId="{9F1B4838-F5B8-4009-8553-2583D5CDEF26}" dt="2025-03-28T12:42:20.560" v="4421" actId="20577"/>
        <pc:sldMkLst>
          <pc:docMk/>
          <pc:sldMk cId="506699912" sldId="259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2581238198" sldId="260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1318305980" sldId="262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3190321217" sldId="263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2475208075" sldId="264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271333520" sldId="265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874173536" sldId="266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409111657" sldId="267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77911456" sldId="268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126883131" sldId="269"/>
        </pc:sldMkLst>
      </pc:sldChg>
      <pc:sldChg chg="del">
        <pc:chgData name="James Dyer" userId="c78f284b-7e37-4191-b5a6-8e3806eb7037" providerId="ADAL" clId="{9F1B4838-F5B8-4009-8553-2583D5CDEF26}" dt="2025-03-13T12:12:01.409" v="3060" actId="2696"/>
        <pc:sldMkLst>
          <pc:docMk/>
          <pc:sldMk cId="3114036420" sldId="270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1918331364" sldId="271"/>
        </pc:sldMkLst>
      </pc:sldChg>
      <pc:sldChg chg="del">
        <pc:chgData name="James Dyer" userId="c78f284b-7e37-4191-b5a6-8e3806eb7037" providerId="ADAL" clId="{9F1B4838-F5B8-4009-8553-2583D5CDEF26}" dt="2025-03-28T12:37:46.135" v="4417" actId="2696"/>
        <pc:sldMkLst>
          <pc:docMk/>
          <pc:sldMk cId="3713491935" sldId="272"/>
        </pc:sldMkLst>
      </pc:sldChg>
      <pc:sldChg chg="modSp del mod">
        <pc:chgData name="James Dyer" userId="c78f284b-7e37-4191-b5a6-8e3806eb7037" providerId="ADAL" clId="{9F1B4838-F5B8-4009-8553-2583D5CDEF26}" dt="2025-03-28T12:37:46.135" v="4417" actId="2696"/>
        <pc:sldMkLst>
          <pc:docMk/>
          <pc:sldMk cId="3860212923" sldId="274"/>
        </pc:sldMkLst>
      </pc:sldChg>
      <pc:sldChg chg="modSp del">
        <pc:chgData name="James Dyer" userId="c78f284b-7e37-4191-b5a6-8e3806eb7037" providerId="ADAL" clId="{9F1B4838-F5B8-4009-8553-2583D5CDEF26}" dt="2025-03-28T12:37:46.135" v="4417" actId="2696"/>
        <pc:sldMkLst>
          <pc:docMk/>
          <pc:sldMk cId="3700872050" sldId="275"/>
        </pc:sldMkLst>
      </pc:sldChg>
      <pc:sldChg chg="del">
        <pc:chgData name="James Dyer" userId="c78f284b-7e37-4191-b5a6-8e3806eb7037" providerId="ADAL" clId="{9F1B4838-F5B8-4009-8553-2583D5CDEF26}" dt="2025-03-28T12:39:54.166" v="4419" actId="2696"/>
        <pc:sldMkLst>
          <pc:docMk/>
          <pc:sldMk cId="238652036" sldId="276"/>
        </pc:sldMkLst>
      </pc:sldChg>
      <pc:sldChg chg="delSp modSp del mod modClrScheme chgLayout">
        <pc:chgData name="James Dyer" userId="c78f284b-7e37-4191-b5a6-8e3806eb7037" providerId="ADAL" clId="{9F1B4838-F5B8-4009-8553-2583D5CDEF26}" dt="2025-03-28T12:37:46.135" v="4417" actId="2696"/>
        <pc:sldMkLst>
          <pc:docMk/>
          <pc:sldMk cId="827335259" sldId="277"/>
        </pc:sldMkLst>
      </pc:sldChg>
      <pc:sldChg chg="modSp mod">
        <pc:chgData name="James Dyer" userId="c78f284b-7e37-4191-b5a6-8e3806eb7037" providerId="ADAL" clId="{9F1B4838-F5B8-4009-8553-2583D5CDEF26}" dt="2025-03-11T13:52:15.989" v="709" actId="20577"/>
        <pc:sldMkLst>
          <pc:docMk/>
          <pc:sldMk cId="4191342174" sldId="279"/>
        </pc:sldMkLst>
      </pc:sldChg>
      <pc:sldChg chg="delSp modSp del mod modClrScheme chgLayout">
        <pc:chgData name="James Dyer" userId="c78f284b-7e37-4191-b5a6-8e3806eb7037" providerId="ADAL" clId="{9F1B4838-F5B8-4009-8553-2583D5CDEF26}" dt="2025-03-28T12:37:46.135" v="4417" actId="2696"/>
        <pc:sldMkLst>
          <pc:docMk/>
          <pc:sldMk cId="2686022152" sldId="280"/>
        </pc:sldMkLst>
      </pc:sldChg>
      <pc:sldChg chg="del">
        <pc:chgData name="James Dyer" userId="c78f284b-7e37-4191-b5a6-8e3806eb7037" providerId="ADAL" clId="{9F1B4838-F5B8-4009-8553-2583D5CDEF26}" dt="2025-03-13T12:12:12.796" v="3061" actId="47"/>
        <pc:sldMkLst>
          <pc:docMk/>
          <pc:sldMk cId="769213268" sldId="281"/>
        </pc:sldMkLst>
      </pc:sldChg>
      <pc:sldChg chg="del">
        <pc:chgData name="James Dyer" userId="c78f284b-7e37-4191-b5a6-8e3806eb7037" providerId="ADAL" clId="{9F1B4838-F5B8-4009-8553-2583D5CDEF26}" dt="2025-03-13T12:12:12.796" v="3061" actId="47"/>
        <pc:sldMkLst>
          <pc:docMk/>
          <pc:sldMk cId="2971002891" sldId="282"/>
        </pc:sldMkLst>
      </pc:sldChg>
      <pc:sldChg chg="modSp del mod">
        <pc:chgData name="James Dyer" userId="c78f284b-7e37-4191-b5a6-8e3806eb7037" providerId="ADAL" clId="{9F1B4838-F5B8-4009-8553-2583D5CDEF26}" dt="2025-03-13T12:12:12.796" v="3061" actId="47"/>
        <pc:sldMkLst>
          <pc:docMk/>
          <pc:sldMk cId="3368075927" sldId="283"/>
        </pc:sldMkLst>
      </pc:sldChg>
      <pc:sldChg chg="modSp del mod">
        <pc:chgData name="James Dyer" userId="c78f284b-7e37-4191-b5a6-8e3806eb7037" providerId="ADAL" clId="{9F1B4838-F5B8-4009-8553-2583D5CDEF26}" dt="2025-03-13T12:12:12.796" v="3061" actId="47"/>
        <pc:sldMkLst>
          <pc:docMk/>
          <pc:sldMk cId="3704461853" sldId="284"/>
        </pc:sldMkLst>
      </pc:sldChg>
      <pc:sldChg chg="del">
        <pc:chgData name="James Dyer" userId="c78f284b-7e37-4191-b5a6-8e3806eb7037" providerId="ADAL" clId="{9F1B4838-F5B8-4009-8553-2583D5CDEF26}" dt="2025-03-13T12:12:12.796" v="3061" actId="47"/>
        <pc:sldMkLst>
          <pc:docMk/>
          <pc:sldMk cId="3888307331" sldId="285"/>
        </pc:sldMkLst>
      </pc:sldChg>
      <pc:sldChg chg="modSp mod">
        <pc:chgData name="James Dyer" userId="c78f284b-7e37-4191-b5a6-8e3806eb7037" providerId="ADAL" clId="{9F1B4838-F5B8-4009-8553-2583D5CDEF26}" dt="2025-03-13T12:14:27.601" v="3145" actId="20577"/>
        <pc:sldMkLst>
          <pc:docMk/>
          <pc:sldMk cId="3570547801" sldId="288"/>
        </pc:sldMkLst>
      </pc:sldChg>
      <pc:sldChg chg="modSp mod">
        <pc:chgData name="James Dyer" userId="c78f284b-7e37-4191-b5a6-8e3806eb7037" providerId="ADAL" clId="{9F1B4838-F5B8-4009-8553-2583D5CDEF26}" dt="2025-03-11T13:55:18.583" v="1043" actId="20577"/>
        <pc:sldMkLst>
          <pc:docMk/>
          <pc:sldMk cId="1666710443" sldId="289"/>
        </pc:sldMkLst>
      </pc:sldChg>
      <pc:sldChg chg="modSp del mod">
        <pc:chgData name="James Dyer" userId="c78f284b-7e37-4191-b5a6-8e3806eb7037" providerId="ADAL" clId="{9F1B4838-F5B8-4009-8553-2583D5CDEF26}" dt="2025-04-01T12:23:45.491" v="4762" actId="2696"/>
        <pc:sldMkLst>
          <pc:docMk/>
          <pc:sldMk cId="764597875" sldId="291"/>
        </pc:sldMkLst>
      </pc:sldChg>
      <pc:sldChg chg="modSp mod">
        <pc:chgData name="James Dyer" userId="c78f284b-7e37-4191-b5a6-8e3806eb7037" providerId="ADAL" clId="{9F1B4838-F5B8-4009-8553-2583D5CDEF26}" dt="2025-03-13T12:24:37.489" v="3365" actId="20577"/>
        <pc:sldMkLst>
          <pc:docMk/>
          <pc:sldMk cId="3918256761" sldId="293"/>
        </pc:sldMkLst>
      </pc:sldChg>
      <pc:sldChg chg="modSp mod">
        <pc:chgData name="James Dyer" userId="c78f284b-7e37-4191-b5a6-8e3806eb7037" providerId="ADAL" clId="{9F1B4838-F5B8-4009-8553-2583D5CDEF26}" dt="2025-03-11T13:42:23.970" v="127" actId="20577"/>
        <pc:sldMkLst>
          <pc:docMk/>
          <pc:sldMk cId="2676814525" sldId="294"/>
        </pc:sldMkLst>
      </pc:sldChg>
      <pc:sldChg chg="modSp mod">
        <pc:chgData name="James Dyer" userId="c78f284b-7e37-4191-b5a6-8e3806eb7037" providerId="ADAL" clId="{9F1B4838-F5B8-4009-8553-2583D5CDEF26}" dt="2025-03-13T12:24:23.833" v="3358" actId="20577"/>
        <pc:sldMkLst>
          <pc:docMk/>
          <pc:sldMk cId="2243817902" sldId="296"/>
        </pc:sldMkLst>
      </pc:sldChg>
      <pc:sldChg chg="modSp mod">
        <pc:chgData name="James Dyer" userId="c78f284b-7e37-4191-b5a6-8e3806eb7037" providerId="ADAL" clId="{9F1B4838-F5B8-4009-8553-2583D5CDEF26}" dt="2025-03-13T12:24:14.228" v="3351" actId="20577"/>
        <pc:sldMkLst>
          <pc:docMk/>
          <pc:sldMk cId="389684381" sldId="297"/>
        </pc:sldMkLst>
      </pc:sldChg>
      <pc:sldChg chg="modSp mod">
        <pc:chgData name="James Dyer" userId="c78f284b-7e37-4191-b5a6-8e3806eb7037" providerId="ADAL" clId="{9F1B4838-F5B8-4009-8553-2583D5CDEF26}" dt="2025-03-11T14:20:37.020" v="2126" actId="20577"/>
        <pc:sldMkLst>
          <pc:docMk/>
          <pc:sldMk cId="222425812" sldId="299"/>
        </pc:sldMkLst>
      </pc:sldChg>
      <pc:sldChg chg="modSp mod">
        <pc:chgData name="James Dyer" userId="c78f284b-7e37-4191-b5a6-8e3806eb7037" providerId="ADAL" clId="{9F1B4838-F5B8-4009-8553-2583D5CDEF26}" dt="2025-03-13T12:19:36.810" v="3225" actId="20577"/>
        <pc:sldMkLst>
          <pc:docMk/>
          <pc:sldMk cId="3259653556" sldId="301"/>
        </pc:sldMkLst>
      </pc:sldChg>
      <pc:sldChg chg="modSp mod">
        <pc:chgData name="James Dyer" userId="c78f284b-7e37-4191-b5a6-8e3806eb7037" providerId="ADAL" clId="{9F1B4838-F5B8-4009-8553-2583D5CDEF26}" dt="2025-03-11T14:29:58.006" v="2635" actId="20577"/>
        <pc:sldMkLst>
          <pc:docMk/>
          <pc:sldMk cId="2143019687" sldId="303"/>
        </pc:sldMkLst>
      </pc:sldChg>
      <pc:sldChg chg="modSp mod">
        <pc:chgData name="James Dyer" userId="c78f284b-7e37-4191-b5a6-8e3806eb7037" providerId="ADAL" clId="{9F1B4838-F5B8-4009-8553-2583D5CDEF26}" dt="2025-03-27T13:36:29.559" v="4011" actId="20577"/>
        <pc:sldMkLst>
          <pc:docMk/>
          <pc:sldMk cId="1894063612" sldId="304"/>
        </pc:sldMkLst>
      </pc:sldChg>
      <pc:sldChg chg="modSp mod">
        <pc:chgData name="James Dyer" userId="c78f284b-7e37-4191-b5a6-8e3806eb7037" providerId="ADAL" clId="{9F1B4838-F5B8-4009-8553-2583D5CDEF26}" dt="2025-03-13T12:20:52.153" v="3272" actId="20577"/>
        <pc:sldMkLst>
          <pc:docMk/>
          <pc:sldMk cId="2162822551" sldId="305"/>
        </pc:sldMkLst>
      </pc:sldChg>
      <pc:sldChg chg="modSp mod">
        <pc:chgData name="James Dyer" userId="c78f284b-7e37-4191-b5a6-8e3806eb7037" providerId="ADAL" clId="{9F1B4838-F5B8-4009-8553-2583D5CDEF26}" dt="2025-03-13T12:22:35.473" v="3337" actId="20577"/>
        <pc:sldMkLst>
          <pc:docMk/>
          <pc:sldMk cId="1235335834" sldId="306"/>
        </pc:sldMkLst>
      </pc:sldChg>
      <pc:sldChg chg="modSp mod">
        <pc:chgData name="James Dyer" userId="c78f284b-7e37-4191-b5a6-8e3806eb7037" providerId="ADAL" clId="{9F1B4838-F5B8-4009-8553-2583D5CDEF26}" dt="2025-03-27T13:54:51.592" v="4408" actId="20577"/>
        <pc:sldMkLst>
          <pc:docMk/>
          <pc:sldMk cId="3899289595" sldId="307"/>
        </pc:sldMkLst>
      </pc:sldChg>
      <pc:sldChg chg="modSp mod">
        <pc:chgData name="James Dyer" userId="c78f284b-7e37-4191-b5a6-8e3806eb7037" providerId="ADAL" clId="{9F1B4838-F5B8-4009-8553-2583D5CDEF26}" dt="2025-03-13T12:24:03.346" v="3344" actId="20577"/>
        <pc:sldMkLst>
          <pc:docMk/>
          <pc:sldMk cId="516866492" sldId="308"/>
        </pc:sldMkLst>
      </pc:sldChg>
      <pc:sldChg chg="modSp mod">
        <pc:chgData name="James Dyer" userId="c78f284b-7e37-4191-b5a6-8e3806eb7037" providerId="ADAL" clId="{9F1B4838-F5B8-4009-8553-2583D5CDEF26}" dt="2025-03-27T13:41:08.785" v="4088" actId="20577"/>
        <pc:sldMkLst>
          <pc:docMk/>
          <pc:sldMk cId="912287713" sldId="309"/>
        </pc:sldMkLst>
      </pc:sldChg>
      <pc:sldChg chg="modSp mod">
        <pc:chgData name="James Dyer" userId="c78f284b-7e37-4191-b5a6-8e3806eb7037" providerId="ADAL" clId="{9F1B4838-F5B8-4009-8553-2583D5CDEF26}" dt="2025-03-27T13:41:31.167" v="4111" actId="20577"/>
        <pc:sldMkLst>
          <pc:docMk/>
          <pc:sldMk cId="332745502" sldId="310"/>
        </pc:sldMkLst>
      </pc:sldChg>
      <pc:sldChg chg="modSp mod">
        <pc:chgData name="James Dyer" userId="c78f284b-7e37-4191-b5a6-8e3806eb7037" providerId="ADAL" clId="{9F1B4838-F5B8-4009-8553-2583D5CDEF26}" dt="2025-03-27T13:41:49.561" v="4133" actId="20577"/>
        <pc:sldMkLst>
          <pc:docMk/>
          <pc:sldMk cId="3754273850" sldId="311"/>
        </pc:sldMkLst>
      </pc:sldChg>
      <pc:sldChg chg="modSp mod">
        <pc:chgData name="James Dyer" userId="c78f284b-7e37-4191-b5a6-8e3806eb7037" providerId="ADAL" clId="{9F1B4838-F5B8-4009-8553-2583D5CDEF26}" dt="2025-03-11T14:22:14.824" v="2201" actId="20577"/>
        <pc:sldMkLst>
          <pc:docMk/>
          <pc:sldMk cId="3090130419" sldId="312"/>
        </pc:sldMkLst>
      </pc:sldChg>
      <pc:sldChg chg="modSp mod">
        <pc:chgData name="James Dyer" userId="c78f284b-7e37-4191-b5a6-8e3806eb7037" providerId="ADAL" clId="{9F1B4838-F5B8-4009-8553-2583D5CDEF26}" dt="2025-03-11T14:23:54.362" v="2270" actId="20577"/>
        <pc:sldMkLst>
          <pc:docMk/>
          <pc:sldMk cId="1329593464" sldId="313"/>
        </pc:sldMkLst>
      </pc:sldChg>
      <pc:sldChg chg="modSp mod">
        <pc:chgData name="James Dyer" userId="c78f284b-7e37-4191-b5a6-8e3806eb7037" providerId="ADAL" clId="{9F1B4838-F5B8-4009-8553-2583D5CDEF26}" dt="2025-03-27T13:39:44.283" v="4062" actId="20577"/>
        <pc:sldMkLst>
          <pc:docMk/>
          <pc:sldMk cId="576566906" sldId="314"/>
        </pc:sldMkLst>
      </pc:sldChg>
      <pc:sldChg chg="modSp mod">
        <pc:chgData name="James Dyer" userId="c78f284b-7e37-4191-b5a6-8e3806eb7037" providerId="ADAL" clId="{9F1B4838-F5B8-4009-8553-2583D5CDEF26}" dt="2025-04-01T12:34:13.812" v="5263" actId="20577"/>
        <pc:sldMkLst>
          <pc:docMk/>
          <pc:sldMk cId="683459384" sldId="316"/>
        </pc:sldMkLst>
      </pc:sldChg>
      <pc:sldChg chg="modSp mod">
        <pc:chgData name="James Dyer" userId="c78f284b-7e37-4191-b5a6-8e3806eb7037" providerId="ADAL" clId="{9F1B4838-F5B8-4009-8553-2583D5CDEF26}" dt="2025-03-27T13:55:14.546" v="4416" actId="20577"/>
        <pc:sldMkLst>
          <pc:docMk/>
          <pc:sldMk cId="1651744765" sldId="317"/>
        </pc:sldMkLst>
      </pc:sldChg>
      <pc:sldChg chg="modSp mod">
        <pc:chgData name="James Dyer" userId="c78f284b-7e37-4191-b5a6-8e3806eb7037" providerId="ADAL" clId="{9F1B4838-F5B8-4009-8553-2583D5CDEF26}" dt="2025-03-28T12:40:01.600" v="4420" actId="21"/>
        <pc:sldMkLst>
          <pc:docMk/>
          <pc:sldMk cId="2458435575" sldId="339"/>
        </pc:sldMkLst>
      </pc:sldChg>
      <pc:sldChg chg="new del">
        <pc:chgData name="James Dyer" userId="c78f284b-7e37-4191-b5a6-8e3806eb7037" providerId="ADAL" clId="{9F1B4838-F5B8-4009-8553-2583D5CDEF26}" dt="2025-03-11T13:43:21.727" v="153" actId="47"/>
        <pc:sldMkLst>
          <pc:docMk/>
          <pc:sldMk cId="2189458007" sldId="340"/>
        </pc:sldMkLst>
      </pc:sldChg>
      <pc:sldChg chg="delSp modSp new mod modClrScheme chgLayout">
        <pc:chgData name="James Dyer" userId="c78f284b-7e37-4191-b5a6-8e3806eb7037" providerId="ADAL" clId="{9F1B4838-F5B8-4009-8553-2583D5CDEF26}" dt="2025-03-27T13:36:22.336" v="4002" actId="20577"/>
        <pc:sldMkLst>
          <pc:docMk/>
          <pc:sldMk cId="3428931588" sldId="340"/>
        </pc:sldMkLst>
      </pc:sldChg>
      <pc:sldChg chg="addSp modSp new mod">
        <pc:chgData name="James Dyer" userId="c78f284b-7e37-4191-b5a6-8e3806eb7037" providerId="ADAL" clId="{9F1B4838-F5B8-4009-8553-2583D5CDEF26}" dt="2025-04-01T12:25:36.602" v="4883"/>
        <pc:sldMkLst>
          <pc:docMk/>
          <pc:sldMk cId="3326521812" sldId="341"/>
        </pc:sldMkLst>
      </pc:sldChg>
      <pc:sldChg chg="addSp delSp modSp new mod modClrScheme chgLayout">
        <pc:chgData name="James Dyer" userId="c78f284b-7e37-4191-b5a6-8e3806eb7037" providerId="ADAL" clId="{9F1B4838-F5B8-4009-8553-2583D5CDEF26}" dt="2025-04-01T12:32:28.647" v="5233" actId="20577"/>
        <pc:sldMkLst>
          <pc:docMk/>
          <pc:sldMk cId="3663547034" sldId="342"/>
        </pc:sldMkLst>
      </pc:sldChg>
    </pc:docChg>
  </pc:docChgLst>
  <pc:docChgLst>
    <pc:chgData name="James Dyer" userId="c78f284b-7e37-4191-b5a6-8e3806eb7037" providerId="ADAL" clId="{8CAE880E-E8E5-4073-9B15-483A6F742718}"/>
    <pc:docChg chg="undo custSel addSld delSld modSld sldOrd">
      <pc:chgData name="James Dyer" userId="c78f284b-7e37-4191-b5a6-8e3806eb7037" providerId="ADAL" clId="{8CAE880E-E8E5-4073-9B15-483A6F742718}" dt="2024-10-25T09:40:47.056" v="5608" actId="20577"/>
      <pc:docMkLst>
        <pc:docMk/>
      </pc:docMkLst>
      <pc:sldChg chg="modSp mod">
        <pc:chgData name="James Dyer" userId="c78f284b-7e37-4191-b5a6-8e3806eb7037" providerId="ADAL" clId="{8CAE880E-E8E5-4073-9B15-483A6F742718}" dt="2024-10-07T12:21:14.494" v="5" actId="20577"/>
        <pc:sldMkLst>
          <pc:docMk/>
          <pc:sldMk cId="3114036420" sldId="270"/>
        </pc:sldMkLst>
      </pc:sldChg>
      <pc:sldChg chg="modSp mod">
        <pc:chgData name="James Dyer" userId="c78f284b-7e37-4191-b5a6-8e3806eb7037" providerId="ADAL" clId="{8CAE880E-E8E5-4073-9B15-483A6F742718}" dt="2024-10-08T17:20:36.530" v="5100" actId="20577"/>
        <pc:sldMkLst>
          <pc:docMk/>
          <pc:sldMk cId="3860212923" sldId="274"/>
        </pc:sldMkLst>
      </pc:sldChg>
      <pc:sldChg chg="modSp mod">
        <pc:chgData name="James Dyer" userId="c78f284b-7e37-4191-b5a6-8e3806eb7037" providerId="ADAL" clId="{8CAE880E-E8E5-4073-9B15-483A6F742718}" dt="2024-10-08T17:24:54.980" v="5199" actId="20577"/>
        <pc:sldMkLst>
          <pc:docMk/>
          <pc:sldMk cId="3700872050" sldId="275"/>
        </pc:sldMkLst>
      </pc:sldChg>
      <pc:sldChg chg="addSp modSp mod modClrScheme chgLayout">
        <pc:chgData name="James Dyer" userId="c78f284b-7e37-4191-b5a6-8e3806eb7037" providerId="ADAL" clId="{8CAE880E-E8E5-4073-9B15-483A6F742718}" dt="2024-10-08T17:27:39.558" v="5283" actId="20577"/>
        <pc:sldMkLst>
          <pc:docMk/>
          <pc:sldMk cId="827335259" sldId="277"/>
        </pc:sldMkLst>
      </pc:sldChg>
      <pc:sldChg chg="addSp delSp modSp mod modClrScheme chgLayout">
        <pc:chgData name="James Dyer" userId="c78f284b-7e37-4191-b5a6-8e3806eb7037" providerId="ADAL" clId="{8CAE880E-E8E5-4073-9B15-483A6F742718}" dt="2024-10-08T09:14:44.804" v="206" actId="20577"/>
        <pc:sldMkLst>
          <pc:docMk/>
          <pc:sldMk cId="4191342174" sldId="279"/>
        </pc:sldMkLst>
      </pc:sldChg>
      <pc:sldChg chg="addSp modSp mod modClrScheme chgLayout">
        <pc:chgData name="James Dyer" userId="c78f284b-7e37-4191-b5a6-8e3806eb7037" providerId="ADAL" clId="{8CAE880E-E8E5-4073-9B15-483A6F742718}" dt="2024-10-08T17:31:20.191" v="5394" actId="20577"/>
        <pc:sldMkLst>
          <pc:docMk/>
          <pc:sldMk cId="2686022152" sldId="280"/>
        </pc:sldMkLst>
      </pc:sldChg>
      <pc:sldChg chg="add">
        <pc:chgData name="James Dyer" userId="c78f284b-7e37-4191-b5a6-8e3806eb7037" providerId="ADAL" clId="{8CAE880E-E8E5-4073-9B15-483A6F742718}" dt="2024-10-07T12:21:07.930" v="0"/>
        <pc:sldMkLst>
          <pc:docMk/>
          <pc:sldMk cId="769213268" sldId="281"/>
        </pc:sldMkLst>
      </pc:sldChg>
      <pc:sldChg chg="add">
        <pc:chgData name="James Dyer" userId="c78f284b-7e37-4191-b5a6-8e3806eb7037" providerId="ADAL" clId="{8CAE880E-E8E5-4073-9B15-483A6F742718}" dt="2024-10-07T12:21:07.930" v="0"/>
        <pc:sldMkLst>
          <pc:docMk/>
          <pc:sldMk cId="2971002891" sldId="282"/>
        </pc:sldMkLst>
      </pc:sldChg>
      <pc:sldChg chg="add">
        <pc:chgData name="James Dyer" userId="c78f284b-7e37-4191-b5a6-8e3806eb7037" providerId="ADAL" clId="{8CAE880E-E8E5-4073-9B15-483A6F742718}" dt="2024-10-07T12:21:07.930" v="0"/>
        <pc:sldMkLst>
          <pc:docMk/>
          <pc:sldMk cId="3368075927" sldId="283"/>
        </pc:sldMkLst>
      </pc:sldChg>
      <pc:sldChg chg="add">
        <pc:chgData name="James Dyer" userId="c78f284b-7e37-4191-b5a6-8e3806eb7037" providerId="ADAL" clId="{8CAE880E-E8E5-4073-9B15-483A6F742718}" dt="2024-10-07T12:21:07.930" v="0"/>
        <pc:sldMkLst>
          <pc:docMk/>
          <pc:sldMk cId="3704461853" sldId="284"/>
        </pc:sldMkLst>
      </pc:sldChg>
      <pc:sldChg chg="add">
        <pc:chgData name="James Dyer" userId="c78f284b-7e37-4191-b5a6-8e3806eb7037" providerId="ADAL" clId="{8CAE880E-E8E5-4073-9B15-483A6F742718}" dt="2024-10-07T12:21:07.930" v="0"/>
        <pc:sldMkLst>
          <pc:docMk/>
          <pc:sldMk cId="3888307331" sldId="285"/>
        </pc:sldMkLst>
      </pc:sldChg>
      <pc:sldChg chg="addSp delSp modSp new del mod ord modClrScheme chgLayout">
        <pc:chgData name="James Dyer" userId="c78f284b-7e37-4191-b5a6-8e3806eb7037" providerId="ADAL" clId="{8CAE880E-E8E5-4073-9B15-483A6F742718}" dt="2024-10-08T11:57:45.243" v="3076" actId="2696"/>
        <pc:sldMkLst>
          <pc:docMk/>
          <pc:sldMk cId="2112096151" sldId="286"/>
        </pc:sldMkLst>
      </pc:sldChg>
      <pc:sldChg chg="addSp delSp modSp new del mod modClrScheme chgLayout">
        <pc:chgData name="James Dyer" userId="c78f284b-7e37-4191-b5a6-8e3806eb7037" providerId="ADAL" clId="{8CAE880E-E8E5-4073-9B15-483A6F742718}" dt="2024-10-08T09:40:20.256" v="1012" actId="47"/>
        <pc:sldMkLst>
          <pc:docMk/>
          <pc:sldMk cId="3329878783" sldId="287"/>
        </pc:sldMkLst>
      </pc:sldChg>
      <pc:sldChg chg="addSp modSp mod ord">
        <pc:chgData name="James Dyer" userId="c78f284b-7e37-4191-b5a6-8e3806eb7037" providerId="ADAL" clId="{8CAE880E-E8E5-4073-9B15-483A6F742718}" dt="2024-10-08T10:22:03.810" v="2401" actId="20577"/>
        <pc:sldMkLst>
          <pc:docMk/>
          <pc:sldMk cId="3570547801" sldId="288"/>
        </pc:sldMkLst>
      </pc:sldChg>
      <pc:sldChg chg="addSp delSp modSp mod modAnim">
        <pc:chgData name="James Dyer" userId="c78f284b-7e37-4191-b5a6-8e3806eb7037" providerId="ADAL" clId="{8CAE880E-E8E5-4073-9B15-483A6F742718}" dt="2024-10-08T16:50:50.980" v="4615"/>
        <pc:sldMkLst>
          <pc:docMk/>
          <pc:sldMk cId="1666710443" sldId="289"/>
        </pc:sldMkLst>
      </pc:sldChg>
      <pc:sldChg chg="new del">
        <pc:chgData name="James Dyer" userId="c78f284b-7e37-4191-b5a6-8e3806eb7037" providerId="ADAL" clId="{8CAE880E-E8E5-4073-9B15-483A6F742718}" dt="2024-10-08T09:46:10.550" v="1080" actId="2696"/>
        <pc:sldMkLst>
          <pc:docMk/>
          <pc:sldMk cId="3411884701" sldId="290"/>
        </pc:sldMkLst>
      </pc:sldChg>
      <pc:sldChg chg="modSp mod">
        <pc:chgData name="James Dyer" userId="c78f284b-7e37-4191-b5a6-8e3806eb7037" providerId="ADAL" clId="{8CAE880E-E8E5-4073-9B15-483A6F742718}" dt="2024-10-08T14:23:18.134" v="4448" actId="20577"/>
        <pc:sldMkLst>
          <pc:docMk/>
          <pc:sldMk cId="764597875" sldId="291"/>
        </pc:sldMkLst>
      </pc:sldChg>
      <pc:sldChg chg="modSp del mod">
        <pc:chgData name="James Dyer" userId="c78f284b-7e37-4191-b5a6-8e3806eb7037" providerId="ADAL" clId="{8CAE880E-E8E5-4073-9B15-483A6F742718}" dt="2024-10-08T12:51:27.188" v="4080" actId="2696"/>
        <pc:sldMkLst>
          <pc:docMk/>
          <pc:sldMk cId="3146762804" sldId="292"/>
        </pc:sldMkLst>
      </pc:sldChg>
      <pc:sldChg chg="modSp mod">
        <pc:chgData name="James Dyer" userId="c78f284b-7e37-4191-b5a6-8e3806eb7037" providerId="ADAL" clId="{8CAE880E-E8E5-4073-9B15-483A6F742718}" dt="2024-10-08T14:23:22.568" v="4450" actId="20577"/>
        <pc:sldMkLst>
          <pc:docMk/>
          <pc:sldMk cId="3918256761" sldId="293"/>
        </pc:sldMkLst>
      </pc:sldChg>
      <pc:sldChg chg="modSp mod">
        <pc:chgData name="James Dyer" userId="c78f284b-7e37-4191-b5a6-8e3806eb7037" providerId="ADAL" clId="{8CAE880E-E8E5-4073-9B15-483A6F742718}" dt="2024-10-08T14:23:30.114" v="4456" actId="20577"/>
        <pc:sldMkLst>
          <pc:docMk/>
          <pc:sldMk cId="2676814525" sldId="294"/>
        </pc:sldMkLst>
      </pc:sldChg>
      <pc:sldChg chg="addSp delSp modSp new mod modClrScheme chgLayout">
        <pc:chgData name="James Dyer" userId="c78f284b-7e37-4191-b5a6-8e3806eb7037" providerId="ADAL" clId="{8CAE880E-E8E5-4073-9B15-483A6F742718}" dt="2024-10-08T10:21:11.803" v="2383" actId="20577"/>
        <pc:sldMkLst>
          <pc:docMk/>
          <pc:sldMk cId="2926687830" sldId="295"/>
        </pc:sldMkLst>
      </pc:sldChg>
      <pc:sldChg chg="new del">
        <pc:chgData name="James Dyer" userId="c78f284b-7e37-4191-b5a6-8e3806eb7037" providerId="ADAL" clId="{8CAE880E-E8E5-4073-9B15-483A6F742718}" dt="2024-10-08T10:22:29.996" v="2403" actId="47"/>
        <pc:sldMkLst>
          <pc:docMk/>
          <pc:sldMk cId="306543681" sldId="296"/>
        </pc:sldMkLst>
      </pc:sldChg>
      <pc:sldChg chg="addSp delSp modSp new mod modAnim">
        <pc:chgData name="James Dyer" userId="c78f284b-7e37-4191-b5a6-8e3806eb7037" providerId="ADAL" clId="{8CAE880E-E8E5-4073-9B15-483A6F742718}" dt="2024-10-08T16:52:29.791" v="4618"/>
        <pc:sldMkLst>
          <pc:docMk/>
          <pc:sldMk cId="2243817902" sldId="296"/>
        </pc:sldMkLst>
      </pc:sldChg>
      <pc:sldChg chg="addSp delSp modSp new del mod">
        <pc:chgData name="James Dyer" userId="c78f284b-7e37-4191-b5a6-8e3806eb7037" providerId="ADAL" clId="{8CAE880E-E8E5-4073-9B15-483A6F742718}" dt="2024-10-08T10:12:52.670" v="2107" actId="2696"/>
        <pc:sldMkLst>
          <pc:docMk/>
          <pc:sldMk cId="3127142828" sldId="296"/>
        </pc:sldMkLst>
      </pc:sldChg>
      <pc:sldChg chg="modSp mod">
        <pc:chgData name="James Dyer" userId="c78f284b-7e37-4191-b5a6-8e3806eb7037" providerId="ADAL" clId="{8CAE880E-E8E5-4073-9B15-483A6F742718}" dt="2024-10-08T14:23:37.273" v="4460" actId="20577"/>
        <pc:sldMkLst>
          <pc:docMk/>
          <pc:sldMk cId="389684381" sldId="297"/>
        </pc:sldMkLst>
      </pc:sldChg>
      <pc:sldChg chg="modSp del mod">
        <pc:chgData name="James Dyer" userId="c78f284b-7e37-4191-b5a6-8e3806eb7037" providerId="ADAL" clId="{8CAE880E-E8E5-4073-9B15-483A6F742718}" dt="2024-10-08T12:55:06.723" v="4143" actId="2696"/>
        <pc:sldMkLst>
          <pc:docMk/>
          <pc:sldMk cId="1435666339" sldId="298"/>
        </pc:sldMkLst>
      </pc:sldChg>
      <pc:sldChg chg="modSp mod">
        <pc:chgData name="James Dyer" userId="c78f284b-7e37-4191-b5a6-8e3806eb7037" providerId="ADAL" clId="{8CAE880E-E8E5-4073-9B15-483A6F742718}" dt="2024-10-08T14:23:41.408" v="4462" actId="20577"/>
        <pc:sldMkLst>
          <pc:docMk/>
          <pc:sldMk cId="222425812" sldId="299"/>
        </pc:sldMkLst>
      </pc:sldChg>
      <pc:sldChg chg="modSp del mod">
        <pc:chgData name="James Dyer" userId="c78f284b-7e37-4191-b5a6-8e3806eb7037" providerId="ADAL" clId="{8CAE880E-E8E5-4073-9B15-483A6F742718}" dt="2024-10-08T12:52:02.128" v="4123" actId="2696"/>
        <pc:sldMkLst>
          <pc:docMk/>
          <pc:sldMk cId="1023514749" sldId="300"/>
        </pc:sldMkLst>
      </pc:sldChg>
      <pc:sldChg chg="modSp new del mod">
        <pc:chgData name="James Dyer" userId="c78f284b-7e37-4191-b5a6-8e3806eb7037" providerId="ADAL" clId="{8CAE880E-E8E5-4073-9B15-483A6F742718}" dt="2024-10-08T10:46:55.862" v="2914" actId="2696"/>
        <pc:sldMkLst>
          <pc:docMk/>
          <pc:sldMk cId="71650020" sldId="301"/>
        </pc:sldMkLst>
      </pc:sldChg>
      <pc:sldChg chg="addSp delSp modSp new mod modAnim">
        <pc:chgData name="James Dyer" userId="c78f284b-7e37-4191-b5a6-8e3806eb7037" providerId="ADAL" clId="{8CAE880E-E8E5-4073-9B15-483A6F742718}" dt="2024-10-08T16:48:45.620" v="4608"/>
        <pc:sldMkLst>
          <pc:docMk/>
          <pc:sldMk cId="3259653556" sldId="301"/>
        </pc:sldMkLst>
      </pc:sldChg>
      <pc:sldChg chg="modSp del mod">
        <pc:chgData name="James Dyer" userId="c78f284b-7e37-4191-b5a6-8e3806eb7037" providerId="ADAL" clId="{8CAE880E-E8E5-4073-9B15-483A6F742718}" dt="2024-10-08T11:57:34.652" v="3075" actId="2696"/>
        <pc:sldMkLst>
          <pc:docMk/>
          <pc:sldMk cId="2424171539" sldId="302"/>
        </pc:sldMkLst>
      </pc:sldChg>
      <pc:sldChg chg="addSp delSp modSp new mod modClrScheme chgLayout">
        <pc:chgData name="James Dyer" userId="c78f284b-7e37-4191-b5a6-8e3806eb7037" providerId="ADAL" clId="{8CAE880E-E8E5-4073-9B15-483A6F742718}" dt="2024-10-08T15:34:04.828" v="4498" actId="20577"/>
        <pc:sldMkLst>
          <pc:docMk/>
          <pc:sldMk cId="2143019687" sldId="303"/>
        </pc:sldMkLst>
      </pc:sldChg>
      <pc:sldChg chg="addSp delSp modSp new mod modClrScheme chgLayout">
        <pc:chgData name="James Dyer" userId="c78f284b-7e37-4191-b5a6-8e3806eb7037" providerId="ADAL" clId="{8CAE880E-E8E5-4073-9B15-483A6F742718}" dt="2024-10-08T15:33:59.502" v="4493" actId="20577"/>
        <pc:sldMkLst>
          <pc:docMk/>
          <pc:sldMk cId="1894063612" sldId="304"/>
        </pc:sldMkLst>
      </pc:sldChg>
      <pc:sldChg chg="addSp delSp modSp mod">
        <pc:chgData name="James Dyer" userId="c78f284b-7e37-4191-b5a6-8e3806eb7037" providerId="ADAL" clId="{8CAE880E-E8E5-4073-9B15-483A6F742718}" dt="2024-10-08T16:41:01.946" v="4589" actId="1076"/>
        <pc:sldMkLst>
          <pc:docMk/>
          <pc:sldMk cId="2162822551" sldId="305"/>
        </pc:sldMkLst>
      </pc:sldChg>
      <pc:sldChg chg="addSp delSp modSp mod">
        <pc:chgData name="James Dyer" userId="c78f284b-7e37-4191-b5a6-8e3806eb7037" providerId="ADAL" clId="{8CAE880E-E8E5-4073-9B15-483A6F742718}" dt="2024-10-08T16:38:58.562" v="4551"/>
        <pc:sldMkLst>
          <pc:docMk/>
          <pc:sldMk cId="1235335834" sldId="306"/>
        </pc:sldMkLst>
      </pc:sldChg>
      <pc:sldChg chg="addSp delSp modSp mod">
        <pc:chgData name="James Dyer" userId="c78f284b-7e37-4191-b5a6-8e3806eb7037" providerId="ADAL" clId="{8CAE880E-E8E5-4073-9B15-483A6F742718}" dt="2024-10-08T16:41:35.213" v="4595" actId="20577"/>
        <pc:sldMkLst>
          <pc:docMk/>
          <pc:sldMk cId="3899289595" sldId="307"/>
        </pc:sldMkLst>
      </pc:sldChg>
      <pc:sldChg chg="addSp delSp modSp mod modAnim">
        <pc:chgData name="James Dyer" userId="c78f284b-7e37-4191-b5a6-8e3806eb7037" providerId="ADAL" clId="{8CAE880E-E8E5-4073-9B15-483A6F742718}" dt="2024-10-08T16:47:35.197" v="4606"/>
        <pc:sldMkLst>
          <pc:docMk/>
          <pc:sldMk cId="516866492" sldId="308"/>
        </pc:sldMkLst>
      </pc:sldChg>
      <pc:sldChg chg="addSp modSp mod">
        <pc:chgData name="James Dyer" userId="c78f284b-7e37-4191-b5a6-8e3806eb7037" providerId="ADAL" clId="{8CAE880E-E8E5-4073-9B15-483A6F742718}" dt="2024-10-08T16:34:30.480" v="4532"/>
        <pc:sldMkLst>
          <pc:docMk/>
          <pc:sldMk cId="912287713" sldId="309"/>
        </pc:sldMkLst>
      </pc:sldChg>
      <pc:sldChg chg="addSp modSp mod">
        <pc:chgData name="James Dyer" userId="c78f284b-7e37-4191-b5a6-8e3806eb7037" providerId="ADAL" clId="{8CAE880E-E8E5-4073-9B15-483A6F742718}" dt="2024-10-08T16:34:32.719" v="4533"/>
        <pc:sldMkLst>
          <pc:docMk/>
          <pc:sldMk cId="332745502" sldId="310"/>
        </pc:sldMkLst>
      </pc:sldChg>
      <pc:sldChg chg="addSp modSp mod">
        <pc:chgData name="James Dyer" userId="c78f284b-7e37-4191-b5a6-8e3806eb7037" providerId="ADAL" clId="{8CAE880E-E8E5-4073-9B15-483A6F742718}" dt="2024-10-08T16:34:35.006" v="4534"/>
        <pc:sldMkLst>
          <pc:docMk/>
          <pc:sldMk cId="3754273850" sldId="311"/>
        </pc:sldMkLst>
      </pc:sldChg>
      <pc:sldChg chg="addSp modSp mod">
        <pc:chgData name="James Dyer" userId="c78f284b-7e37-4191-b5a6-8e3806eb7037" providerId="ADAL" clId="{8CAE880E-E8E5-4073-9B15-483A6F742718}" dt="2024-10-08T16:34:38.251" v="4535"/>
        <pc:sldMkLst>
          <pc:docMk/>
          <pc:sldMk cId="3090130419" sldId="312"/>
        </pc:sldMkLst>
      </pc:sldChg>
      <pc:sldChg chg="addSp delSp modSp new mod modClrScheme chgLayout">
        <pc:chgData name="James Dyer" userId="c78f284b-7e37-4191-b5a6-8e3806eb7037" providerId="ADAL" clId="{8CAE880E-E8E5-4073-9B15-483A6F742718}" dt="2024-10-08T17:11:14.228" v="4917" actId="20577"/>
        <pc:sldMkLst>
          <pc:docMk/>
          <pc:sldMk cId="1329593464" sldId="313"/>
        </pc:sldMkLst>
      </pc:sldChg>
      <pc:sldChg chg="modSp mod">
        <pc:chgData name="James Dyer" userId="c78f284b-7e37-4191-b5a6-8e3806eb7037" providerId="ADAL" clId="{8CAE880E-E8E5-4073-9B15-483A6F742718}" dt="2024-10-25T09:40:47.056" v="5608" actId="20577"/>
        <pc:sldMkLst>
          <pc:docMk/>
          <pc:sldMk cId="576566906" sldId="314"/>
        </pc:sldMkLst>
      </pc:sldChg>
      <pc:sldChg chg="addSp delSp modSp new mod modClrScheme chgLayout">
        <pc:chgData name="James Dyer" userId="c78f284b-7e37-4191-b5a6-8e3806eb7037" providerId="ADAL" clId="{8CAE880E-E8E5-4073-9B15-483A6F742718}" dt="2024-10-08T16:42:49.813" v="4603" actId="20577"/>
        <pc:sldMkLst>
          <pc:docMk/>
          <pc:sldMk cId="836119605" sldId="315"/>
        </pc:sldMkLst>
      </pc:sldChg>
      <pc:sldChg chg="addSp delSp modSp new mod modClrScheme chgLayout">
        <pc:chgData name="James Dyer" userId="c78f284b-7e37-4191-b5a6-8e3806eb7037" providerId="ADAL" clId="{8CAE880E-E8E5-4073-9B15-483A6F742718}" dt="2024-10-08T17:13:57.059" v="4968" actId="20577"/>
        <pc:sldMkLst>
          <pc:docMk/>
          <pc:sldMk cId="683459384" sldId="316"/>
        </pc:sldMkLst>
      </pc:sldChg>
      <pc:sldChg chg="addSp modSp new mod">
        <pc:chgData name="James Dyer" userId="c78f284b-7e37-4191-b5a6-8e3806eb7037" providerId="ADAL" clId="{8CAE880E-E8E5-4073-9B15-483A6F742718}" dt="2024-10-08T17:19:00.616" v="5032" actId="5793"/>
        <pc:sldMkLst>
          <pc:docMk/>
          <pc:sldMk cId="1651744765" sldId="317"/>
        </pc:sldMkLst>
      </pc:sldChg>
      <pc:sldChg chg="modSp add mod">
        <pc:chgData name="James Dyer" userId="c78f284b-7e37-4191-b5a6-8e3806eb7037" providerId="ADAL" clId="{8CAE880E-E8E5-4073-9B15-483A6F742718}" dt="2024-10-21T12:51:45.577" v="5601" actId="20577"/>
        <pc:sldMkLst>
          <pc:docMk/>
          <pc:sldMk cId="2458435575" sldId="339"/>
        </pc:sldMkLst>
      </pc:sldChg>
    </pc:docChg>
  </pc:docChgLst>
  <pc:docChgLst>
    <pc:chgData name="James Dyer" userId="c78f284b-7e37-4191-b5a6-8e3806eb7037" providerId="ADAL" clId="{ED7FCED4-88BD-4EAF-A1A8-BA80AA5C3E54}"/>
    <pc:docChg chg="modSld">
      <pc:chgData name="James Dyer" userId="c78f284b-7e37-4191-b5a6-8e3806eb7037" providerId="ADAL" clId="{ED7FCED4-88BD-4EAF-A1A8-BA80AA5C3E54}" dt="2024-10-21T15:44:34.154" v="17" actId="20577"/>
      <pc:docMkLst>
        <pc:docMk/>
      </pc:docMkLst>
      <pc:sldChg chg="modSp">
        <pc:chgData name="James Dyer" userId="c78f284b-7e37-4191-b5a6-8e3806eb7037" providerId="ADAL" clId="{ED7FCED4-88BD-4EAF-A1A8-BA80AA5C3E54}" dt="2024-10-21T15:13:33.380" v="3" actId="20577"/>
        <pc:sldMkLst>
          <pc:docMk/>
          <pc:sldMk cId="2581238198" sldId="260"/>
        </pc:sldMkLst>
      </pc:sldChg>
      <pc:sldChg chg="modSp">
        <pc:chgData name="James Dyer" userId="c78f284b-7e37-4191-b5a6-8e3806eb7037" providerId="ADAL" clId="{ED7FCED4-88BD-4EAF-A1A8-BA80AA5C3E54}" dt="2024-10-21T15:11:04.806" v="1" actId="20577"/>
        <pc:sldMkLst>
          <pc:docMk/>
          <pc:sldMk cId="2475208075" sldId="264"/>
        </pc:sldMkLst>
      </pc:sldChg>
      <pc:sldChg chg="modSp mod">
        <pc:chgData name="James Dyer" userId="c78f284b-7e37-4191-b5a6-8e3806eb7037" providerId="ADAL" clId="{ED7FCED4-88BD-4EAF-A1A8-BA80AA5C3E54}" dt="2024-10-21T15:36:24.961" v="15" actId="20577"/>
        <pc:sldMkLst>
          <pc:docMk/>
          <pc:sldMk cId="126883131" sldId="269"/>
        </pc:sldMkLst>
      </pc:sldChg>
      <pc:sldChg chg="modSp">
        <pc:chgData name="James Dyer" userId="c78f284b-7e37-4191-b5a6-8e3806eb7037" providerId="ADAL" clId="{ED7FCED4-88BD-4EAF-A1A8-BA80AA5C3E54}" dt="2024-10-21T15:44:34.154" v="17" actId="20577"/>
        <pc:sldMkLst>
          <pc:docMk/>
          <pc:sldMk cId="3860212923" sldId="274"/>
        </pc:sldMkLst>
      </pc:sldChg>
    </pc:docChg>
  </pc:docChgLst>
  <pc:docChgLst>
    <pc:chgData name="James Dyer" userId="c78f284b-7e37-4191-b5a6-8e3806eb7037" providerId="ADAL" clId="{1947EA28-F121-4360-BB10-97F90EB693A0}"/>
    <pc:docChg chg="undo custSel addSld delSld modSld">
      <pc:chgData name="James Dyer" userId="c78f284b-7e37-4191-b5a6-8e3806eb7037" providerId="ADAL" clId="{1947EA28-F121-4360-BB10-97F90EB693A0}" dt="2024-10-04T14:13:10.689" v="1929" actId="20577"/>
      <pc:docMkLst>
        <pc:docMk/>
      </pc:docMkLst>
      <pc:sldChg chg="modSp">
        <pc:chgData name="James Dyer" userId="c78f284b-7e37-4191-b5a6-8e3806eb7037" providerId="ADAL" clId="{1947EA28-F121-4360-BB10-97F90EB693A0}" dt="2024-10-04T14:13:10.689" v="1929" actId="20577"/>
        <pc:sldMkLst>
          <pc:docMk/>
          <pc:sldMk cId="77911456" sldId="268"/>
        </pc:sldMkLst>
      </pc:sldChg>
      <pc:sldChg chg="modSp mod">
        <pc:chgData name="James Dyer" userId="c78f284b-7e37-4191-b5a6-8e3806eb7037" providerId="ADAL" clId="{1947EA28-F121-4360-BB10-97F90EB693A0}" dt="2024-10-04T12:21:53.736" v="21" actId="20577"/>
        <pc:sldMkLst>
          <pc:docMk/>
          <pc:sldMk cId="3713491935" sldId="272"/>
        </pc:sldMkLst>
      </pc:sldChg>
      <pc:sldChg chg="addSp delSp modSp new del mod modClrScheme chgLayout">
        <pc:chgData name="James Dyer" userId="c78f284b-7e37-4191-b5a6-8e3806eb7037" providerId="ADAL" clId="{1947EA28-F121-4360-BB10-97F90EB693A0}" dt="2024-10-04T12:55:37.843" v="105" actId="47"/>
        <pc:sldMkLst>
          <pc:docMk/>
          <pc:sldMk cId="648843958" sldId="273"/>
        </pc:sldMkLst>
      </pc:sldChg>
      <pc:sldChg chg="modSp new mod">
        <pc:chgData name="James Dyer" userId="c78f284b-7e37-4191-b5a6-8e3806eb7037" providerId="ADAL" clId="{1947EA28-F121-4360-BB10-97F90EB693A0}" dt="2024-10-04T14:07:18.542" v="1871" actId="20577"/>
        <pc:sldMkLst>
          <pc:docMk/>
          <pc:sldMk cId="3860212923" sldId="274"/>
        </pc:sldMkLst>
      </pc:sldChg>
      <pc:sldChg chg="modSp new mod">
        <pc:chgData name="James Dyer" userId="c78f284b-7e37-4191-b5a6-8e3806eb7037" providerId="ADAL" clId="{1947EA28-F121-4360-BB10-97F90EB693A0}" dt="2024-10-04T13:56:29.385" v="1683" actId="5793"/>
        <pc:sldMkLst>
          <pc:docMk/>
          <pc:sldMk cId="3700872050" sldId="275"/>
        </pc:sldMkLst>
      </pc:sldChg>
      <pc:sldChg chg="modSp new mod">
        <pc:chgData name="James Dyer" userId="c78f284b-7e37-4191-b5a6-8e3806eb7037" providerId="ADAL" clId="{1947EA28-F121-4360-BB10-97F90EB693A0}" dt="2024-10-04T12:41:13.198" v="104" actId="20577"/>
        <pc:sldMkLst>
          <pc:docMk/>
          <pc:sldMk cId="238652036" sldId="276"/>
        </pc:sldMkLst>
      </pc:sldChg>
      <pc:sldChg chg="modSp new mod">
        <pc:chgData name="James Dyer" userId="c78f284b-7e37-4191-b5a6-8e3806eb7037" providerId="ADAL" clId="{1947EA28-F121-4360-BB10-97F90EB693A0}" dt="2024-10-04T13:55:51.369" v="1675" actId="14"/>
        <pc:sldMkLst>
          <pc:docMk/>
          <pc:sldMk cId="827335259" sldId="277"/>
        </pc:sldMkLst>
      </pc:sldChg>
      <pc:sldChg chg="modSp new del mod">
        <pc:chgData name="James Dyer" userId="c78f284b-7e37-4191-b5a6-8e3806eb7037" providerId="ADAL" clId="{1947EA28-F121-4360-BB10-97F90EB693A0}" dt="2024-10-04T14:07:28.546" v="1872" actId="2696"/>
        <pc:sldMkLst>
          <pc:docMk/>
          <pc:sldMk cId="3724015866" sldId="278"/>
        </pc:sldMkLst>
      </pc:sldChg>
      <pc:sldChg chg="modSp new mod">
        <pc:chgData name="James Dyer" userId="c78f284b-7e37-4191-b5a6-8e3806eb7037" providerId="ADAL" clId="{1947EA28-F121-4360-BB10-97F90EB693A0}" dt="2024-10-04T13:53:42.542" v="1644" actId="20577"/>
        <pc:sldMkLst>
          <pc:docMk/>
          <pc:sldMk cId="4191342174" sldId="279"/>
        </pc:sldMkLst>
      </pc:sldChg>
      <pc:sldChg chg="modSp new mod">
        <pc:chgData name="James Dyer" userId="c78f284b-7e37-4191-b5a6-8e3806eb7037" providerId="ADAL" clId="{1947EA28-F121-4360-BB10-97F90EB693A0}" dt="2024-10-04T13:55:37.249" v="1671"/>
        <pc:sldMkLst>
          <pc:docMk/>
          <pc:sldMk cId="2686022152" sldId="280"/>
        </pc:sldMkLst>
      </pc:sldChg>
    </pc:docChg>
  </pc:docChgLst>
  <pc:docChgLst>
    <pc:chgData name="James Dyer" userId="c78f284b-7e37-4191-b5a6-8e3806eb7037" providerId="ADAL" clId="{266EDBC1-18D1-6D40-9E5D-319DD3A4E52B}"/>
    <pc:docChg chg="modSld">
      <pc:chgData name="James Dyer" userId="c78f284b-7e37-4191-b5a6-8e3806eb7037" providerId="ADAL" clId="{266EDBC1-18D1-6D40-9E5D-319DD3A4E52B}" dt="2025-08-18T16:09:13.814" v="6" actId="20577"/>
      <pc:docMkLst>
        <pc:docMk/>
      </pc:docMkLst>
      <pc:sldChg chg="modSp">
        <pc:chgData name="James Dyer" userId="c78f284b-7e37-4191-b5a6-8e3806eb7037" providerId="ADAL" clId="{266EDBC1-18D1-6D40-9E5D-319DD3A4E52B}" dt="2025-08-18T16:09:13.814" v="6" actId="20577"/>
        <pc:sldMkLst>
          <pc:docMk/>
          <pc:sldMk cId="62703184" sldId="345"/>
        </pc:sldMkLst>
        <pc:spChg chg="mod">
          <ac:chgData name="James Dyer" userId="c78f284b-7e37-4191-b5a6-8e3806eb7037" providerId="ADAL" clId="{266EDBC1-18D1-6D40-9E5D-319DD3A4E52B}" dt="2025-08-18T16:09:13.814" v="6" actId="20577"/>
          <ac:spMkLst>
            <pc:docMk/>
            <pc:sldMk cId="62703184" sldId="345"/>
            <ac:spMk id="3" creationId="{50F47BB7-AC17-9CB3-D71A-8010D133D5C8}"/>
          </ac:spMkLst>
        </pc:spChg>
      </pc:sldChg>
    </pc:docChg>
  </pc:docChgLst>
  <pc:docChgLst>
    <pc:chgData name="James Dyer" userId="c78f284b-7e37-4191-b5a6-8e3806eb7037" providerId="ADAL" clId="{44381C0E-124F-4D35-AF27-28D105ADD7BD}"/>
    <pc:docChg chg="undo custSel addSld delSld modSld sldOrd">
      <pc:chgData name="James Dyer" userId="c78f284b-7e37-4191-b5a6-8e3806eb7037" providerId="ADAL" clId="{44381C0E-124F-4D35-AF27-28D105ADD7BD}" dt="2025-07-03T11:24:57.114" v="1713" actId="167"/>
      <pc:docMkLst>
        <pc:docMk/>
      </pc:docMkLst>
      <pc:sldChg chg="modSp mod">
        <pc:chgData name="James Dyer" userId="c78f284b-7e37-4191-b5a6-8e3806eb7037" providerId="ADAL" clId="{44381C0E-124F-4D35-AF27-28D105ADD7BD}" dt="2025-06-20T11:51:41.668" v="33" actId="20577"/>
        <pc:sldMkLst>
          <pc:docMk/>
          <pc:sldMk cId="340163789" sldId="256"/>
        </pc:sldMkLst>
      </pc:sldChg>
      <pc:sldChg chg="modSp mod">
        <pc:chgData name="James Dyer" userId="c78f284b-7e37-4191-b5a6-8e3806eb7037" providerId="ADAL" clId="{44381C0E-124F-4D35-AF27-28D105ADD7BD}" dt="2025-06-26T13:34:27.149" v="82" actId="14734"/>
        <pc:sldMkLst>
          <pc:docMk/>
          <pc:sldMk cId="3570547801" sldId="288"/>
        </pc:sldMkLst>
      </pc:sldChg>
      <pc:sldChg chg="modSp mod">
        <pc:chgData name="James Dyer" userId="c78f284b-7e37-4191-b5a6-8e3806eb7037" providerId="ADAL" clId="{44381C0E-124F-4D35-AF27-28D105ADD7BD}" dt="2025-06-26T13:36:36.079" v="94" actId="113"/>
        <pc:sldMkLst>
          <pc:docMk/>
          <pc:sldMk cId="1666710443" sldId="289"/>
        </pc:sldMkLst>
      </pc:sldChg>
      <pc:sldChg chg="modSp mod">
        <pc:chgData name="James Dyer" userId="c78f284b-7e37-4191-b5a6-8e3806eb7037" providerId="ADAL" clId="{44381C0E-124F-4D35-AF27-28D105ADD7BD}" dt="2025-06-26T13:39:43.990" v="101" actId="113"/>
        <pc:sldMkLst>
          <pc:docMk/>
          <pc:sldMk cId="3918256761" sldId="293"/>
        </pc:sldMkLst>
      </pc:sldChg>
      <pc:sldChg chg="addSp delSp modSp mod">
        <pc:chgData name="James Dyer" userId="c78f284b-7e37-4191-b5a6-8e3806eb7037" providerId="ADAL" clId="{44381C0E-124F-4D35-AF27-28D105ADD7BD}" dt="2025-06-26T13:44:40.311" v="125" actId="478"/>
        <pc:sldMkLst>
          <pc:docMk/>
          <pc:sldMk cId="2676814525" sldId="294"/>
        </pc:sldMkLst>
      </pc:sldChg>
      <pc:sldChg chg="add">
        <pc:chgData name="James Dyer" userId="c78f284b-7e37-4191-b5a6-8e3806eb7037" providerId="ADAL" clId="{44381C0E-124F-4D35-AF27-28D105ADD7BD}" dt="2025-06-26T15:04:29.151" v="1707"/>
        <pc:sldMkLst>
          <pc:docMk/>
          <pc:sldMk cId="980709519" sldId="296"/>
        </pc:sldMkLst>
      </pc:sldChg>
      <pc:sldChg chg="addSp delSp modSp del mod">
        <pc:chgData name="James Dyer" userId="c78f284b-7e37-4191-b5a6-8e3806eb7037" providerId="ADAL" clId="{44381C0E-124F-4D35-AF27-28D105ADD7BD}" dt="2025-06-26T15:04:22.682" v="1706" actId="2696"/>
        <pc:sldMkLst>
          <pc:docMk/>
          <pc:sldMk cId="2243817902" sldId="296"/>
        </pc:sldMkLst>
      </pc:sldChg>
      <pc:sldChg chg="addSp delSp modSp del mod">
        <pc:chgData name="James Dyer" userId="c78f284b-7e37-4191-b5a6-8e3806eb7037" providerId="ADAL" clId="{44381C0E-124F-4D35-AF27-28D105ADD7BD}" dt="2025-06-26T15:04:22.682" v="1706" actId="2696"/>
        <pc:sldMkLst>
          <pc:docMk/>
          <pc:sldMk cId="389684381" sldId="297"/>
        </pc:sldMkLst>
      </pc:sldChg>
      <pc:sldChg chg="add">
        <pc:chgData name="James Dyer" userId="c78f284b-7e37-4191-b5a6-8e3806eb7037" providerId="ADAL" clId="{44381C0E-124F-4D35-AF27-28D105ADD7BD}" dt="2025-06-26T15:04:29.151" v="1707"/>
        <pc:sldMkLst>
          <pc:docMk/>
          <pc:sldMk cId="1859803309" sldId="297"/>
        </pc:sldMkLst>
      </pc:sldChg>
      <pc:sldChg chg="addSp delSp modSp del mod">
        <pc:chgData name="James Dyer" userId="c78f284b-7e37-4191-b5a6-8e3806eb7037" providerId="ADAL" clId="{44381C0E-124F-4D35-AF27-28D105ADD7BD}" dt="2025-06-26T15:04:22.682" v="1706" actId="2696"/>
        <pc:sldMkLst>
          <pc:docMk/>
          <pc:sldMk cId="222425812" sldId="299"/>
        </pc:sldMkLst>
      </pc:sldChg>
      <pc:sldChg chg="add">
        <pc:chgData name="James Dyer" userId="c78f284b-7e37-4191-b5a6-8e3806eb7037" providerId="ADAL" clId="{44381C0E-124F-4D35-AF27-28D105ADD7BD}" dt="2025-06-26T15:04:29.151" v="1707"/>
        <pc:sldMkLst>
          <pc:docMk/>
          <pc:sldMk cId="386852912" sldId="299"/>
        </pc:sldMkLst>
      </pc:sldChg>
      <pc:sldChg chg="modSp mod">
        <pc:chgData name="James Dyer" userId="c78f284b-7e37-4191-b5a6-8e3806eb7037" providerId="ADAL" clId="{44381C0E-124F-4D35-AF27-28D105ADD7BD}" dt="2025-06-26T14:35:48.803" v="1104"/>
        <pc:sldMkLst>
          <pc:docMk/>
          <pc:sldMk cId="3259653556" sldId="301"/>
        </pc:sldMkLst>
      </pc:sldChg>
      <pc:sldChg chg="ord">
        <pc:chgData name="James Dyer" userId="c78f284b-7e37-4191-b5a6-8e3806eb7037" providerId="ADAL" clId="{44381C0E-124F-4D35-AF27-28D105ADD7BD}" dt="2025-06-26T15:03:48.930" v="1705"/>
        <pc:sldMkLst>
          <pc:docMk/>
          <pc:sldMk cId="1894063612" sldId="304"/>
        </pc:sldMkLst>
      </pc:sldChg>
      <pc:sldChg chg="addSp delSp modSp mod">
        <pc:chgData name="James Dyer" userId="c78f284b-7e37-4191-b5a6-8e3806eb7037" providerId="ADAL" clId="{44381C0E-124F-4D35-AF27-28D105ADD7BD}" dt="2025-06-26T14:36:35.498" v="1107"/>
        <pc:sldMkLst>
          <pc:docMk/>
          <pc:sldMk cId="2162822551" sldId="305"/>
        </pc:sldMkLst>
      </pc:sldChg>
      <pc:sldChg chg="addSp delSp modSp mod">
        <pc:chgData name="James Dyer" userId="c78f284b-7e37-4191-b5a6-8e3806eb7037" providerId="ADAL" clId="{44381C0E-124F-4D35-AF27-28D105ADD7BD}" dt="2025-06-26T14:36:49.062" v="1110"/>
        <pc:sldMkLst>
          <pc:docMk/>
          <pc:sldMk cId="1235335834" sldId="306"/>
        </pc:sldMkLst>
      </pc:sldChg>
      <pc:sldChg chg="addSp delSp modSp mod">
        <pc:chgData name="James Dyer" userId="c78f284b-7e37-4191-b5a6-8e3806eb7037" providerId="ADAL" clId="{44381C0E-124F-4D35-AF27-28D105ADD7BD}" dt="2025-06-26T14:37:02.147" v="1113"/>
        <pc:sldMkLst>
          <pc:docMk/>
          <pc:sldMk cId="3899289595" sldId="307"/>
        </pc:sldMkLst>
      </pc:sldChg>
      <pc:sldChg chg="addSp delSp modSp del mod modAnim">
        <pc:chgData name="James Dyer" userId="c78f284b-7e37-4191-b5a6-8e3806eb7037" providerId="ADAL" clId="{44381C0E-124F-4D35-AF27-28D105ADD7BD}" dt="2025-06-26T15:05:18.427" v="1710" actId="2696"/>
        <pc:sldMkLst>
          <pc:docMk/>
          <pc:sldMk cId="516866492" sldId="308"/>
        </pc:sldMkLst>
      </pc:sldChg>
      <pc:sldChg chg="add">
        <pc:chgData name="James Dyer" userId="c78f284b-7e37-4191-b5a6-8e3806eb7037" providerId="ADAL" clId="{44381C0E-124F-4D35-AF27-28D105ADD7BD}" dt="2025-06-26T15:05:24.552" v="1711"/>
        <pc:sldMkLst>
          <pc:docMk/>
          <pc:sldMk cId="3716576212" sldId="308"/>
        </pc:sldMkLst>
      </pc:sldChg>
      <pc:sldChg chg="addSp delSp modSp del mod">
        <pc:chgData name="James Dyer" userId="c78f284b-7e37-4191-b5a6-8e3806eb7037" providerId="ADAL" clId="{44381C0E-124F-4D35-AF27-28D105ADD7BD}" dt="2025-06-26T15:05:18.427" v="1710" actId="2696"/>
        <pc:sldMkLst>
          <pc:docMk/>
          <pc:sldMk cId="912287713" sldId="309"/>
        </pc:sldMkLst>
      </pc:sldChg>
      <pc:sldChg chg="add">
        <pc:chgData name="James Dyer" userId="c78f284b-7e37-4191-b5a6-8e3806eb7037" providerId="ADAL" clId="{44381C0E-124F-4D35-AF27-28D105ADD7BD}" dt="2025-06-26T15:05:24.552" v="1711"/>
        <pc:sldMkLst>
          <pc:docMk/>
          <pc:sldMk cId="1189488513" sldId="309"/>
        </pc:sldMkLst>
      </pc:sldChg>
      <pc:sldChg chg="addSp delSp modSp del mod">
        <pc:chgData name="James Dyer" userId="c78f284b-7e37-4191-b5a6-8e3806eb7037" providerId="ADAL" clId="{44381C0E-124F-4D35-AF27-28D105ADD7BD}" dt="2025-06-26T15:05:18.427" v="1710" actId="2696"/>
        <pc:sldMkLst>
          <pc:docMk/>
          <pc:sldMk cId="332745502" sldId="310"/>
        </pc:sldMkLst>
      </pc:sldChg>
      <pc:sldChg chg="add">
        <pc:chgData name="James Dyer" userId="c78f284b-7e37-4191-b5a6-8e3806eb7037" providerId="ADAL" clId="{44381C0E-124F-4D35-AF27-28D105ADD7BD}" dt="2025-06-26T15:05:24.552" v="1711"/>
        <pc:sldMkLst>
          <pc:docMk/>
          <pc:sldMk cId="1337694091" sldId="310"/>
        </pc:sldMkLst>
      </pc:sldChg>
      <pc:sldChg chg="modSp add mod">
        <pc:chgData name="James Dyer" userId="c78f284b-7e37-4191-b5a6-8e3806eb7037" providerId="ADAL" clId="{44381C0E-124F-4D35-AF27-28D105ADD7BD}" dt="2025-07-03T11:24:57.114" v="1713" actId="167"/>
        <pc:sldMkLst>
          <pc:docMk/>
          <pc:sldMk cId="3578120385" sldId="311"/>
        </pc:sldMkLst>
      </pc:sldChg>
      <pc:sldChg chg="addSp delSp modSp del mod">
        <pc:chgData name="James Dyer" userId="c78f284b-7e37-4191-b5a6-8e3806eb7037" providerId="ADAL" clId="{44381C0E-124F-4D35-AF27-28D105ADD7BD}" dt="2025-06-26T15:05:18.427" v="1710" actId="2696"/>
        <pc:sldMkLst>
          <pc:docMk/>
          <pc:sldMk cId="3754273850" sldId="311"/>
        </pc:sldMkLst>
      </pc:sldChg>
      <pc:sldChg chg="add">
        <pc:chgData name="James Dyer" userId="c78f284b-7e37-4191-b5a6-8e3806eb7037" providerId="ADAL" clId="{44381C0E-124F-4D35-AF27-28D105ADD7BD}" dt="2025-06-26T15:05:24.552" v="1711"/>
        <pc:sldMkLst>
          <pc:docMk/>
          <pc:sldMk cId="1846442718" sldId="312"/>
        </pc:sldMkLst>
      </pc:sldChg>
      <pc:sldChg chg="addSp delSp modSp del mod">
        <pc:chgData name="James Dyer" userId="c78f284b-7e37-4191-b5a6-8e3806eb7037" providerId="ADAL" clId="{44381C0E-124F-4D35-AF27-28D105ADD7BD}" dt="2025-06-26T15:05:18.427" v="1710" actId="2696"/>
        <pc:sldMkLst>
          <pc:docMk/>
          <pc:sldMk cId="3090130419" sldId="312"/>
        </pc:sldMkLst>
      </pc:sldChg>
      <pc:sldChg chg="modSp mod">
        <pc:chgData name="James Dyer" userId="c78f284b-7e37-4191-b5a6-8e3806eb7037" providerId="ADAL" clId="{44381C0E-124F-4D35-AF27-28D105ADD7BD}" dt="2025-06-26T14:49:44.051" v="1188"/>
        <pc:sldMkLst>
          <pc:docMk/>
          <pc:sldMk cId="1329593464" sldId="313"/>
        </pc:sldMkLst>
      </pc:sldChg>
      <pc:sldChg chg="addSp delSp modSp del mod">
        <pc:chgData name="James Dyer" userId="c78f284b-7e37-4191-b5a6-8e3806eb7037" providerId="ADAL" clId="{44381C0E-124F-4D35-AF27-28D105ADD7BD}" dt="2025-06-26T15:04:22.682" v="1706" actId="2696"/>
        <pc:sldMkLst>
          <pc:docMk/>
          <pc:sldMk cId="576566906" sldId="314"/>
        </pc:sldMkLst>
      </pc:sldChg>
      <pc:sldChg chg="add">
        <pc:chgData name="James Dyer" userId="c78f284b-7e37-4191-b5a6-8e3806eb7037" providerId="ADAL" clId="{44381C0E-124F-4D35-AF27-28D105ADD7BD}" dt="2025-06-26T15:04:29.151" v="1707"/>
        <pc:sldMkLst>
          <pc:docMk/>
          <pc:sldMk cId="4112880616" sldId="314"/>
        </pc:sldMkLst>
      </pc:sldChg>
      <pc:sldChg chg="addSp delSp modSp mod">
        <pc:chgData name="James Dyer" userId="c78f284b-7e37-4191-b5a6-8e3806eb7037" providerId="ADAL" clId="{44381C0E-124F-4D35-AF27-28D105ADD7BD}" dt="2025-06-26T14:48:30.547" v="1182" actId="167"/>
        <pc:sldMkLst>
          <pc:docMk/>
          <pc:sldMk cId="683459384" sldId="316"/>
        </pc:sldMkLst>
      </pc:sldChg>
      <pc:sldChg chg="addSp delSp modSp mod">
        <pc:chgData name="James Dyer" userId="c78f284b-7e37-4191-b5a6-8e3806eb7037" providerId="ADAL" clId="{44381C0E-124F-4D35-AF27-28D105ADD7BD}" dt="2025-06-26T14:50:23.634" v="1192" actId="167"/>
        <pc:sldMkLst>
          <pc:docMk/>
          <pc:sldMk cId="1651744765" sldId="317"/>
        </pc:sldMkLst>
      </pc:sldChg>
      <pc:sldChg chg="modSp mod modAnim">
        <pc:chgData name="James Dyer" userId="c78f284b-7e37-4191-b5a6-8e3806eb7037" providerId="ADAL" clId="{44381C0E-124F-4D35-AF27-28D105ADD7BD}" dt="2025-06-26T13:37:46.633" v="95"/>
        <pc:sldMkLst>
          <pc:docMk/>
          <pc:sldMk cId="3326521812" sldId="341"/>
        </pc:sldMkLst>
      </pc:sldChg>
      <pc:sldChg chg="modSp new del mod">
        <pc:chgData name="James Dyer" userId="c78f284b-7e37-4191-b5a6-8e3806eb7037" providerId="ADAL" clId="{44381C0E-124F-4D35-AF27-28D105ADD7BD}" dt="2025-06-26T14:11:20.977" v="721" actId="47"/>
        <pc:sldMkLst>
          <pc:docMk/>
          <pc:sldMk cId="4203011444" sldId="343"/>
        </pc:sldMkLst>
      </pc:sldChg>
      <pc:sldChg chg="addSp delSp modSp add mod delAnim modAnim">
        <pc:chgData name="James Dyer" userId="c78f284b-7e37-4191-b5a6-8e3806eb7037" providerId="ADAL" clId="{44381C0E-124F-4D35-AF27-28D105ADD7BD}" dt="2025-06-26T14:32:02.815" v="1084"/>
        <pc:sldMkLst>
          <pc:docMk/>
          <pc:sldMk cId="666096596" sldId="344"/>
        </pc:sldMkLst>
      </pc:sldChg>
      <pc:sldChg chg="addSp delSp modSp add mod modAnim">
        <pc:chgData name="James Dyer" userId="c78f284b-7e37-4191-b5a6-8e3806eb7037" providerId="ADAL" clId="{44381C0E-124F-4D35-AF27-28D105ADD7BD}" dt="2025-06-26T14:10:42.142" v="708" actId="20577"/>
        <pc:sldMkLst>
          <pc:docMk/>
          <pc:sldMk cId="62703184" sldId="345"/>
        </pc:sldMkLst>
      </pc:sldChg>
      <pc:sldChg chg="modSp add mod ord">
        <pc:chgData name="James Dyer" userId="c78f284b-7e37-4191-b5a6-8e3806eb7037" providerId="ADAL" clId="{44381C0E-124F-4D35-AF27-28D105ADD7BD}" dt="2025-06-26T14:42:30.192" v="1157" actId="20577"/>
        <pc:sldMkLst>
          <pc:docMk/>
          <pc:sldMk cId="3569224794" sldId="346"/>
        </pc:sldMkLst>
      </pc:sldChg>
      <pc:sldChg chg="addSp delSp modSp add mod modAnim">
        <pc:chgData name="James Dyer" userId="c78f284b-7e37-4191-b5a6-8e3806eb7037" providerId="ADAL" clId="{44381C0E-124F-4D35-AF27-28D105ADD7BD}" dt="2025-06-26T14:10:46.550" v="710" actId="20577"/>
        <pc:sldMkLst>
          <pc:docMk/>
          <pc:sldMk cId="3073909049" sldId="347"/>
        </pc:sldMkLst>
      </pc:sldChg>
      <pc:sldChg chg="addSp delSp modSp add mod ord modAnim">
        <pc:chgData name="James Dyer" userId="c78f284b-7e37-4191-b5a6-8e3806eb7037" providerId="ADAL" clId="{44381C0E-124F-4D35-AF27-28D105ADD7BD}" dt="2025-06-26T14:10:50.114" v="712" actId="20577"/>
        <pc:sldMkLst>
          <pc:docMk/>
          <pc:sldMk cId="112973337" sldId="348"/>
        </pc:sldMkLst>
      </pc:sldChg>
      <pc:sldChg chg="add">
        <pc:chgData name="James Dyer" userId="c78f284b-7e37-4191-b5a6-8e3806eb7037" providerId="ADAL" clId="{44381C0E-124F-4D35-AF27-28D105ADD7BD}" dt="2025-06-26T15:04:48.906" v="1709"/>
        <pc:sldMkLst>
          <pc:docMk/>
          <pc:sldMk cId="1245178620" sldId="349"/>
        </pc:sldMkLst>
      </pc:sldChg>
      <pc:sldChg chg="addSp delSp modSp add del mod delAnim modAnim">
        <pc:chgData name="James Dyer" userId="c78f284b-7e37-4191-b5a6-8e3806eb7037" providerId="ADAL" clId="{44381C0E-124F-4D35-AF27-28D105ADD7BD}" dt="2025-06-26T15:04:42.550" v="1708" actId="2696"/>
        <pc:sldMkLst>
          <pc:docMk/>
          <pc:sldMk cId="3359766174" sldId="349"/>
        </pc:sldMkLst>
      </pc:sldChg>
      <pc:sldChg chg="add">
        <pc:chgData name="James Dyer" userId="c78f284b-7e37-4191-b5a6-8e3806eb7037" providerId="ADAL" clId="{44381C0E-124F-4D35-AF27-28D105ADD7BD}" dt="2025-06-26T15:04:48.906" v="1709"/>
        <pc:sldMkLst>
          <pc:docMk/>
          <pc:sldMk cId="2942052286" sldId="350"/>
        </pc:sldMkLst>
      </pc:sldChg>
      <pc:sldChg chg="addSp delSp modSp add del mod modAnim">
        <pc:chgData name="James Dyer" userId="c78f284b-7e37-4191-b5a6-8e3806eb7037" providerId="ADAL" clId="{44381C0E-124F-4D35-AF27-28D105ADD7BD}" dt="2025-06-26T15:04:42.550" v="1708" actId="2696"/>
        <pc:sldMkLst>
          <pc:docMk/>
          <pc:sldMk cId="4292613958" sldId="350"/>
        </pc:sldMkLst>
      </pc:sldChg>
      <pc:sldChg chg="addSp delSp modSp add del mod modAnim">
        <pc:chgData name="James Dyer" userId="c78f284b-7e37-4191-b5a6-8e3806eb7037" providerId="ADAL" clId="{44381C0E-124F-4D35-AF27-28D105ADD7BD}" dt="2025-06-26T15:04:42.550" v="1708" actId="2696"/>
        <pc:sldMkLst>
          <pc:docMk/>
          <pc:sldMk cId="991030679" sldId="351"/>
        </pc:sldMkLst>
      </pc:sldChg>
      <pc:sldChg chg="add">
        <pc:chgData name="James Dyer" userId="c78f284b-7e37-4191-b5a6-8e3806eb7037" providerId="ADAL" clId="{44381C0E-124F-4D35-AF27-28D105ADD7BD}" dt="2025-06-26T15:04:48.906" v="1709"/>
        <pc:sldMkLst>
          <pc:docMk/>
          <pc:sldMk cId="2604563425" sldId="351"/>
        </pc:sldMkLst>
      </pc:sldChg>
      <pc:sldChg chg="addSp delSp modSp add del mod modAnim">
        <pc:chgData name="James Dyer" userId="c78f284b-7e37-4191-b5a6-8e3806eb7037" providerId="ADAL" clId="{44381C0E-124F-4D35-AF27-28D105ADD7BD}" dt="2025-06-26T15:04:42.550" v="1708" actId="2696"/>
        <pc:sldMkLst>
          <pc:docMk/>
          <pc:sldMk cId="1888665628" sldId="352"/>
        </pc:sldMkLst>
      </pc:sldChg>
      <pc:sldChg chg="add">
        <pc:chgData name="James Dyer" userId="c78f284b-7e37-4191-b5a6-8e3806eb7037" providerId="ADAL" clId="{44381C0E-124F-4D35-AF27-28D105ADD7BD}" dt="2025-06-26T15:04:48.906" v="1709"/>
        <pc:sldMkLst>
          <pc:docMk/>
          <pc:sldMk cId="3359408378" sldId="352"/>
        </pc:sldMkLst>
      </pc:sldChg>
      <pc:sldChg chg="modSp new mod">
        <pc:chgData name="James Dyer" userId="c78f284b-7e37-4191-b5a6-8e3806eb7037" providerId="ADAL" clId="{44381C0E-124F-4D35-AF27-28D105ADD7BD}" dt="2025-06-26T14:09:55.518" v="706" actId="20577"/>
        <pc:sldMkLst>
          <pc:docMk/>
          <pc:sldMk cId="2595263056" sldId="353"/>
        </pc:sldMkLst>
      </pc:sldChg>
      <pc:sldChg chg="add del">
        <pc:chgData name="James Dyer" userId="c78f284b-7e37-4191-b5a6-8e3806eb7037" providerId="ADAL" clId="{44381C0E-124F-4D35-AF27-28D105ADD7BD}" dt="2025-06-26T14:46:13.864" v="1167" actId="47"/>
        <pc:sldMkLst>
          <pc:docMk/>
          <pc:sldMk cId="436665030" sldId="354"/>
        </pc:sldMkLst>
      </pc:sldChg>
      <pc:sldChg chg="addSp delSp modSp add mod">
        <pc:chgData name="James Dyer" userId="c78f284b-7e37-4191-b5a6-8e3806eb7037" providerId="ADAL" clId="{44381C0E-124F-4D35-AF27-28D105ADD7BD}" dt="2025-06-26T14:56:45.920" v="1347" actId="20577"/>
        <pc:sldMkLst>
          <pc:docMk/>
          <pc:sldMk cId="3404981849" sldId="355"/>
        </pc:sldMkLst>
      </pc:sldChg>
      <pc:sldChg chg="addSp delSp modSp add mod">
        <pc:chgData name="James Dyer" userId="c78f284b-7e37-4191-b5a6-8e3806eb7037" providerId="ADAL" clId="{44381C0E-124F-4D35-AF27-28D105ADD7BD}" dt="2025-06-26T15:07:21.773" v="1712" actId="20577"/>
        <pc:sldMkLst>
          <pc:docMk/>
          <pc:sldMk cId="166316230" sldId="356"/>
        </pc:sldMkLst>
      </pc:sldChg>
      <pc:sldChg chg="add del">
        <pc:chgData name="James Dyer" userId="c78f284b-7e37-4191-b5a6-8e3806eb7037" providerId="ADAL" clId="{44381C0E-124F-4D35-AF27-28D105ADD7BD}" dt="2025-06-26T15:01:26.842" v="1597" actId="47"/>
        <pc:sldMkLst>
          <pc:docMk/>
          <pc:sldMk cId="692845119" sldId="357"/>
        </pc:sldMkLst>
      </pc:sldChg>
      <pc:sldChg chg="modSp add del mod">
        <pc:chgData name="James Dyer" userId="c78f284b-7e37-4191-b5a6-8e3806eb7037" providerId="ADAL" clId="{44381C0E-124F-4D35-AF27-28D105ADD7BD}" dt="2025-06-26T14:50:42.788" v="1193" actId="2696"/>
        <pc:sldMkLst>
          <pc:docMk/>
          <pc:sldMk cId="1336745792" sldId="358"/>
        </pc:sldMkLst>
      </pc:sldChg>
      <pc:sldChg chg="modSp add mod">
        <pc:chgData name="James Dyer" userId="c78f284b-7e37-4191-b5a6-8e3806eb7037" providerId="ADAL" clId="{44381C0E-124F-4D35-AF27-28D105ADD7BD}" dt="2025-06-26T14:50:59.918" v="1201" actId="20577"/>
        <pc:sldMkLst>
          <pc:docMk/>
          <pc:sldMk cId="3578194519" sldId="358"/>
        </pc:sldMkLst>
      </pc:sldChg>
      <pc:sldChg chg="modSp new del mod">
        <pc:chgData name="James Dyer" userId="c78f284b-7e37-4191-b5a6-8e3806eb7037" providerId="ADAL" clId="{44381C0E-124F-4D35-AF27-28D105ADD7BD}" dt="2025-06-26T15:02:13.826" v="1703" actId="2696"/>
        <pc:sldMkLst>
          <pc:docMk/>
          <pc:sldMk cId="3185497250" sldId="359"/>
        </pc:sldMkLst>
      </pc:sldChg>
    </pc:docChg>
  </pc:docChgLst>
  <pc:docChgLst>
    <pc:chgData name="James Dyer" userId="c78f284b-7e37-4191-b5a6-8e3806eb7037" providerId="ADAL" clId="{0C8F18DE-B7DB-483A-B1D7-D6D46145D899}"/>
    <pc:docChg chg="delSld">
      <pc:chgData name="James Dyer" userId="c78f284b-7e37-4191-b5a6-8e3806eb7037" providerId="ADAL" clId="{0C8F18DE-B7DB-483A-B1D7-D6D46145D899}" dt="2025-09-01T13:36:06.133" v="3" actId="47"/>
      <pc:docMkLst>
        <pc:docMk/>
      </pc:docMkLst>
      <pc:sldChg chg="del">
        <pc:chgData name="James Dyer" userId="c78f284b-7e37-4191-b5a6-8e3806eb7037" providerId="ADAL" clId="{0C8F18DE-B7DB-483A-B1D7-D6D46145D899}" dt="2025-09-01T13:35:48.415" v="0" actId="47"/>
        <pc:sldMkLst>
          <pc:docMk/>
          <pc:sldMk cId="683459384" sldId="316"/>
        </pc:sldMkLst>
      </pc:sldChg>
      <pc:sldChg chg="del">
        <pc:chgData name="James Dyer" userId="c78f284b-7e37-4191-b5a6-8e3806eb7037" providerId="ADAL" clId="{0C8F18DE-B7DB-483A-B1D7-D6D46145D899}" dt="2025-09-01T13:35:49.476" v="1" actId="47"/>
        <pc:sldMkLst>
          <pc:docMk/>
          <pc:sldMk cId="1651744765" sldId="317"/>
        </pc:sldMkLst>
      </pc:sldChg>
      <pc:sldChg chg="del">
        <pc:chgData name="James Dyer" userId="c78f284b-7e37-4191-b5a6-8e3806eb7037" providerId="ADAL" clId="{0C8F18DE-B7DB-483A-B1D7-D6D46145D899}" dt="2025-09-01T13:36:05.324" v="2" actId="47"/>
        <pc:sldMkLst>
          <pc:docMk/>
          <pc:sldMk cId="3404981849" sldId="355"/>
        </pc:sldMkLst>
      </pc:sldChg>
      <pc:sldChg chg="del">
        <pc:chgData name="James Dyer" userId="c78f284b-7e37-4191-b5a6-8e3806eb7037" providerId="ADAL" clId="{0C8F18DE-B7DB-483A-B1D7-D6D46145D899}" dt="2025-09-01T13:36:06.133" v="3" actId="47"/>
        <pc:sldMkLst>
          <pc:docMk/>
          <pc:sldMk cId="166316230" sldId="356"/>
        </pc:sldMkLst>
      </pc:sldChg>
    </pc:docChg>
  </pc:docChgLst>
  <pc:docChgLst>
    <pc:chgData name="James Dyer" userId="c78f284b-7e37-4191-b5a6-8e3806eb7037" providerId="ADAL" clId="{12FAA01D-1BC1-49CB-B6EA-71F950E4E712}"/>
    <pc:docChg chg="undo custSel modSld">
      <pc:chgData name="James Dyer" userId="c78f284b-7e37-4191-b5a6-8e3806eb7037" providerId="ADAL" clId="{12FAA01D-1BC1-49CB-B6EA-71F950E4E712}" dt="2025-05-08T10:54:24.811" v="403" actId="20577"/>
      <pc:docMkLst>
        <pc:docMk/>
      </pc:docMkLst>
      <pc:sldChg chg="delSp modSp mod">
        <pc:chgData name="James Dyer" userId="c78f284b-7e37-4191-b5a6-8e3806eb7037" providerId="ADAL" clId="{12FAA01D-1BC1-49CB-B6EA-71F950E4E712}" dt="2025-04-30T09:55:51.205" v="148" actId="20577"/>
        <pc:sldMkLst>
          <pc:docMk/>
          <pc:sldMk cId="3918256761" sldId="293"/>
        </pc:sldMkLst>
      </pc:sldChg>
      <pc:sldChg chg="delSp mod">
        <pc:chgData name="James Dyer" userId="c78f284b-7e37-4191-b5a6-8e3806eb7037" providerId="ADAL" clId="{12FAA01D-1BC1-49CB-B6EA-71F950E4E712}" dt="2025-04-30T10:03:04.469" v="207" actId="478"/>
        <pc:sldMkLst>
          <pc:docMk/>
          <pc:sldMk cId="389684381" sldId="297"/>
        </pc:sldMkLst>
      </pc:sldChg>
      <pc:sldChg chg="delSp modSp mod">
        <pc:chgData name="James Dyer" userId="c78f284b-7e37-4191-b5a6-8e3806eb7037" providerId="ADAL" clId="{12FAA01D-1BC1-49CB-B6EA-71F950E4E712}" dt="2025-04-30T10:03:19.537" v="210" actId="478"/>
        <pc:sldMkLst>
          <pc:docMk/>
          <pc:sldMk cId="222425812" sldId="299"/>
        </pc:sldMkLst>
      </pc:sldChg>
      <pc:sldChg chg="modSp mod">
        <pc:chgData name="James Dyer" userId="c78f284b-7e37-4191-b5a6-8e3806eb7037" providerId="ADAL" clId="{12FAA01D-1BC1-49CB-B6EA-71F950E4E712}" dt="2025-05-08T10:54:24.811" v="403" actId="20577"/>
        <pc:sldMkLst>
          <pc:docMk/>
          <pc:sldMk cId="2143019687" sldId="303"/>
        </pc:sldMkLst>
      </pc:sldChg>
      <pc:sldChg chg="modSp mod">
        <pc:chgData name="James Dyer" userId="c78f284b-7e37-4191-b5a6-8e3806eb7037" providerId="ADAL" clId="{12FAA01D-1BC1-49CB-B6EA-71F950E4E712}" dt="2025-04-30T09:54:17.719" v="100" actId="20577"/>
        <pc:sldMkLst>
          <pc:docMk/>
          <pc:sldMk cId="1894063612" sldId="304"/>
        </pc:sldMkLst>
      </pc:sldChg>
      <pc:sldChg chg="delSp mod">
        <pc:chgData name="James Dyer" userId="c78f284b-7e37-4191-b5a6-8e3806eb7037" providerId="ADAL" clId="{12FAA01D-1BC1-49CB-B6EA-71F950E4E712}" dt="2025-04-30T10:02:32.210" v="203" actId="478"/>
        <pc:sldMkLst>
          <pc:docMk/>
          <pc:sldMk cId="2162822551" sldId="305"/>
        </pc:sldMkLst>
      </pc:sldChg>
      <pc:sldChg chg="delSp mod">
        <pc:chgData name="James Dyer" userId="c78f284b-7e37-4191-b5a6-8e3806eb7037" providerId="ADAL" clId="{12FAA01D-1BC1-49CB-B6EA-71F950E4E712}" dt="2025-04-30T10:02:43.219" v="205" actId="478"/>
        <pc:sldMkLst>
          <pc:docMk/>
          <pc:sldMk cId="1235335834" sldId="306"/>
        </pc:sldMkLst>
      </pc:sldChg>
      <pc:sldChg chg="addSp delSp modSp mod delAnim">
        <pc:chgData name="James Dyer" userId="c78f284b-7e37-4191-b5a6-8e3806eb7037" providerId="ADAL" clId="{12FAA01D-1BC1-49CB-B6EA-71F950E4E712}" dt="2025-04-30T10:00:00.451" v="183" actId="688"/>
        <pc:sldMkLst>
          <pc:docMk/>
          <pc:sldMk cId="516866492" sldId="308"/>
        </pc:sldMkLst>
      </pc:sldChg>
      <pc:sldChg chg="delSp mod">
        <pc:chgData name="James Dyer" userId="c78f284b-7e37-4191-b5a6-8e3806eb7037" providerId="ADAL" clId="{12FAA01D-1BC1-49CB-B6EA-71F950E4E712}" dt="2025-04-30T10:01:46.352" v="199" actId="478"/>
        <pc:sldMkLst>
          <pc:docMk/>
          <pc:sldMk cId="912287713" sldId="309"/>
        </pc:sldMkLst>
      </pc:sldChg>
      <pc:sldChg chg="addSp delSp modSp mod">
        <pc:chgData name="James Dyer" userId="c78f284b-7e37-4191-b5a6-8e3806eb7037" providerId="ADAL" clId="{12FAA01D-1BC1-49CB-B6EA-71F950E4E712}" dt="2025-04-30T10:00:51.971" v="189" actId="478"/>
        <pc:sldMkLst>
          <pc:docMk/>
          <pc:sldMk cId="332745502" sldId="310"/>
        </pc:sldMkLst>
      </pc:sldChg>
      <pc:sldChg chg="addSp delSp modSp mod">
        <pc:chgData name="James Dyer" userId="c78f284b-7e37-4191-b5a6-8e3806eb7037" providerId="ADAL" clId="{12FAA01D-1BC1-49CB-B6EA-71F950E4E712}" dt="2025-04-30T10:01:15.996" v="196"/>
        <pc:sldMkLst>
          <pc:docMk/>
          <pc:sldMk cId="3754273850" sldId="311"/>
        </pc:sldMkLst>
      </pc:sldChg>
      <pc:sldChg chg="addSp delSp modSp mod">
        <pc:chgData name="James Dyer" userId="c78f284b-7e37-4191-b5a6-8e3806eb7037" providerId="ADAL" clId="{12FAA01D-1BC1-49CB-B6EA-71F950E4E712}" dt="2025-04-30T10:02:07.153" v="202"/>
        <pc:sldMkLst>
          <pc:docMk/>
          <pc:sldMk cId="3090130419" sldId="312"/>
        </pc:sldMkLst>
      </pc:sldChg>
      <pc:sldChg chg="addSp modSp mod">
        <pc:chgData name="James Dyer" userId="c78f284b-7e37-4191-b5a6-8e3806eb7037" providerId="ADAL" clId="{12FAA01D-1BC1-49CB-B6EA-71F950E4E712}" dt="2025-04-30T10:07:08.727" v="401" actId="20577"/>
        <pc:sldMkLst>
          <pc:docMk/>
          <pc:sldMk cId="683459384" sldId="316"/>
        </pc:sldMkLst>
      </pc:sldChg>
      <pc:sldChg chg="modSp">
        <pc:chgData name="James Dyer" userId="c78f284b-7e37-4191-b5a6-8e3806eb7037" providerId="ADAL" clId="{12FAA01D-1BC1-49CB-B6EA-71F950E4E712}" dt="2025-04-30T10:06:53.032" v="369" actId="20577"/>
        <pc:sldMkLst>
          <pc:docMk/>
          <pc:sldMk cId="1651744765" sldId="317"/>
        </pc:sldMkLst>
      </pc:sldChg>
      <pc:sldChg chg="modSp mod">
        <pc:chgData name="James Dyer" userId="c78f284b-7e37-4191-b5a6-8e3806eb7037" providerId="ADAL" clId="{12FAA01D-1BC1-49CB-B6EA-71F950E4E712}" dt="2025-04-30T09:53:28.828" v="55" actId="20577"/>
        <pc:sldMkLst>
          <pc:docMk/>
          <pc:sldMk cId="3428931588" sldId="340"/>
        </pc:sldMkLst>
      </pc:sldChg>
      <pc:sldChg chg="addSp modSp mod modAnim">
        <pc:chgData name="James Dyer" userId="c78f284b-7e37-4191-b5a6-8e3806eb7037" providerId="ADAL" clId="{12FAA01D-1BC1-49CB-B6EA-71F950E4E712}" dt="2025-04-30T09:54:52.061" v="115" actId="20577"/>
        <pc:sldMkLst>
          <pc:docMk/>
          <pc:sldMk cId="3326521812" sldId="34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A922-691F-DA18-9172-D91763E44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47E7B-C345-0ABC-48FF-DCE1D31E1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693E9-97EA-6D20-E69D-C6D070AB0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2F22A-5D5A-6B95-C643-ACE88EC1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EC5F-7CD5-01B0-B49A-0B22D9B8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0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3E2F-268A-B537-2FE7-3055528A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7031-94EE-132F-77D6-4891C9659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BEDA-985F-A6C3-E9BB-1A889D1E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243A9-B0F8-8702-54D5-10523344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826EF-1F9B-7E76-EAC6-C523E964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079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E535-4585-E339-A3B5-916E8111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FA2EA-0A4F-8AEB-861A-E43936C99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D875-FCDF-B51F-E262-9334078B4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EBBCB-E5A2-11FA-0F71-C6BAF471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5CA2-D830-D185-08D0-DF6C163D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36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5449-6C38-887F-A5A7-77652186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E2F3-5533-4C00-CB64-620814B5D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FC223-CC89-68A2-17B0-BFCA000E3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41F70-41EB-79C4-9B89-35CCA2D2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0B2FA-84FC-363B-6F2E-BA83FAC4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C05EE-DC61-9110-BDAE-23D1C3BD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3B2B0-20BC-25E8-1C97-33DA6509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09DE6-B00F-52E0-9134-140B9844A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4E1ED-A194-46C1-7106-E7B9E77A4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CF182-9E5D-C02F-56EB-62F027EEF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0C0E5-CF6C-D25C-465E-E5D2E9985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09BA5-D93D-C6FC-C233-E9764A3B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17957-0D65-C1FA-4DA1-AF0BE841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D54F0-5FD1-76CD-21F9-A3239406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0A97-9E38-086E-132F-AD1370A3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72931-3F42-163C-FEF3-B28D4BA9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14343-66C2-19D8-ED45-6607F514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A3752-7126-9568-6E73-000CA9F0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615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73057-73E3-42B7-C1E1-BACF00341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A2CF9-B90A-FA3B-2447-16FA45B8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EDE85-C120-8323-7380-43F60E71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39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E5CA-0176-F4E5-70B0-46808024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0D253-8B76-BE98-47A6-5219263C1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A45B2-34D7-1724-398A-2B1BFFF5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FF0DB-8DA8-0407-CE28-3714ADBC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AB968-35E5-5853-F7C7-06655CAA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38375-77B8-AB7A-AEFE-812556A1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90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75D6-76FB-9048-98B1-EE25BBEA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70FD9-6ADE-42FC-AAF7-68C8AA351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93C05-AEF5-64D7-ED46-8C23AFABF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12C1E-539A-B72F-DE20-20FA79BD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9EE82-9C77-2E1C-7D93-7A9B6434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F7188-BF6D-756F-FDE0-18E9290A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80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E04D3-77D0-E142-D240-5975A173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4EF5F-106E-C61B-97CD-FFBF61293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97425-1792-235D-4A86-08756227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F6F4-6513-0CCC-BF6D-65C34ADC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C0B6C-0862-9FBE-4279-40C02E4C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183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D6654-A508-ABC7-E131-19B9C0004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33C7D-4895-3B3F-1A65-6C832688A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F5518-244F-5308-0FE8-97536F88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548D-0222-7160-0319-353FEB30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EF35B-D155-9215-627B-E6E18B45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10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F73C4-BB29-071F-80D0-647E895D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6563F-ABF6-5D0C-251E-60289273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E415B-5945-64BA-C886-11039EEF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F5758-9E5B-4149-91B8-267E55E5CF63}" type="datetimeFigureOut">
              <a:rPr lang="en-GB" smtClean="0"/>
              <a:t>01/09/2025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7280-3E49-4A81-D3D0-3DCCCECE3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82B8F-77B1-8904-E875-079C6A561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755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F775-9648-E883-996E-3B87CCFE3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063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COMP1860 Building our Digital World: Computer Systems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18AC5-9455-CC36-29EA-30C1E1201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/>
          <a:lstStyle/>
          <a:p>
            <a:r>
              <a:rPr lang="en-GB" dirty="0"/>
              <a:t>S1.W4.L2</a:t>
            </a:r>
            <a:r>
              <a:rPr lang="en-GB"/>
              <a:t>: Karnaugh Maps</a:t>
            </a:r>
            <a:endParaRPr lang="en-GB" dirty="0"/>
          </a:p>
          <a:p>
            <a:r>
              <a:rPr lang="en-GB" dirty="0"/>
              <a:t>Dr James Dyer</a:t>
            </a:r>
          </a:p>
        </p:txBody>
      </p:sp>
    </p:spTree>
    <p:extLst>
      <p:ext uri="{BB962C8B-B14F-4D97-AF65-F5344CB8AC3E}">
        <p14:creationId xmlns:p14="http://schemas.microsoft.com/office/powerpoint/2010/main" val="34016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43B4-75DA-E45E-2EEB-0E736989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E5B8-D68A-6D26-7EFA-3B06D9033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Apply minimisation of Boolean expressions to simplify logic circuits</a:t>
            </a:r>
          </a:p>
        </p:txBody>
      </p:sp>
    </p:spTree>
    <p:extLst>
      <p:ext uri="{BB962C8B-B14F-4D97-AF65-F5344CB8AC3E}">
        <p14:creationId xmlns:p14="http://schemas.microsoft.com/office/powerpoint/2010/main" val="189076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1253-F723-4782-FA6E-E4EFCFD9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BFD0-C792-9EF3-3BED-4AA7BDB2C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lecture covers material similar to chapter 12 of </a:t>
            </a:r>
            <a:r>
              <a:rPr lang="en-US" sz="2800" b="1" dirty="0"/>
              <a:t>Stallings. </a:t>
            </a:r>
            <a:r>
              <a:rPr lang="en-US" sz="2800" b="1" i="1" dirty="0"/>
              <a:t>Computer </a:t>
            </a:r>
            <a:r>
              <a:rPr lang="en-US" sz="2800" b="1" i="1" dirty="0" err="1"/>
              <a:t>Organisation</a:t>
            </a:r>
            <a:r>
              <a:rPr lang="en-US" sz="2800" b="1" i="1" dirty="0"/>
              <a:t> &amp; Architecture</a:t>
            </a:r>
            <a:endParaRPr lang="en-GB" sz="2800" b="1" i="1" dirty="0"/>
          </a:p>
          <a:p>
            <a:pPr lvl="1"/>
            <a:r>
              <a:rPr lang="en-GB" dirty="0"/>
              <a:t>It covers Karnaugh maps (section 12.3, pages 421 to 425)</a:t>
            </a:r>
          </a:p>
        </p:txBody>
      </p:sp>
    </p:spTree>
    <p:extLst>
      <p:ext uri="{BB962C8B-B14F-4D97-AF65-F5344CB8AC3E}">
        <p14:creationId xmlns:p14="http://schemas.microsoft.com/office/powerpoint/2010/main" val="245843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0FA2-EC25-0983-344F-A72AB2B2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51E3D-67B0-E64B-9E1F-AAE42108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Karnaugh Maps</a:t>
            </a:r>
          </a:p>
        </p:txBody>
      </p:sp>
    </p:spTree>
    <p:extLst>
      <p:ext uri="{BB962C8B-B14F-4D97-AF65-F5344CB8AC3E}">
        <p14:creationId xmlns:p14="http://schemas.microsoft.com/office/powerpoint/2010/main" val="75711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04C0-99CA-7A76-3BF0-751D278E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Minimising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B671A-F2B7-CC36-0E15-05788319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reduce the number of components</a:t>
            </a:r>
          </a:p>
          <a:p>
            <a:r>
              <a:rPr lang="en-GB" dirty="0"/>
              <a:t>Same as minimising logical function</a:t>
            </a:r>
          </a:p>
        </p:txBody>
      </p:sp>
    </p:spTree>
    <p:extLst>
      <p:ext uri="{BB962C8B-B14F-4D97-AF65-F5344CB8AC3E}">
        <p14:creationId xmlns:p14="http://schemas.microsoft.com/office/powerpoint/2010/main" val="66619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F529-BB14-A670-D00C-2FC387C8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Karnaugh Maps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930E4E-1CD1-5B27-A010-AD46B58C45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Another way to simplify Boolean expressions</a:t>
                </a:r>
              </a:p>
              <a:p>
                <a:r>
                  <a:rPr lang="en-GB" dirty="0"/>
                  <a:t>Map is similar to truth table</a:t>
                </a:r>
              </a:p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variables, map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squares</a:t>
                </a:r>
              </a:p>
              <a:p>
                <a:r>
                  <a:rPr lang="en-GB" dirty="0"/>
                  <a:t>Note the labelling: 00, 01, 11, 10</a:t>
                </a:r>
              </a:p>
              <a:p>
                <a:pPr lvl="1"/>
                <a:r>
                  <a:rPr lang="en-GB" dirty="0"/>
                  <a:t>If you label differently, your map will not produce the correct minimisation!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930E4E-1CD1-5B27-A010-AD46B58C4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 r="-2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0783D0FD-B245-4FC8-BAAC-75ADB6694F8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637" y="1825625"/>
            <a:ext cx="4163523" cy="454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34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6AEA207-99DB-31A2-3973-9C76454B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Map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04E935-AEE0-C5A8-9E54-A873F4FBA7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2 variables (A, B)</a:t>
            </a:r>
          </a:p>
          <a:p>
            <a:pPr lvl="1"/>
            <a:r>
              <a:rPr lang="en-GB" dirty="0"/>
              <a:t>Single row of four entries</a:t>
            </a:r>
          </a:p>
          <a:p>
            <a:pPr lvl="1"/>
            <a:r>
              <a:rPr lang="en-GB" dirty="0"/>
              <a:t>Four possible values of A and B</a:t>
            </a:r>
          </a:p>
          <a:p>
            <a:r>
              <a:rPr lang="en-GB" dirty="0"/>
              <a:t>3 variables (A, B, C)</a:t>
            </a:r>
          </a:p>
          <a:p>
            <a:pPr lvl="1"/>
            <a:r>
              <a:rPr lang="en-GB" dirty="0"/>
              <a:t>Rows are the two values of variable A</a:t>
            </a:r>
          </a:p>
          <a:p>
            <a:pPr lvl="1"/>
            <a:r>
              <a:rPr lang="en-GB" dirty="0"/>
              <a:t>Columns are the four possible values of B &amp; C</a:t>
            </a:r>
          </a:p>
          <a:p>
            <a:r>
              <a:rPr lang="en-GB" dirty="0"/>
              <a:t>4 variables (A, B, C, D)</a:t>
            </a:r>
          </a:p>
          <a:p>
            <a:pPr lvl="1"/>
            <a:r>
              <a:rPr lang="en-GB" dirty="0"/>
              <a:t>Rows are the four possible values of A &amp; B</a:t>
            </a:r>
          </a:p>
          <a:p>
            <a:pPr lvl="1"/>
            <a:r>
              <a:rPr lang="en-GB" dirty="0"/>
              <a:t>Columns are the four possible values of C &amp; D</a:t>
            </a:r>
          </a:p>
          <a:p>
            <a:r>
              <a:rPr lang="en-GB" dirty="0"/>
              <a:t>Note that we use the sequence 00, 01 11, 10 for 2 values</a:t>
            </a:r>
          </a:p>
        </p:txBody>
      </p:sp>
      <p:pic>
        <p:nvPicPr>
          <p:cNvPr id="13" name="Content Placeholder 12" descr="Diagram a displays the Karnaugh map for the function, F equals A B bar plus A bar B represented using an array of 4 squares. The combinations above the squares are as follows. 0 0, 0 1, 11, and 10 and are labeled, A B. The value corresponding to the square 0 1 is 1 which is A bar B and 10 is 1 which is A B bar. Diagram b displays the Karnaugh map for the function, F equals A bar B C bar plus A bar B C plus A B C bar represented using a two dimensional array comprised of 2 rows and 4 columns with 8 squares. The values corresponding to the rows are 0 and 1 that are labeled, A and the column values corresponding to the combinations 0 0, 0 1, 11, and 10 that are labeled, B C. The value corresponding to the square are as follows. (0, 1 1) is 1 which is A bar B C, (0, 1 0) is 1 which is A bar B C bar, and (1, 1 0) is 1 which is A B C bar. Diagram c displays the Karnaugh map for the function, F equals A bar B bar C D represented using a two dimensional array comprised of 4 rows and 4 columns with 16 squares. The row values corresponding to the combinations 0 0, 0 1, 11, and 10 are labeled, AB and the column values corresponding to the combinations 0 0, 0 1, 1 1, and 1 0 are labeled, CD. The values corresponding to the square are as follows. (0 0, 1 1) is 1, which is A bar B bar C D, (1 1, 0 0) is 1, which is A B C bar D bar, and (1 0, 0 1) is 1, which is A B bar C bar D. Diagram d displays the Karnaugh map with simplified labeling represented using a two dimensional array comprised of 4 rows and 4 columns with 16 squares. Rows 3 and 4 are labeled, A. Rows 2 and 3 are labeled, B. Columns 3 and 4 are labeled, C. Columns 2 and 3 are labeled, D. " title="Four diagrams illustrate the use of Karnaugh Maps for different Boolean functions.">
            <a:extLst>
              <a:ext uri="{FF2B5EF4-FFF2-40B4-BE49-F238E27FC236}">
                <a16:creationId xmlns:a16="http://schemas.microsoft.com/office/drawing/2014/main" id="{E684F158-CB5A-7786-0740-EDEBE7AF0C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7" t="19326" r="8841" b="30660"/>
          <a:stretch/>
        </p:blipFill>
        <p:spPr>
          <a:xfrm>
            <a:off x="6172200" y="1934453"/>
            <a:ext cx="5181600" cy="41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8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DAB8E82-EC4F-8C8F-1FB1-61AE0134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Minimising Using Karnaugh Maps (DNF)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7BBD50-52AE-43F4-CFD5-BB7FA0B93B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Look for groups of adjacent 1’s in map</a:t>
            </a:r>
          </a:p>
          <a:p>
            <a:pPr lvl="1"/>
            <a:r>
              <a:rPr lang="en-GB" dirty="0"/>
              <a:t>Single 1s</a:t>
            </a:r>
          </a:p>
          <a:p>
            <a:pPr lvl="1"/>
            <a:r>
              <a:rPr lang="en-GB" dirty="0"/>
              <a:t>Lines of 1’s</a:t>
            </a:r>
          </a:p>
          <a:p>
            <a:pPr lvl="1"/>
            <a:r>
              <a:rPr lang="en-GB" dirty="0"/>
              <a:t>Squares or rectangles of 1’s</a:t>
            </a:r>
          </a:p>
          <a:p>
            <a:pPr lvl="1"/>
            <a:r>
              <a:rPr lang="en-GB" dirty="0"/>
              <a:t>Groups of size 2</a:t>
            </a:r>
            <a:r>
              <a:rPr lang="en-GB" baseline="30000" dirty="0"/>
              <a:t>n</a:t>
            </a:r>
            <a:r>
              <a:rPr lang="en-GB" dirty="0"/>
              <a:t> only: 1, 2, 4, 8, …</a:t>
            </a:r>
          </a:p>
          <a:p>
            <a:pPr lvl="1"/>
            <a:r>
              <a:rPr lang="en-GB" dirty="0"/>
              <a:t>Top/bottom, left/right sides wrap around (see figures b, c</a:t>
            </a:r>
            <a:r>
              <a:rPr lang="en-GB"/>
              <a:t>, f, </a:t>
            </a:r>
            <a:r>
              <a:rPr lang="en-GB" dirty="0"/>
              <a:t>h) when creating groups</a:t>
            </a:r>
          </a:p>
          <a:p>
            <a:r>
              <a:rPr lang="en-GB" dirty="0"/>
              <a:t>Try to make groups as large as possible</a:t>
            </a:r>
          </a:p>
          <a:p>
            <a:endParaRPr lang="en-GB" dirty="0"/>
          </a:p>
        </p:txBody>
      </p:sp>
      <p:pic>
        <p:nvPicPr>
          <p:cNvPr id="11" name="Content Placeholder 10" descr="Each Karnaugh map is represented by using a two dimensional array comprised of 4 rows and 4 columns with 16 squares. The row values corresponding to the combinations 0 0, 0 1, 11, and 10 are labeled, AB and the column values corresponding to the combinations 0 0, 0 1, 11, and 10 are labeled, CD. Diagram a displays the Karnaugh map for the term A bar B D. The squares with a value 1 are grouped together and are as follows. (0 1, 0 1) and (0 1, 1 1). Diagram b displays the Karnaugh map for the term B bar C bar D. The squares with a value 1 are grouped together and as follows. (0 0, 0 1) and (1 0, 0 1). Diagram c displays the Karnaugh map for the term A bar B D bar. The squares with a value 1 are grouped together and are as follows. (0 1, 0 0) and (0 1, 1 0). Diagram d displays the Karnaugh map for the term A bar B bar. The squares with a value 1 are grouped together and are as follows. (0 0, 0 0), (0 0, 0 1), (0 0, 1 1), and (0 0, 1 0). Diagram e displays the Karnaugh map for the term B C bar. The squares with a value 1 are grouped together and are as follows. (0 1, 0 0), (0 1, 0 1), (1 1, 0 0), and (1 1, 0 1). Diagram f displays the Karnaugh map for the term B D bar. The squares with a value 1 are grouped together and are as follows. (0 1, 0 0), (1 1, 0 0), (0 1, 1 0), and (1 1, 1 0). Diagram g displays the Karnaugh map for the term A bar. The squares with a value 1 are grouped together and are as follows. (0 0, 0 0), (0 0, 0 1), (0 0, 1 1), (0 0, 1 0), (0 1, 0 0), (0 1, 0 1), (0 1, 1 1), and (0 1, 1 0). Diagram h displays the Karnaugh map for the term D bar. The squares with a value 1 are grouped together and are as follows. (0 0, 0 0), (0 0, 1 0), (0 1, 0 0), (0 1, 1 0), (1 1, 0 0), (1 1, 1 0), (1 0, 0 0), and (1 0, 1 0). Diagram i displays the Karnaugh map for the term C. The squares with a value 1 are grouped together and are as follows. (0 0, 1 1), (0 0, 1 0), (0 1, 1 1), (0 1, 1 0), (1 1, 1 1), (1 1, 1 0), (1 0, 1 1), and (1 0, 1 0)." title="Nine diagrams illustrate the use of Karnaugh Maps for different Boolean functions. ">
            <a:extLst>
              <a:ext uri="{FF2B5EF4-FFF2-40B4-BE49-F238E27FC236}">
                <a16:creationId xmlns:a16="http://schemas.microsoft.com/office/drawing/2014/main" id="{33CE3D6E-D644-E04D-A408-F76A448CAE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" t="4275" r="3895" b="16446"/>
          <a:stretch/>
        </p:blipFill>
        <p:spPr>
          <a:xfrm>
            <a:off x="6780081" y="1835785"/>
            <a:ext cx="39658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1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18B9-DAD1-8AD5-BF38-2CDE751F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Minimising Using Karnaugh Maps (DNF)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F2386-EE9F-964D-B8D1-B5E272F42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Determine which variables have no impact on group</a:t>
                </a:r>
              </a:p>
              <a:p>
                <a:pPr lvl="1"/>
                <a:r>
                  <a:rPr lang="en-GB" dirty="0"/>
                  <a:t>The value in map stays the same whether the variable is 0 or 1</a:t>
                </a:r>
              </a:p>
              <a:p>
                <a:pPr lvl="1"/>
                <a:r>
                  <a:rPr lang="en-GB" dirty="0"/>
                  <a:t>Ignore that variable</a:t>
                </a:r>
              </a:p>
              <a:p>
                <a:r>
                  <a:rPr lang="en-GB" dirty="0"/>
                  <a:t>For remaining inputs create an AND term which evaluates to 1</a:t>
                </a:r>
              </a:p>
              <a:p>
                <a:pPr lvl="1"/>
                <a:r>
                  <a:rPr lang="en-GB" dirty="0"/>
                  <a:t>If variable value for group is 1, use as is. 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is variable in term</a:t>
                </a:r>
              </a:p>
              <a:p>
                <a:pPr lvl="1"/>
                <a:r>
                  <a:rPr lang="en-GB" dirty="0"/>
                  <a:t>If variable value for group is 0, negate. 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is variable in term</a:t>
                </a:r>
              </a:p>
              <a:p>
                <a:pPr lvl="1"/>
                <a:r>
                  <a:rPr lang="en-GB" dirty="0"/>
                  <a:t>Term is an AND, 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would give the term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Terms are joined together by OR.</a:t>
                </a:r>
              </a:p>
              <a:p>
                <a:pPr lvl="1"/>
                <a:r>
                  <a:rPr lang="en-GB" dirty="0"/>
                  <a:t>E.g., term from group 1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, term from group 2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, term from group 3 is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Hence, minimised expression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F2386-EE9F-964D-B8D1-B5E272F42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3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27DD-15A0-595C-B46B-6C1683BC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Overlapping Groups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B2E48-58F6-A2C4-254A-7FE9A98447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If you have overlapping groups</a:t>
            </a:r>
          </a:p>
          <a:p>
            <a:r>
              <a:rPr lang="en-GB" dirty="0"/>
              <a:t>Find the minimum number of largest groups to cover all 1’s (DNF) or 0’s (CNF)</a:t>
            </a:r>
          </a:p>
        </p:txBody>
      </p:sp>
      <p:pic>
        <p:nvPicPr>
          <p:cNvPr id="6" name="Content Placeholder 5" descr="Diagram a displays the Karnaugh map for the function, F equals A bar B plus B C bar represented using a two dimensional array comprised of 2 rows and 4 columns with 8 squares. The values corresponding to the rows are 0 and 1 that are labeled, A and the column values corresponding to the combinations 0 0, 0 1, 1 1, and 1 0 are labeled, BC. The squares with a value 1 are as follows. (0, 1 1), (0, 1 0), and (1, 1 0). The adjacent pairs of 1is circled forming an overlapping group. Diagram b displays the Karnaugh map for the function, F equals B C bar D plus A C D represented using a two dimensional array comprised of 4 rows and 4 columns with 16 squares. The row values corresponding to the combinations 0 0, 0 1, 1 1, and 1 0 are labeled, AB and the column values corresponding to the combinations 0 0, 0 1, 1 1, and 1 0 are labeled, CD. The squares with a value 1 are as follows. (0 1, 0 1), (1 1, 0 1), (1 1, 1 1), and (1 0, 1 1). The adjacent pairs of 1is circled forming two overlapping groups." title="Two diagrams illustrate the Karnaugh Maps for overlapping groups. ">
            <a:extLst>
              <a:ext uri="{FF2B5EF4-FFF2-40B4-BE49-F238E27FC236}">
                <a16:creationId xmlns:a16="http://schemas.microsoft.com/office/drawing/2014/main" id="{F8ACB1EE-BBA5-7AC6-3B72-518C596BB0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90" t="15687" r="43535" b="41147"/>
          <a:stretch/>
        </p:blipFill>
        <p:spPr>
          <a:xfrm>
            <a:off x="7704607" y="1825625"/>
            <a:ext cx="21167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19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0C1E6-0441-F8EA-FCFD-E5F54D3E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Create Map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47E126-D3E2-C9B8-BC46-2A6BC40FD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5399773"/>
            <a:ext cx="10515599" cy="777189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Arrange truth table as rectangular map</a:t>
            </a:r>
          </a:p>
          <a:p>
            <a:r>
              <a:rPr lang="en-GB" dirty="0"/>
              <a:t>Note: Different labels on map. Be careful you transfer values correctly!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87159FD-8B1B-D57B-5A66-D63C84A66B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65009215"/>
              </p:ext>
            </p:extLst>
          </p:nvPr>
        </p:nvGraphicFramePr>
        <p:xfrm>
          <a:off x="6008570" y="2356510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6FEF88-5E7D-3523-3A03-82BE8790C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192067"/>
              </p:ext>
            </p:extLst>
          </p:nvPr>
        </p:nvGraphicFramePr>
        <p:xfrm>
          <a:off x="1387107" y="1965960"/>
          <a:ext cx="3021264" cy="3291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5316">
                  <a:extLst>
                    <a:ext uri="{9D8B030D-6E8A-4147-A177-3AD203B41FA5}">
                      <a16:colId xmlns:a16="http://schemas.microsoft.com/office/drawing/2014/main" val="907675995"/>
                    </a:ext>
                  </a:extLst>
                </a:gridCol>
                <a:gridCol w="755316">
                  <a:extLst>
                    <a:ext uri="{9D8B030D-6E8A-4147-A177-3AD203B41FA5}">
                      <a16:colId xmlns:a16="http://schemas.microsoft.com/office/drawing/2014/main" val="126919348"/>
                    </a:ext>
                  </a:extLst>
                </a:gridCol>
                <a:gridCol w="755316">
                  <a:extLst>
                    <a:ext uri="{9D8B030D-6E8A-4147-A177-3AD203B41FA5}">
                      <a16:colId xmlns:a16="http://schemas.microsoft.com/office/drawing/2014/main" val="846783779"/>
                    </a:ext>
                  </a:extLst>
                </a:gridCol>
                <a:gridCol w="755316">
                  <a:extLst>
                    <a:ext uri="{9D8B030D-6E8A-4147-A177-3AD203B41FA5}">
                      <a16:colId xmlns:a16="http://schemas.microsoft.com/office/drawing/2014/main" val="2275879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736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26467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05675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75676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78583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52692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20941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54983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13845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EA9DB6E7-F81C-ED51-6981-74218F05DDFC}"/>
              </a:ext>
            </a:extLst>
          </p:cNvPr>
          <p:cNvSpPr/>
          <p:nvPr/>
        </p:nvSpPr>
        <p:spPr>
          <a:xfrm>
            <a:off x="4812632" y="2950870"/>
            <a:ext cx="702644" cy="4781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54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0C1E6-0441-F8EA-FCFD-E5F54D3E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DNF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Circle adjacent or single 1’s </a:t>
                </a:r>
              </a:p>
              <a:p>
                <a:pPr lvl="1"/>
                <a:r>
                  <a:rPr lang="en-GB" dirty="0"/>
                  <a:t>Try to create largest groups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While we could circle each of the 1’s, we can create three groups of 2.</a:t>
                </a:r>
              </a:p>
              <a:p>
                <a:r>
                  <a:rPr lang="en-GB" dirty="0"/>
                  <a:t>Blue and orange groups cover all 1’s</a:t>
                </a:r>
              </a:p>
              <a:p>
                <a:pPr lvl="1"/>
                <a:r>
                  <a:rPr lang="en-GB" dirty="0"/>
                  <a:t>The green group overlaps blue and green</a:t>
                </a:r>
              </a:p>
              <a:p>
                <a:pPr lvl="1"/>
                <a:r>
                  <a:rPr lang="en-GB" dirty="0"/>
                  <a:t>We would normally keep this group</a:t>
                </a:r>
              </a:p>
              <a:p>
                <a:pPr lvl="1"/>
                <a:r>
                  <a:rPr lang="en-GB" dirty="0"/>
                  <a:t>However, the 1’s in the green group are in the blue and orange groups.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  <a:blipFill>
                <a:blip r:embed="rId2"/>
                <a:stretch>
                  <a:fillRect l="-986" t="-49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87159FD-8B1B-D57B-5A66-D63C84A66B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62070244"/>
              </p:ext>
            </p:extLst>
          </p:nvPr>
        </p:nvGraphicFramePr>
        <p:xfrm>
          <a:off x="3852511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2E9267-6638-6352-F9BF-FFE66EC527B7}"/>
              </a:ext>
            </a:extLst>
          </p:cNvPr>
          <p:cNvSpPr/>
          <p:nvPr/>
        </p:nvSpPr>
        <p:spPr>
          <a:xfrm>
            <a:off x="5909912" y="2377440"/>
            <a:ext cx="1366787" cy="29838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591B1C-30AB-6DF7-1C65-7C931C7A771F}"/>
              </a:ext>
            </a:extLst>
          </p:cNvPr>
          <p:cNvSpPr/>
          <p:nvPr/>
        </p:nvSpPr>
        <p:spPr>
          <a:xfrm>
            <a:off x="7007192" y="2762451"/>
            <a:ext cx="1366787" cy="29838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911A5B-9299-907E-1461-D495CF37A4F5}"/>
              </a:ext>
            </a:extLst>
          </p:cNvPr>
          <p:cNvSpPr/>
          <p:nvPr/>
        </p:nvSpPr>
        <p:spPr>
          <a:xfrm>
            <a:off x="7007192" y="2377440"/>
            <a:ext cx="269507" cy="68339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71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0337-A244-BA9C-7F34-EF1959A0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DNF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7BB7-AC17-9CB3-D71A-8010D133D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109685"/>
            <a:ext cx="5181600" cy="306727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For the blue group:</a:t>
            </a:r>
          </a:p>
          <a:p>
            <a:r>
              <a:rPr lang="en-GB" dirty="0"/>
              <a:t>A=0, B=0 or 1, and C=1 (two values of BC, 01 and 11)</a:t>
            </a:r>
          </a:p>
          <a:p>
            <a:r>
              <a:rPr lang="en-GB" dirty="0"/>
              <a:t>Values in group are 1, regardless whether B=0 or 1</a:t>
            </a:r>
          </a:p>
          <a:p>
            <a:pPr lvl="1"/>
            <a:r>
              <a:rPr lang="en-GB" dirty="0"/>
              <a:t>Therefore, variable B has no effect on the value of the expression</a:t>
            </a:r>
          </a:p>
          <a:p>
            <a:pPr lvl="1"/>
            <a:r>
              <a:rPr lang="en-GB" dirty="0"/>
              <a:t>Can ignore B</a:t>
            </a:r>
          </a:p>
          <a:p>
            <a:pPr lvl="1"/>
            <a:r>
              <a:rPr lang="en-GB" dirty="0"/>
              <a:t>Leaves A and C as part of minimised term.</a:t>
            </a:r>
          </a:p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C5F42E-0296-D3B4-3615-BB2F7568758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3109685"/>
                <a:ext cx="5181600" cy="306727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The minimised term is of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For A=0 and C=1,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we would need to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=¬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 i.e.,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C5F42E-0296-D3B4-3615-BB2F75687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3109685"/>
                <a:ext cx="5181600" cy="3067278"/>
              </a:xfrm>
              <a:blipFill>
                <a:blip r:embed="rId2"/>
                <a:stretch>
                  <a:fillRect l="-1647" t="-4573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389855D2-114B-69BE-B64E-0C8CF6A996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211279"/>
              </p:ext>
            </p:extLst>
          </p:nvPr>
        </p:nvGraphicFramePr>
        <p:xfrm>
          <a:off x="3852511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8EC885-3E76-4306-E562-DEC5333915CE}"/>
              </a:ext>
            </a:extLst>
          </p:cNvPr>
          <p:cNvSpPr/>
          <p:nvPr/>
        </p:nvSpPr>
        <p:spPr>
          <a:xfrm>
            <a:off x="5909912" y="2377440"/>
            <a:ext cx="1366787" cy="29838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52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05F8-F7E4-149B-EEDC-545AEF80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can we ignore variables in group?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5EA263-A960-B615-ACF8-A17095A0A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Remember previous method to determine DNF expression</a:t>
                </a:r>
              </a:p>
              <a:p>
                <a:pPr lvl="1"/>
                <a:r>
                  <a:rPr lang="en-GB" dirty="0"/>
                  <a:t>Pick out 1s</a:t>
                </a:r>
              </a:p>
              <a:p>
                <a:pPr lvl="1"/>
                <a:r>
                  <a:rPr lang="en-GB" dirty="0"/>
                  <a:t>If variable is 1, the use as is, if 0 then invert</a:t>
                </a:r>
              </a:p>
              <a:p>
                <a:r>
                  <a:rPr lang="en-GB" dirty="0"/>
                  <a:t>So, for the blue group, first 1 gives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Second 1 gives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Combining gives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Simplifying gives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∧1=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So, B is not part of minimal term</a:t>
                </a:r>
              </a:p>
              <a:p>
                <a:r>
                  <a:rPr lang="en-GB" dirty="0"/>
                  <a:t>Similar for CNF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5EA263-A960-B615-ACF8-A17095A0A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547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0C1E6-0441-F8EA-FCFD-E5F54D3E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DNF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</p:spPr>
            <p:txBody>
              <a:bodyPr/>
              <a:lstStyle/>
              <a:p>
                <a:r>
                  <a:rPr lang="en-GB" dirty="0"/>
                  <a:t>For the orange group</a:t>
                </a:r>
              </a:p>
              <a:p>
                <a:pPr lvl="1"/>
                <a:r>
                  <a:rPr lang="en-GB" dirty="0"/>
                  <a:t>Regardless of whether C is 0 or 1, the map entry is 1</a:t>
                </a:r>
              </a:p>
              <a:p>
                <a:pPr lvl="2"/>
                <a:r>
                  <a:rPr lang="en-GB" dirty="0"/>
                  <a:t>Can ignore C</a:t>
                </a:r>
              </a:p>
              <a:p>
                <a:pPr lvl="1"/>
                <a:r>
                  <a:rPr lang="en-GB" dirty="0"/>
                  <a:t>A=1 and B=1, to make this 1 we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  <a:blipFill>
                <a:blip r:embed="rId2"/>
                <a:stretch>
                  <a:fillRect l="-986" t="-3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87159FD-8B1B-D57B-5A66-D63C84A66B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3464901"/>
              </p:ext>
            </p:extLst>
          </p:nvPr>
        </p:nvGraphicFramePr>
        <p:xfrm>
          <a:off x="3852511" y="191080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591B1C-30AB-6DF7-1C65-7C931C7A771F}"/>
              </a:ext>
            </a:extLst>
          </p:cNvPr>
          <p:cNvSpPr/>
          <p:nvPr/>
        </p:nvSpPr>
        <p:spPr>
          <a:xfrm>
            <a:off x="7007192" y="2762451"/>
            <a:ext cx="1366787" cy="29838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256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0C1E6-0441-F8EA-FCFD-E5F54D3E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DNF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</p:spPr>
            <p:txBody>
              <a:bodyPr/>
              <a:lstStyle/>
              <a:p>
                <a:endParaRPr lang="en-GB" dirty="0"/>
              </a:p>
              <a:p>
                <a:r>
                  <a:rPr lang="en-GB" dirty="0"/>
                  <a:t>Hence our minimised DNF form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∨(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  <a:blipFill>
                <a:blip r:embed="rId2"/>
                <a:stretch>
                  <a:fillRect l="-9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2E9267-6638-6352-F9BF-FFE66EC527B7}"/>
              </a:ext>
            </a:extLst>
          </p:cNvPr>
          <p:cNvSpPr/>
          <p:nvPr/>
        </p:nvSpPr>
        <p:spPr>
          <a:xfrm>
            <a:off x="5909912" y="2377440"/>
            <a:ext cx="1366787" cy="29838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591B1C-30AB-6DF7-1C65-7C931C7A771F}"/>
              </a:ext>
            </a:extLst>
          </p:cNvPr>
          <p:cNvSpPr/>
          <p:nvPr/>
        </p:nvSpPr>
        <p:spPr>
          <a:xfrm>
            <a:off x="7007192" y="2762451"/>
            <a:ext cx="1366787" cy="29838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911A5B-9299-907E-1461-D495CF37A4F5}"/>
              </a:ext>
            </a:extLst>
          </p:cNvPr>
          <p:cNvSpPr/>
          <p:nvPr/>
        </p:nvSpPr>
        <p:spPr>
          <a:xfrm>
            <a:off x="7007192" y="2377440"/>
            <a:ext cx="269507" cy="68339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7" name="Content Placeholder 9">
            <a:extLst>
              <a:ext uri="{FF2B5EF4-FFF2-40B4-BE49-F238E27FC236}">
                <a16:creationId xmlns:a16="http://schemas.microsoft.com/office/drawing/2014/main" id="{BDD5A261-1D6F-7E80-25E0-FC4C134517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464915"/>
              </p:ext>
            </p:extLst>
          </p:nvPr>
        </p:nvGraphicFramePr>
        <p:xfrm>
          <a:off x="3852511" y="191080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814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EC3268C3-9A2A-F442-D1E4-5AAEC89506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57539044"/>
              </p:ext>
            </p:extLst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17C0C1E6-0441-F8EA-FCFD-E5F54D3E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DNF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Circle adjacent or single 1’s </a:t>
                </a:r>
              </a:p>
              <a:p>
                <a:pPr lvl="1"/>
                <a:r>
                  <a:rPr lang="en-GB" dirty="0"/>
                  <a:t>Try to create largest groups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While we could circle each of the 1’s, we can create two groups of 2.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  <a:blipFill>
                <a:blip r:embed="rId2"/>
                <a:stretch>
                  <a:fillRect l="-986" t="-3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2E9267-6638-6352-F9BF-FFE66EC527B7}"/>
              </a:ext>
            </a:extLst>
          </p:cNvPr>
          <p:cNvSpPr/>
          <p:nvPr/>
        </p:nvSpPr>
        <p:spPr>
          <a:xfrm>
            <a:off x="6925912" y="2355975"/>
            <a:ext cx="1366787" cy="29838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911A5B-9299-907E-1461-D495CF37A4F5}"/>
              </a:ext>
            </a:extLst>
          </p:cNvPr>
          <p:cNvSpPr/>
          <p:nvPr/>
        </p:nvSpPr>
        <p:spPr>
          <a:xfrm>
            <a:off x="8023192" y="2405973"/>
            <a:ext cx="269507" cy="68339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09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0337-A244-BA9C-7F34-EF1959A0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DNF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7BB7-AC17-9CB3-D71A-8010D133D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285725"/>
            <a:ext cx="5181600" cy="306727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For the blue group:</a:t>
            </a:r>
          </a:p>
          <a:p>
            <a:r>
              <a:rPr lang="en-GB" dirty="0"/>
              <a:t>A=0, B=1, and C= 0 or 1 (two values of BC, 11 and 10)</a:t>
            </a:r>
          </a:p>
          <a:p>
            <a:r>
              <a:rPr lang="en-GB" dirty="0"/>
              <a:t>Values in group are 1, regardless whether C=0 or 1</a:t>
            </a:r>
          </a:p>
          <a:p>
            <a:pPr lvl="1"/>
            <a:r>
              <a:rPr lang="en-GB" dirty="0"/>
              <a:t>Therefore, variable C has no effect on the value of the expression</a:t>
            </a:r>
          </a:p>
          <a:p>
            <a:pPr lvl="1"/>
            <a:r>
              <a:rPr lang="en-GB" dirty="0"/>
              <a:t>Can ignore C</a:t>
            </a:r>
          </a:p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C5F42E-0296-D3B4-3615-BB2F7568758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3285724"/>
                <a:ext cx="5181600" cy="306727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The minimised term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C5F42E-0296-D3B4-3615-BB2F75687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3285724"/>
                <a:ext cx="5181600" cy="3067278"/>
              </a:xfrm>
              <a:blipFill>
                <a:blip r:embed="rId2"/>
                <a:stretch>
                  <a:fillRect l="-1765" t="-39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9">
            <a:extLst>
              <a:ext uri="{FF2B5EF4-FFF2-40B4-BE49-F238E27FC236}">
                <a16:creationId xmlns:a16="http://schemas.microsoft.com/office/drawing/2014/main" id="{CBFABF96-08C0-C486-3B90-53280EF494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792825"/>
              </p:ext>
            </p:extLst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41F6D5-66A8-538E-AF01-A695ED65FDAE}"/>
              </a:ext>
            </a:extLst>
          </p:cNvPr>
          <p:cNvSpPr/>
          <p:nvPr/>
        </p:nvSpPr>
        <p:spPr>
          <a:xfrm>
            <a:off x="6925912" y="2355975"/>
            <a:ext cx="1366787" cy="29838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0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0C1E6-0441-F8EA-FCFD-E5F54D3E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DNF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</p:spPr>
            <p:txBody>
              <a:bodyPr/>
              <a:lstStyle/>
              <a:p>
                <a:r>
                  <a:rPr lang="en-GB" dirty="0"/>
                  <a:t>For the green group</a:t>
                </a:r>
              </a:p>
              <a:p>
                <a:pPr lvl="1"/>
                <a:r>
                  <a:rPr lang="en-GB" dirty="0"/>
                  <a:t>Regardless of whether A is 0 or 1, the map entry is 1</a:t>
                </a:r>
              </a:p>
              <a:p>
                <a:pPr lvl="2"/>
                <a:r>
                  <a:rPr lang="en-GB" dirty="0"/>
                  <a:t>Can ignore A</a:t>
                </a:r>
              </a:p>
              <a:p>
                <a:pPr lvl="1"/>
                <a:r>
                  <a:rPr lang="en-GB" dirty="0"/>
                  <a:t>B=1 and C=0, to make this 1 we would need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  <a:blipFill>
                <a:blip r:embed="rId2"/>
                <a:stretch>
                  <a:fillRect l="-986" t="-3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140C6553-C902-6A45-E360-9CCAF876BF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546618"/>
              </p:ext>
            </p:extLst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E7ED70-F9CF-922A-13CB-6BDC833DBE2C}"/>
              </a:ext>
            </a:extLst>
          </p:cNvPr>
          <p:cNvSpPr/>
          <p:nvPr/>
        </p:nvSpPr>
        <p:spPr>
          <a:xfrm>
            <a:off x="8023192" y="2405973"/>
            <a:ext cx="269507" cy="68339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09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0C1E6-0441-F8EA-FCFD-E5F54D3E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DNF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</p:spPr>
            <p:txBody>
              <a:bodyPr/>
              <a:lstStyle/>
              <a:p>
                <a:endParaRPr lang="en-GB" dirty="0"/>
              </a:p>
              <a:p>
                <a:r>
                  <a:rPr lang="en-GB" dirty="0"/>
                  <a:t>Hence our minimised DNF form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∨(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047E126-D3E2-C9B8-BC46-2A6BC40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3339965"/>
                <a:ext cx="10515599" cy="2836997"/>
              </a:xfrm>
              <a:blipFill>
                <a:blip r:embed="rId2"/>
                <a:stretch>
                  <a:fillRect l="-9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241EF3F8-962E-1DBC-95B3-70C3892DCB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66527595"/>
              </p:ext>
            </p:extLst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52EF14-5D3F-CF62-EE17-96CA29C14458}"/>
              </a:ext>
            </a:extLst>
          </p:cNvPr>
          <p:cNvSpPr/>
          <p:nvPr/>
        </p:nvSpPr>
        <p:spPr>
          <a:xfrm>
            <a:off x="6925912" y="2355975"/>
            <a:ext cx="1366787" cy="29838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55A024-3C2A-DDF2-B1E6-D3A120367EF2}"/>
              </a:ext>
            </a:extLst>
          </p:cNvPr>
          <p:cNvSpPr/>
          <p:nvPr/>
        </p:nvSpPr>
        <p:spPr>
          <a:xfrm>
            <a:off x="8023192" y="2405973"/>
            <a:ext cx="269507" cy="68339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73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05F8-F7E4-149B-EEDC-545AEF80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can we use the overlapping one twice in minimisation?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5EA263-A960-B615-ACF8-A17095A0A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Remember previous method to determine DNF expression</a:t>
                </a:r>
              </a:p>
              <a:p>
                <a:pPr lvl="1"/>
                <a:r>
                  <a:rPr lang="en-GB" dirty="0"/>
                  <a:t>Pick out 1s</a:t>
                </a:r>
              </a:p>
              <a:p>
                <a:pPr lvl="1"/>
                <a:r>
                  <a:rPr lang="en-GB" dirty="0"/>
                  <a:t>If variable is 1, the use as is, if 0 then invert</a:t>
                </a:r>
              </a:p>
              <a:p>
                <a:r>
                  <a:rPr lang="en-GB" dirty="0"/>
                  <a:t>First 1 gives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Second 1 gives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Third 1 give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  <a:p>
                <a:r>
                  <a:rPr lang="en-GB" dirty="0"/>
                  <a:t>Combining gives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Simplifying gives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!!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5EA263-A960-B615-ACF8-A17095A0A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224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A766-3FCB-CB8B-72A2-38156A11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However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5EA85-7EFB-BD41-8BCF-A7D3E040A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Remember the algebraic law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Simplifying gives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)∧(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∨(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)∧(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Gives the same result as map</a:t>
                </a:r>
              </a:p>
              <a:p>
                <a:r>
                  <a:rPr lang="en-GB" dirty="0"/>
                  <a:t>More complicated derivation than using map!</a:t>
                </a:r>
              </a:p>
              <a:p>
                <a:pPr lvl="1"/>
                <a:r>
                  <a:rPr lang="en-GB" dirty="0"/>
                  <a:t>Also, map tells you exactly which terms can be repeated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5EA85-7EFB-BD41-8BCF-A7D3E040A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263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DNF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8DDA-DE21-9C95-45B7-F619D1032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4195763"/>
            <a:ext cx="10515599" cy="1981200"/>
          </a:xfrm>
        </p:spPr>
        <p:txBody>
          <a:bodyPr/>
          <a:lstStyle/>
          <a:p>
            <a:r>
              <a:rPr lang="en-GB" dirty="0"/>
              <a:t>Enclose groups of 1’s</a:t>
            </a:r>
          </a:p>
          <a:p>
            <a:r>
              <a:rPr lang="en-GB" dirty="0"/>
              <a:t>Note largest groups of adjacent 1’s are group of 8 and group of 2.</a:t>
            </a:r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B433F553-B75C-F9F5-321B-978F5A0C28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07767368"/>
              </p:ext>
            </p:extLst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65E250-C8FA-8A0A-906E-3EE2C6A50368}"/>
              </a:ext>
            </a:extLst>
          </p:cNvPr>
          <p:cNvSpPr/>
          <p:nvPr/>
        </p:nvSpPr>
        <p:spPr>
          <a:xfrm>
            <a:off x="6566035" y="2380724"/>
            <a:ext cx="1511167" cy="148863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12B8E625-40F9-D2B8-A5AA-A31431C211E3}"/>
              </a:ext>
            </a:extLst>
          </p:cNvPr>
          <p:cNvSpPr/>
          <p:nvPr/>
        </p:nvSpPr>
        <p:spPr>
          <a:xfrm>
            <a:off x="4649002" y="3205213"/>
            <a:ext cx="163630" cy="327259"/>
          </a:xfrm>
          <a:prstGeom prst="rightBracket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02C3E077-F09C-8A02-6FC8-83091276A761}"/>
              </a:ext>
            </a:extLst>
          </p:cNvPr>
          <p:cNvSpPr/>
          <p:nvPr/>
        </p:nvSpPr>
        <p:spPr>
          <a:xfrm>
            <a:off x="7613583" y="3205213"/>
            <a:ext cx="463619" cy="327259"/>
          </a:xfrm>
          <a:prstGeom prst="leftBracket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65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DNF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68166" y="4214260"/>
                <a:ext cx="10515599" cy="1981200"/>
              </a:xfrm>
            </p:spPr>
            <p:txBody>
              <a:bodyPr/>
              <a:lstStyle/>
              <a:p>
                <a:r>
                  <a:rPr lang="en-GB" dirty="0"/>
                  <a:t>Blue group</a:t>
                </a:r>
              </a:p>
              <a:p>
                <a:pPr lvl="1"/>
                <a:r>
                  <a:rPr lang="en-GB" dirty="0"/>
                  <a:t>A = 1, B = 1, C = 0 or 1, D = 0</a:t>
                </a:r>
              </a:p>
              <a:p>
                <a:pPr lvl="1"/>
                <a:r>
                  <a:rPr lang="en-GB" dirty="0"/>
                  <a:t>Independent of C</a:t>
                </a:r>
              </a:p>
              <a:p>
                <a:pPr lvl="1"/>
                <a:r>
                  <a:rPr lang="en-GB" dirty="0"/>
                  <a:t>A = 1, B = 1, D =0, so term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68166" y="4214260"/>
                <a:ext cx="10515599" cy="1981200"/>
              </a:xfrm>
              <a:blipFill>
                <a:blip r:embed="rId2"/>
                <a:stretch>
                  <a:fillRect l="-1043" t="-4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ket 3">
            <a:extLst>
              <a:ext uri="{FF2B5EF4-FFF2-40B4-BE49-F238E27FC236}">
                <a16:creationId xmlns:a16="http://schemas.microsoft.com/office/drawing/2014/main" id="{C8297004-EDCB-5FF0-52F6-60138AB64A70}"/>
              </a:ext>
            </a:extLst>
          </p:cNvPr>
          <p:cNvSpPr/>
          <p:nvPr/>
        </p:nvSpPr>
        <p:spPr>
          <a:xfrm>
            <a:off x="4649002" y="3205213"/>
            <a:ext cx="163630" cy="327259"/>
          </a:xfrm>
          <a:prstGeom prst="rightBracket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49199B0F-2881-7DA1-63A3-AAD620B6537A}"/>
              </a:ext>
            </a:extLst>
          </p:cNvPr>
          <p:cNvSpPr/>
          <p:nvPr/>
        </p:nvSpPr>
        <p:spPr>
          <a:xfrm>
            <a:off x="7613583" y="3205213"/>
            <a:ext cx="463619" cy="327259"/>
          </a:xfrm>
          <a:prstGeom prst="leftBracket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72425E51-CD12-A5B0-493F-E54BB81A3F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9974353"/>
              </p:ext>
            </p:extLst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822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DNF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8DDA-DE21-9C95-45B7-F619D1032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4195763"/>
            <a:ext cx="10515599" cy="1981200"/>
          </a:xfrm>
        </p:spPr>
        <p:txBody>
          <a:bodyPr/>
          <a:lstStyle/>
          <a:p>
            <a:r>
              <a:rPr lang="en-GB" dirty="0"/>
              <a:t>Orange group</a:t>
            </a:r>
          </a:p>
          <a:p>
            <a:pPr lvl="1"/>
            <a:r>
              <a:rPr lang="en-GB" dirty="0"/>
              <a:t>A = 0 or 1, B = 0 or 1, C = 1, D = 0 or 1.</a:t>
            </a:r>
          </a:p>
          <a:p>
            <a:pPr lvl="1"/>
            <a:r>
              <a:rPr lang="en-GB" dirty="0"/>
              <a:t>Value is 1 independent of A, B and D input.</a:t>
            </a:r>
          </a:p>
          <a:p>
            <a:pPr lvl="1"/>
            <a:r>
              <a:rPr lang="en-GB" dirty="0"/>
              <a:t>C=1, so term is 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65E250-C8FA-8A0A-906E-3EE2C6A50368}"/>
              </a:ext>
            </a:extLst>
          </p:cNvPr>
          <p:cNvSpPr/>
          <p:nvPr/>
        </p:nvSpPr>
        <p:spPr>
          <a:xfrm>
            <a:off x="6566035" y="2380724"/>
            <a:ext cx="1511167" cy="148863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Content Placeholder 9">
            <a:extLst>
              <a:ext uri="{FF2B5EF4-FFF2-40B4-BE49-F238E27FC236}">
                <a16:creationId xmlns:a16="http://schemas.microsoft.com/office/drawing/2014/main" id="{35A85B5A-FC61-7214-E6E4-816006A2A40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9974353"/>
              </p:ext>
            </p:extLst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335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DNF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</p:spPr>
            <p:txBody>
              <a:bodyPr/>
              <a:lstStyle/>
              <a:p>
                <a:r>
                  <a:rPr lang="en-GB" dirty="0"/>
                  <a:t>DNF: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  <a:blipFill>
                <a:blip r:embed="rId2"/>
                <a:stretch>
                  <a:fillRect l="-986" t="-4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65E250-C8FA-8A0A-906E-3EE2C6A50368}"/>
              </a:ext>
            </a:extLst>
          </p:cNvPr>
          <p:cNvSpPr/>
          <p:nvPr/>
        </p:nvSpPr>
        <p:spPr>
          <a:xfrm>
            <a:off x="6566035" y="2380724"/>
            <a:ext cx="1511167" cy="148863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204E740C-44F6-CD62-5B45-B98F277B26BF}"/>
              </a:ext>
            </a:extLst>
          </p:cNvPr>
          <p:cNvSpPr/>
          <p:nvPr/>
        </p:nvSpPr>
        <p:spPr>
          <a:xfrm>
            <a:off x="4649002" y="3205213"/>
            <a:ext cx="163630" cy="327259"/>
          </a:xfrm>
          <a:prstGeom prst="rightBracket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7159ED79-C329-7D33-5E02-65047B15294C}"/>
              </a:ext>
            </a:extLst>
          </p:cNvPr>
          <p:cNvSpPr/>
          <p:nvPr/>
        </p:nvSpPr>
        <p:spPr>
          <a:xfrm>
            <a:off x="7613583" y="3205213"/>
            <a:ext cx="463619" cy="327259"/>
          </a:xfrm>
          <a:prstGeom prst="leftBracket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43947708-4911-5379-4861-EBD083F2C5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9974353"/>
              </p:ext>
            </p:extLst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289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8EC5-D8F3-2A61-83B1-331CCA5CF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24362-C99D-3E7C-D133-8A28F57B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Minimize the Boolean expressions represented by the following Karnaugh Maps in DNF form: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 </a:t>
            </a:r>
          </a:p>
        </p:txBody>
      </p:sp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0D506219-93AF-75C7-7E7E-C374442180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1928338"/>
              </p:ext>
            </p:extLst>
          </p:nvPr>
        </p:nvGraphicFramePr>
        <p:xfrm>
          <a:off x="1511969" y="2812574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graphicFrame>
        <p:nvGraphicFramePr>
          <p:cNvPr id="6" name="Content Placeholder 9">
            <a:extLst>
              <a:ext uri="{FF2B5EF4-FFF2-40B4-BE49-F238E27FC236}">
                <a16:creationId xmlns:a16="http://schemas.microsoft.com/office/drawing/2014/main" id="{62E9D9E4-AC03-5E3D-8898-C973CB9BC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65640"/>
              </p:ext>
            </p:extLst>
          </p:nvPr>
        </p:nvGraphicFramePr>
        <p:xfrm>
          <a:off x="1511968" y="4330700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R>
                      <a:noFill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R>
                      <a:noFill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R>
                      <a:noFill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593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744C5-C67B-91BD-95BE-D968AB39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Minimising Using Karnaugh Maps (CNF)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55C27-6412-BE0E-C771-22D9CF9074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Look for adjacent or single 0’s in map</a:t>
                </a:r>
              </a:p>
              <a:p>
                <a:pPr lvl="1"/>
                <a:r>
                  <a:rPr lang="en-GB" dirty="0"/>
                  <a:t>Same process as for grouping 1’s in DNF</a:t>
                </a:r>
              </a:p>
              <a:p>
                <a:r>
                  <a:rPr lang="en-GB" dirty="0"/>
                  <a:t>Determine which variables have no impact on group</a:t>
                </a:r>
              </a:p>
              <a:p>
                <a:pPr lvl="1"/>
                <a:r>
                  <a:rPr lang="en-GB" dirty="0"/>
                  <a:t>The value in the map stays the same whether the variable is 0 or 1</a:t>
                </a:r>
              </a:p>
              <a:p>
                <a:pPr lvl="1"/>
                <a:r>
                  <a:rPr lang="en-GB" dirty="0"/>
                  <a:t>Ignore that variable</a:t>
                </a:r>
              </a:p>
              <a:p>
                <a:r>
                  <a:rPr lang="en-GB" dirty="0"/>
                  <a:t>For remaining inputs provide an OR term which evaluates to 0</a:t>
                </a:r>
              </a:p>
              <a:p>
                <a:pPr lvl="1"/>
                <a:r>
                  <a:rPr lang="en-GB" dirty="0"/>
                  <a:t>If variable value for group is 0, use as is. 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is variable in term</a:t>
                </a:r>
              </a:p>
              <a:p>
                <a:pPr lvl="1"/>
                <a:r>
                  <a:rPr lang="en-GB" dirty="0"/>
                  <a:t>If variable value for group is 1, negate. 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is variable in term</a:t>
                </a:r>
              </a:p>
              <a:p>
                <a:pPr lvl="1"/>
                <a:r>
                  <a:rPr lang="en-GB" dirty="0"/>
                  <a:t>Term is an OR, 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would give the term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Terms are joined together by AND.</a:t>
                </a:r>
              </a:p>
              <a:p>
                <a:pPr lvl="1"/>
                <a:r>
                  <a:rPr lang="en-GB" dirty="0"/>
                  <a:t>E.g., term from group 1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, term from group 2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, term from group 3 is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Hence, minimised expression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55C27-6412-BE0E-C771-22D9CF907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063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7B3B0F24-7FE2-879B-0499-78993F3DABE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505202" y="2023711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CNF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15A96-0852-D39C-50AB-7A580B96F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744227"/>
            <a:ext cx="10515600" cy="2432736"/>
          </a:xfrm>
        </p:spPr>
        <p:txBody>
          <a:bodyPr/>
          <a:lstStyle/>
          <a:p>
            <a:r>
              <a:rPr lang="en-GB" dirty="0"/>
              <a:t>Circle adjacent or single 0’s</a:t>
            </a:r>
          </a:p>
          <a:p>
            <a:pPr lvl="1"/>
            <a:r>
              <a:rPr lang="en-GB" dirty="0"/>
              <a:t>Might seem like top right 0 is single.</a:t>
            </a:r>
          </a:p>
          <a:p>
            <a:pPr lvl="1"/>
            <a:r>
              <a:rPr lang="en-GB" dirty="0"/>
              <a:t>However, it wraps to the top left 0 to create a group of 2. </a:t>
            </a:r>
          </a:p>
          <a:p>
            <a:r>
              <a:rPr lang="en-GB" dirty="0"/>
              <a:t>Blue and green groups covers all zeroes.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86F3720E-341A-4849-9ADF-F3B8B9CB7888}"/>
              </a:ext>
            </a:extLst>
          </p:cNvPr>
          <p:cNvSpPr/>
          <p:nvPr/>
        </p:nvSpPr>
        <p:spPr>
          <a:xfrm>
            <a:off x="4523874" y="2492943"/>
            <a:ext cx="288758" cy="250257"/>
          </a:xfrm>
          <a:prstGeom prst="rightBracke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029249EC-2FF1-D752-1171-E01DBB935E0C}"/>
              </a:ext>
            </a:extLst>
          </p:cNvPr>
          <p:cNvSpPr/>
          <p:nvPr/>
        </p:nvSpPr>
        <p:spPr>
          <a:xfrm>
            <a:off x="7613583" y="2492943"/>
            <a:ext cx="442762" cy="250257"/>
          </a:xfrm>
          <a:prstGeom prst="leftBracke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A4C290-9362-CBA4-126A-599D0DC43C0B}"/>
              </a:ext>
            </a:extLst>
          </p:cNvPr>
          <p:cNvSpPr/>
          <p:nvPr/>
        </p:nvSpPr>
        <p:spPr>
          <a:xfrm>
            <a:off x="4523874" y="2492943"/>
            <a:ext cx="442762" cy="635268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E6AC59-751A-3126-E50C-1E267802530E}"/>
              </a:ext>
            </a:extLst>
          </p:cNvPr>
          <p:cNvSpPr/>
          <p:nvPr/>
        </p:nvSpPr>
        <p:spPr>
          <a:xfrm>
            <a:off x="4523874" y="2877954"/>
            <a:ext cx="1366787" cy="250257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70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40510F89-01DF-5908-C4FB-25EB357D526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505202" y="2023711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CNF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For blue group:</a:t>
                </a:r>
              </a:p>
              <a:p>
                <a:pPr lvl="1"/>
                <a:r>
                  <a:rPr lang="en-GB" dirty="0"/>
                  <a:t>B has no effect on map entry values in group, 0 if B=0 or B=1</a:t>
                </a:r>
              </a:p>
              <a:p>
                <a:r>
                  <a:rPr lang="en-GB" dirty="0"/>
                  <a:t>For CNF, each minimised term is of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For the values of A &amp; C in the blue group:</a:t>
                </a:r>
              </a:p>
              <a:p>
                <a:pPr lvl="1"/>
                <a:r>
                  <a:rPr lang="en-GB" dirty="0"/>
                  <a:t>To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then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0∨0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we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i="1" dirty="0"/>
                  <a:t>.</a:t>
                </a:r>
              </a:p>
              <a:p>
                <a:pPr lvl="1"/>
                <a:r>
                  <a:rPr lang="en-GB" dirty="0"/>
                  <a:t>Hence, minimised term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  <a:blipFill>
                <a:blip r:embed="rId2"/>
                <a:stretch>
                  <a:fillRect l="-928" t="-6266" b="-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ket 6">
            <a:extLst>
              <a:ext uri="{FF2B5EF4-FFF2-40B4-BE49-F238E27FC236}">
                <a16:creationId xmlns:a16="http://schemas.microsoft.com/office/drawing/2014/main" id="{86F3720E-341A-4849-9ADF-F3B8B9CB7888}"/>
              </a:ext>
            </a:extLst>
          </p:cNvPr>
          <p:cNvSpPr/>
          <p:nvPr/>
        </p:nvSpPr>
        <p:spPr>
          <a:xfrm>
            <a:off x="4523874" y="2492943"/>
            <a:ext cx="288758" cy="250257"/>
          </a:xfrm>
          <a:prstGeom prst="rightBracke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029249EC-2FF1-D752-1171-E01DBB935E0C}"/>
              </a:ext>
            </a:extLst>
          </p:cNvPr>
          <p:cNvSpPr/>
          <p:nvPr/>
        </p:nvSpPr>
        <p:spPr>
          <a:xfrm>
            <a:off x="7613583" y="2492943"/>
            <a:ext cx="442762" cy="250257"/>
          </a:xfrm>
          <a:prstGeom prst="leftBracke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8033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31A5B458-BA9B-86C3-90E7-49239B4471D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505202" y="2023711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CNF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</p:spPr>
            <p:txBody>
              <a:bodyPr/>
              <a:lstStyle/>
              <a:p>
                <a:r>
                  <a:rPr lang="en-GB" dirty="0"/>
                  <a:t>For green group: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Map entry has values of 0 regardless whether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. Ignore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Therefore, to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we 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So, minimised term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  <a:blipFill>
                <a:blip r:embed="rId2"/>
                <a:stretch>
                  <a:fillRect l="-1043" t="-4010" b="-35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E6AC59-751A-3126-E50C-1E267802530E}"/>
              </a:ext>
            </a:extLst>
          </p:cNvPr>
          <p:cNvSpPr/>
          <p:nvPr/>
        </p:nvSpPr>
        <p:spPr>
          <a:xfrm>
            <a:off x="4523874" y="2877954"/>
            <a:ext cx="1366787" cy="250257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52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23A8F741-69A2-C750-04A9-3F1B97FBCAF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505202" y="2023711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CNF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</p:spPr>
            <p:txBody>
              <a:bodyPr/>
              <a:lstStyle/>
              <a:p>
                <a:r>
                  <a:rPr lang="en-GB" dirty="0"/>
                  <a:t>Hence our minimised CNF form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∧(¬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  <a:blipFill>
                <a:blip r:embed="rId2"/>
                <a:stretch>
                  <a:fillRect l="-1043" t="-4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ket 6">
            <a:extLst>
              <a:ext uri="{FF2B5EF4-FFF2-40B4-BE49-F238E27FC236}">
                <a16:creationId xmlns:a16="http://schemas.microsoft.com/office/drawing/2014/main" id="{86F3720E-341A-4849-9ADF-F3B8B9CB7888}"/>
              </a:ext>
            </a:extLst>
          </p:cNvPr>
          <p:cNvSpPr/>
          <p:nvPr/>
        </p:nvSpPr>
        <p:spPr>
          <a:xfrm>
            <a:off x="4523874" y="2492943"/>
            <a:ext cx="288758" cy="250257"/>
          </a:xfrm>
          <a:prstGeom prst="rightBracke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029249EC-2FF1-D752-1171-E01DBB935E0C}"/>
              </a:ext>
            </a:extLst>
          </p:cNvPr>
          <p:cNvSpPr/>
          <p:nvPr/>
        </p:nvSpPr>
        <p:spPr>
          <a:xfrm>
            <a:off x="7613583" y="2492943"/>
            <a:ext cx="442762" cy="250257"/>
          </a:xfrm>
          <a:prstGeom prst="leftBracke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A4C290-9362-CBA4-126A-599D0DC43C0B}"/>
              </a:ext>
            </a:extLst>
          </p:cNvPr>
          <p:cNvSpPr/>
          <p:nvPr/>
        </p:nvSpPr>
        <p:spPr>
          <a:xfrm>
            <a:off x="4523874" y="2492943"/>
            <a:ext cx="442762" cy="635268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E6AC59-751A-3126-E50C-1E267802530E}"/>
              </a:ext>
            </a:extLst>
          </p:cNvPr>
          <p:cNvSpPr/>
          <p:nvPr/>
        </p:nvSpPr>
        <p:spPr>
          <a:xfrm>
            <a:off x="4523874" y="2877954"/>
            <a:ext cx="1366787" cy="250257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880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7BF87986-87A6-6561-376D-7CAACC968B6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CNF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15A96-0852-D39C-50AB-7A580B96F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744227"/>
            <a:ext cx="10515600" cy="2432736"/>
          </a:xfrm>
          <a:noFill/>
        </p:spPr>
        <p:txBody>
          <a:bodyPr/>
          <a:lstStyle/>
          <a:p>
            <a:r>
              <a:rPr lang="en-GB" dirty="0"/>
              <a:t>Circle adjacent or single 0’s</a:t>
            </a:r>
          </a:p>
          <a:p>
            <a:pPr lvl="1"/>
            <a:r>
              <a:rPr lang="en-GB" dirty="0"/>
              <a:t>Might seem like furthest right 0 is single.</a:t>
            </a:r>
          </a:p>
          <a:p>
            <a:pPr lvl="1"/>
            <a:r>
              <a:rPr lang="en-GB" dirty="0"/>
              <a:t>However, it can be made part of a group of 2 by overlapping.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0427F1-491F-5F89-EDE9-0392BD639C7C}"/>
              </a:ext>
            </a:extLst>
          </p:cNvPr>
          <p:cNvSpPr/>
          <p:nvPr/>
        </p:nvSpPr>
        <p:spPr>
          <a:xfrm>
            <a:off x="4907280" y="2325229"/>
            <a:ext cx="1361440" cy="78445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ACF00F-DFBC-7CE7-9DE4-700DB37120F7}"/>
              </a:ext>
            </a:extLst>
          </p:cNvPr>
          <p:cNvSpPr/>
          <p:nvPr/>
        </p:nvSpPr>
        <p:spPr>
          <a:xfrm>
            <a:off x="5872480" y="2722880"/>
            <a:ext cx="1361440" cy="386806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17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CNF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For blue group:</a:t>
                </a:r>
              </a:p>
              <a:p>
                <a:pPr lvl="1"/>
                <a:r>
                  <a:rPr lang="en-GB" dirty="0"/>
                  <a:t>A has no effect on map entry, values in group, 0 if A=0 or A=1. Ignore A</a:t>
                </a:r>
              </a:p>
              <a:p>
                <a:pPr lvl="1"/>
                <a:r>
                  <a:rPr lang="en-GB" dirty="0"/>
                  <a:t>C has no effect on map entry, values in group, 0 if C=0 or C=1. Ignore C.</a:t>
                </a:r>
              </a:p>
              <a:p>
                <a:r>
                  <a:rPr lang="en-GB" dirty="0"/>
                  <a:t>For blue group, B=0. Therefore, to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we 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 Hence, term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  <a:blipFill>
                <a:blip r:embed="rId2"/>
                <a:stretch>
                  <a:fillRect l="-1043" t="-4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1529ED89-4520-E648-37DC-E27FF4E5563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B393A9-BF63-96B9-A48E-2DC4C0AA60B5}"/>
              </a:ext>
            </a:extLst>
          </p:cNvPr>
          <p:cNvSpPr/>
          <p:nvPr/>
        </p:nvSpPr>
        <p:spPr>
          <a:xfrm>
            <a:off x="4907280" y="2325229"/>
            <a:ext cx="1361440" cy="78445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052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CNF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For orange group: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Map entry has values of 0 regardless whether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. Ignore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and C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. Therefore, to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we 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So, minimised term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  <a:blipFill>
                <a:blip r:embed="rId2"/>
                <a:stretch>
                  <a:fillRect l="-1043" t="-4010" b="-35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34DFBFC6-A209-A8FE-C125-5FD7A9C1D00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FA9363-7E75-AAA2-EF1F-ACFFEF6BEA39}"/>
              </a:ext>
            </a:extLst>
          </p:cNvPr>
          <p:cNvSpPr/>
          <p:nvPr/>
        </p:nvSpPr>
        <p:spPr>
          <a:xfrm>
            <a:off x="5872480" y="2722880"/>
            <a:ext cx="1361440" cy="386806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4563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2766-0F21-C7F4-09E7-CF3EFB57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CNF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</p:spPr>
            <p:txBody>
              <a:bodyPr/>
              <a:lstStyle/>
              <a:p>
                <a:r>
                  <a:rPr lang="en-GB" dirty="0"/>
                  <a:t>Hence our minimised CNF form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∧(¬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∨¬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15A96-0852-D39C-50AB-7A580B96F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744227"/>
                <a:ext cx="10515600" cy="2432736"/>
              </a:xfrm>
              <a:blipFill>
                <a:blip r:embed="rId2"/>
                <a:stretch>
                  <a:fillRect l="-1043" t="-4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6437AAEC-215C-0670-93F1-A8D30E422E3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830322" y="1920966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E2A140-25EC-2386-8ED3-DEEF550EF876}"/>
              </a:ext>
            </a:extLst>
          </p:cNvPr>
          <p:cNvSpPr/>
          <p:nvPr/>
        </p:nvSpPr>
        <p:spPr>
          <a:xfrm>
            <a:off x="4907280" y="2325229"/>
            <a:ext cx="1361440" cy="78445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476FCB-E5F7-C63B-A45F-4ED0154FEFCF}"/>
              </a:ext>
            </a:extLst>
          </p:cNvPr>
          <p:cNvSpPr/>
          <p:nvPr/>
        </p:nvSpPr>
        <p:spPr>
          <a:xfrm>
            <a:off x="5872480" y="2722880"/>
            <a:ext cx="1361440" cy="386806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408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1C1F4769-EB90-679A-C211-5596AFA1E45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CNF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8DDA-DE21-9C95-45B7-F619D1032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4195763"/>
            <a:ext cx="10515599" cy="1981200"/>
          </a:xfrm>
        </p:spPr>
        <p:txBody>
          <a:bodyPr/>
          <a:lstStyle/>
          <a:p>
            <a:r>
              <a:rPr lang="en-GB" dirty="0"/>
              <a:t>Enclose groups of 0’s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A24212-473E-3D0E-C0AA-04F849BEDDCA}"/>
              </a:ext>
            </a:extLst>
          </p:cNvPr>
          <p:cNvSpPr/>
          <p:nvPr/>
        </p:nvSpPr>
        <p:spPr>
          <a:xfrm>
            <a:off x="4504623" y="2406316"/>
            <a:ext cx="1405289" cy="76039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AC3F2B-BD65-7E33-A7C8-5805ABBD8662}"/>
              </a:ext>
            </a:extLst>
          </p:cNvPr>
          <p:cNvSpPr/>
          <p:nvPr/>
        </p:nvSpPr>
        <p:spPr>
          <a:xfrm>
            <a:off x="5505651" y="2406316"/>
            <a:ext cx="404261" cy="146304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7DD230C2-C5AD-5D62-EF66-A35FC123316F}"/>
              </a:ext>
            </a:extLst>
          </p:cNvPr>
          <p:cNvSpPr/>
          <p:nvPr/>
        </p:nvSpPr>
        <p:spPr>
          <a:xfrm rot="16200000">
            <a:off x="5041308" y="3074469"/>
            <a:ext cx="331920" cy="1405290"/>
          </a:xfrm>
          <a:prstGeom prst="rightBracket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871BAFF9-F5D3-0596-3B0E-4A988F79C765}"/>
              </a:ext>
            </a:extLst>
          </p:cNvPr>
          <p:cNvSpPr/>
          <p:nvPr/>
        </p:nvSpPr>
        <p:spPr>
          <a:xfrm rot="5400000">
            <a:off x="5053072" y="1917909"/>
            <a:ext cx="331920" cy="1405290"/>
          </a:xfrm>
          <a:prstGeom prst="rightBracket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57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CNF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</p:spPr>
            <p:txBody>
              <a:bodyPr/>
              <a:lstStyle/>
              <a:p>
                <a:r>
                  <a:rPr lang="en-GB" dirty="0"/>
                  <a:t>Blue group</a:t>
                </a:r>
              </a:p>
              <a:p>
                <a:pPr lvl="1"/>
                <a:r>
                  <a:rPr lang="en-GB" dirty="0"/>
                  <a:t>Stays zero independent of B or D</a:t>
                </a:r>
              </a:p>
              <a:p>
                <a:pPr lvl="1"/>
                <a:r>
                  <a:rPr lang="en-GB" dirty="0"/>
                  <a:t>For group, A=0, C=0. Hence, term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  <a:blipFill>
                <a:blip r:embed="rId2"/>
                <a:stretch>
                  <a:fillRect l="-986" t="-4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A24212-473E-3D0E-C0AA-04F849BEDDCA}"/>
              </a:ext>
            </a:extLst>
          </p:cNvPr>
          <p:cNvSpPr/>
          <p:nvPr/>
        </p:nvSpPr>
        <p:spPr>
          <a:xfrm>
            <a:off x="4504623" y="2406316"/>
            <a:ext cx="1405289" cy="76039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7" name="Content Placeholder 9">
            <a:extLst>
              <a:ext uri="{FF2B5EF4-FFF2-40B4-BE49-F238E27FC236}">
                <a16:creationId xmlns:a16="http://schemas.microsoft.com/office/drawing/2014/main" id="{743E3E59-335D-76CD-3347-BB3571279F7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488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CNF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</p:spPr>
            <p:txBody>
              <a:bodyPr/>
              <a:lstStyle/>
              <a:p>
                <a:r>
                  <a:rPr lang="en-GB" dirty="0"/>
                  <a:t>Orange group</a:t>
                </a:r>
              </a:p>
              <a:p>
                <a:pPr lvl="1"/>
                <a:r>
                  <a:rPr lang="en-GB" dirty="0"/>
                  <a:t>Stays zero independent of A or B</a:t>
                </a:r>
              </a:p>
              <a:p>
                <a:pPr lvl="1"/>
                <a:r>
                  <a:rPr lang="en-GB" dirty="0"/>
                  <a:t>For group C=0, D=1. Hence, term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  <a:blipFill>
                <a:blip r:embed="rId2"/>
                <a:stretch>
                  <a:fillRect l="-986" t="-4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AC3F2B-BD65-7E33-A7C8-5805ABBD8662}"/>
              </a:ext>
            </a:extLst>
          </p:cNvPr>
          <p:cNvSpPr/>
          <p:nvPr/>
        </p:nvSpPr>
        <p:spPr>
          <a:xfrm>
            <a:off x="5505651" y="2406316"/>
            <a:ext cx="404261" cy="146304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7" name="Content Placeholder 9">
            <a:extLst>
              <a:ext uri="{FF2B5EF4-FFF2-40B4-BE49-F238E27FC236}">
                <a16:creationId xmlns:a16="http://schemas.microsoft.com/office/drawing/2014/main" id="{C00ADC91-B497-224B-057D-8391FC1A31A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694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9">
            <a:extLst>
              <a:ext uri="{FF2B5EF4-FFF2-40B4-BE49-F238E27FC236}">
                <a16:creationId xmlns:a16="http://schemas.microsoft.com/office/drawing/2014/main" id="{47F0C759-0F20-3099-1354-BB343DD2197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CNF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</p:spPr>
            <p:txBody>
              <a:bodyPr/>
              <a:lstStyle/>
              <a:p>
                <a:r>
                  <a:rPr lang="en-GB" dirty="0"/>
                  <a:t>Green group</a:t>
                </a:r>
              </a:p>
              <a:p>
                <a:pPr lvl="1"/>
                <a:r>
                  <a:rPr lang="en-GB" dirty="0"/>
                  <a:t>Stays zero independent of A &amp; D</a:t>
                </a:r>
              </a:p>
              <a:p>
                <a:pPr lvl="1"/>
                <a:r>
                  <a:rPr lang="en-GB" dirty="0"/>
                  <a:t>For group, B=0, C=0. Hence, term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  <a:blipFill>
                <a:blip r:embed="rId2"/>
                <a:stretch>
                  <a:fillRect l="-986" t="-4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ket 10">
            <a:extLst>
              <a:ext uri="{FF2B5EF4-FFF2-40B4-BE49-F238E27FC236}">
                <a16:creationId xmlns:a16="http://schemas.microsoft.com/office/drawing/2014/main" id="{A199D9A4-EBC6-24D8-77B8-4E50D3A97CCF}"/>
              </a:ext>
            </a:extLst>
          </p:cNvPr>
          <p:cNvSpPr/>
          <p:nvPr/>
        </p:nvSpPr>
        <p:spPr>
          <a:xfrm rot="16200000">
            <a:off x="5041308" y="3074469"/>
            <a:ext cx="331920" cy="1405290"/>
          </a:xfrm>
          <a:prstGeom prst="rightBracket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14E7B34A-7439-8F8A-0A9C-2E4F49FB2C74}"/>
              </a:ext>
            </a:extLst>
          </p:cNvPr>
          <p:cNvSpPr/>
          <p:nvPr/>
        </p:nvSpPr>
        <p:spPr>
          <a:xfrm rot="5400000">
            <a:off x="5053072" y="1917909"/>
            <a:ext cx="331920" cy="1405290"/>
          </a:xfrm>
          <a:prstGeom prst="rightBracket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120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195-1AAF-895A-0773-DAEC271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CNF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</p:spPr>
            <p:txBody>
              <a:bodyPr/>
              <a:lstStyle/>
              <a:p>
                <a:r>
                  <a:rPr lang="en-GB" dirty="0"/>
                  <a:t>CNF: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8DDA-DE21-9C95-45B7-F619D1032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4195763"/>
                <a:ext cx="10515599" cy="1981200"/>
              </a:xfrm>
              <a:blipFill>
                <a:blip r:embed="rId2"/>
                <a:stretch>
                  <a:fillRect l="-986" t="-4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A24212-473E-3D0E-C0AA-04F849BEDDCA}"/>
              </a:ext>
            </a:extLst>
          </p:cNvPr>
          <p:cNvSpPr/>
          <p:nvPr/>
        </p:nvSpPr>
        <p:spPr>
          <a:xfrm>
            <a:off x="4504623" y="2406316"/>
            <a:ext cx="1405289" cy="76039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AC3F2B-BD65-7E33-A7C8-5805ABBD8662}"/>
              </a:ext>
            </a:extLst>
          </p:cNvPr>
          <p:cNvSpPr/>
          <p:nvPr/>
        </p:nvSpPr>
        <p:spPr>
          <a:xfrm>
            <a:off x="5505651" y="2406316"/>
            <a:ext cx="404261" cy="146304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314786F4-4DAF-DC11-C821-512B86442D20}"/>
              </a:ext>
            </a:extLst>
          </p:cNvPr>
          <p:cNvSpPr/>
          <p:nvPr/>
        </p:nvSpPr>
        <p:spPr>
          <a:xfrm rot="16200000">
            <a:off x="5041308" y="3074469"/>
            <a:ext cx="331920" cy="1405290"/>
          </a:xfrm>
          <a:prstGeom prst="rightBracket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E6B285B4-85A1-3AD9-4693-325E16D9CCB8}"/>
              </a:ext>
            </a:extLst>
          </p:cNvPr>
          <p:cNvSpPr/>
          <p:nvPr/>
        </p:nvSpPr>
        <p:spPr>
          <a:xfrm rot="5400000">
            <a:off x="5053072" y="1917909"/>
            <a:ext cx="331920" cy="1405290"/>
          </a:xfrm>
          <a:prstGeom prst="rightBracket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862DB8AA-1886-53E0-108A-137166FD819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495042" y="1951714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442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8EC5-D8F3-2A61-83B1-331CCA5CF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24362-C99D-3E7C-D133-8A28F57B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Minimize the Boolean expressions represented by the following Karnaugh Maps in CNF form: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 </a:t>
            </a:r>
          </a:p>
        </p:txBody>
      </p:sp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0D506219-93AF-75C7-7E7E-C37444218018}"/>
              </a:ext>
            </a:extLst>
          </p:cNvPr>
          <p:cNvGraphicFramePr>
            <a:graphicFrameLocks/>
          </p:cNvGraphicFramePr>
          <p:nvPr/>
        </p:nvGraphicFramePr>
        <p:xfrm>
          <a:off x="1511969" y="2812574"/>
          <a:ext cx="5181595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dirty="0"/>
                        <a:t>A</a:t>
                      </a:r>
                      <a:r>
                        <a:rPr lang="en-GB" sz="2000" dirty="0"/>
                        <a:t>        </a:t>
                      </a:r>
                      <a:r>
                        <a:rPr lang="en-GB" sz="1800" dirty="0"/>
                        <a:t>BC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</a:tbl>
          </a:graphicData>
        </a:graphic>
      </p:graphicFrame>
      <p:graphicFrame>
        <p:nvGraphicFramePr>
          <p:cNvPr id="6" name="Content Placeholder 9">
            <a:extLst>
              <a:ext uri="{FF2B5EF4-FFF2-40B4-BE49-F238E27FC236}">
                <a16:creationId xmlns:a16="http://schemas.microsoft.com/office/drawing/2014/main" id="{62E9D9E4-AC03-5E3D-8898-C973CB9BCA37}"/>
              </a:ext>
            </a:extLst>
          </p:cNvPr>
          <p:cNvGraphicFramePr>
            <a:graphicFrameLocks/>
          </p:cNvGraphicFramePr>
          <p:nvPr/>
        </p:nvGraphicFramePr>
        <p:xfrm>
          <a:off x="1511968" y="4330700"/>
          <a:ext cx="5181595" cy="1981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4819929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031720830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5062613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30494452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896279477"/>
                    </a:ext>
                  </a:extLst>
                </a:gridCol>
              </a:tblGrid>
              <a:tr h="183873">
                <a:tc>
                  <a:txBody>
                    <a:bodyPr/>
                    <a:lstStyle/>
                    <a:p>
                      <a:r>
                        <a:rPr lang="en-GB" sz="1600" dirty="0"/>
                        <a:t>AB</a:t>
                      </a:r>
                      <a:r>
                        <a:rPr lang="en-GB" sz="2000" dirty="0"/>
                        <a:t>      </a:t>
                      </a:r>
                      <a:r>
                        <a:rPr lang="en-GB" sz="1600" dirty="0"/>
                        <a:t>CD</a:t>
                      </a:r>
                      <a:endParaRPr lang="en-GB" sz="2000" dirty="0"/>
                    </a:p>
                  </a:txBody>
                  <a:tcPr>
                    <a:lnTlToB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10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22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lnR>
                      <a:noFill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92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lnR>
                      <a:noFill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877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R>
                      <a:noFill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63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5897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194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A905-6317-3093-C51C-A73D2370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AEEB91-7A96-06FA-8C6E-C189F4CE3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Karnaugh </a:t>
            </a:r>
            <a:r>
              <a:rPr lang="en-GB" dirty="0"/>
              <a:t>Maps</a:t>
            </a:r>
          </a:p>
        </p:txBody>
      </p:sp>
    </p:spTree>
    <p:extLst>
      <p:ext uri="{BB962C8B-B14F-4D97-AF65-F5344CB8AC3E}">
        <p14:creationId xmlns:p14="http://schemas.microsoft.com/office/powerpoint/2010/main" val="50669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2775</Words>
  <Application>Microsoft Office PowerPoint</Application>
  <PresentationFormat>Widescreen</PresentationFormat>
  <Paragraphs>825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Office Theme</vt:lpstr>
      <vt:lpstr>COMP1860 Building our Digital World: Computer Systems &amp; Architecture</vt:lpstr>
      <vt:lpstr>Learning Outcomes</vt:lpstr>
      <vt:lpstr>Text Book</vt:lpstr>
      <vt:lpstr>Overview</vt:lpstr>
      <vt:lpstr>Minimising Circuits</vt:lpstr>
      <vt:lpstr>Karnaugh Maps</vt:lpstr>
      <vt:lpstr>Creating a Map</vt:lpstr>
      <vt:lpstr>Minimising Using Karnaugh Maps (DNF)</vt:lpstr>
      <vt:lpstr>Minimising Using Karnaugh Maps (DNF)</vt:lpstr>
      <vt:lpstr>Overlapping Groups</vt:lpstr>
      <vt:lpstr>Example 1: Create Map</vt:lpstr>
      <vt:lpstr>Example 1: DNF form</vt:lpstr>
      <vt:lpstr>Example 1: DNF form</vt:lpstr>
      <vt:lpstr>Why can we ignore variables in group?</vt:lpstr>
      <vt:lpstr>Example 1: DNF form</vt:lpstr>
      <vt:lpstr>Example 1: DNF form</vt:lpstr>
      <vt:lpstr>Example 2: DNF form</vt:lpstr>
      <vt:lpstr>Example 2: DNF form</vt:lpstr>
      <vt:lpstr>Example 2: DNF form</vt:lpstr>
      <vt:lpstr>Example 2: DNF form</vt:lpstr>
      <vt:lpstr>Why can we use the overlapping one twice in minimisation?</vt:lpstr>
      <vt:lpstr>However</vt:lpstr>
      <vt:lpstr>Example 3: DNF</vt:lpstr>
      <vt:lpstr>Example 3: DNF</vt:lpstr>
      <vt:lpstr>Example 3: DNF</vt:lpstr>
      <vt:lpstr>Example 3: DNF</vt:lpstr>
      <vt:lpstr>Exercise 1</vt:lpstr>
      <vt:lpstr>Minimising Using Karnaugh Maps (CNF)</vt:lpstr>
      <vt:lpstr>Example 1: CNF form</vt:lpstr>
      <vt:lpstr>Example 1: CNF form</vt:lpstr>
      <vt:lpstr>Example 1: CNF form</vt:lpstr>
      <vt:lpstr>Example 1: CNF form</vt:lpstr>
      <vt:lpstr>Example 2: CNF form</vt:lpstr>
      <vt:lpstr>Example 2: CNF form</vt:lpstr>
      <vt:lpstr>Example 2: CNF form</vt:lpstr>
      <vt:lpstr>Example 2: CNF form</vt:lpstr>
      <vt:lpstr>Example 3: CNF</vt:lpstr>
      <vt:lpstr>Example 3: CNF</vt:lpstr>
      <vt:lpstr>Example 3: CNF</vt:lpstr>
      <vt:lpstr>Example 3: CNF</vt:lpstr>
      <vt:lpstr>Example 3: CNF</vt:lpstr>
      <vt:lpstr>Exercise 2</vt:lpstr>
      <vt:lpstr>Summary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COMP1860 Building our Digital World: Computer Systems &amp; Architecture</dc:title>
  <dc:creator>James Dyer</dc:creator>
  <cp:lastModifiedBy>James Dyer</cp:lastModifiedBy>
  <cp:revision>6</cp:revision>
  <dcterms:created xsi:type="dcterms:W3CDTF">2024-10-04T09:23:31Z</dcterms:created>
  <dcterms:modified xsi:type="dcterms:W3CDTF">2025-09-01T13:36:08Z</dcterms:modified>
</cp:coreProperties>
</file>