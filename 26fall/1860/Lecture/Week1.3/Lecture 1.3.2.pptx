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304" r:id="rId3"/>
    <p:sldId id="339" r:id="rId4"/>
    <p:sldId id="259" r:id="rId5"/>
    <p:sldId id="258" r:id="rId6"/>
    <p:sldId id="351" r:id="rId7"/>
    <p:sldId id="257" r:id="rId8"/>
    <p:sldId id="261" r:id="rId9"/>
    <p:sldId id="262" r:id="rId10"/>
    <p:sldId id="266" r:id="rId11"/>
    <p:sldId id="263" r:id="rId12"/>
    <p:sldId id="265" r:id="rId13"/>
    <p:sldId id="264" r:id="rId14"/>
    <p:sldId id="268" r:id="rId15"/>
    <p:sldId id="269" r:id="rId16"/>
    <p:sldId id="271" r:id="rId17"/>
    <p:sldId id="272" r:id="rId18"/>
    <p:sldId id="340" r:id="rId19"/>
    <p:sldId id="275" r:id="rId20"/>
    <p:sldId id="353" r:id="rId21"/>
    <p:sldId id="354" r:id="rId22"/>
    <p:sldId id="273" r:id="rId23"/>
    <p:sldId id="276" r:id="rId24"/>
    <p:sldId id="282" r:id="rId25"/>
    <p:sldId id="279" r:id="rId26"/>
    <p:sldId id="284" r:id="rId27"/>
    <p:sldId id="285" r:id="rId28"/>
    <p:sldId id="277" r:id="rId29"/>
    <p:sldId id="288" r:id="rId30"/>
    <p:sldId id="290" r:id="rId31"/>
    <p:sldId id="291" r:id="rId32"/>
    <p:sldId id="292" r:id="rId33"/>
    <p:sldId id="350" r:id="rId34"/>
    <p:sldId id="295" r:id="rId35"/>
    <p:sldId id="344" r:id="rId36"/>
    <p:sldId id="345" r:id="rId37"/>
    <p:sldId id="296" r:id="rId38"/>
    <p:sldId id="343" r:id="rId39"/>
    <p:sldId id="346" r:id="rId40"/>
    <p:sldId id="297" r:id="rId41"/>
    <p:sldId id="347" r:id="rId42"/>
    <p:sldId id="348" r:id="rId43"/>
    <p:sldId id="349" r:id="rId44"/>
    <p:sldId id="26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E821A4-F2FB-46B5-9495-83D9A2E5DF87}" v="8" dt="2025-10-16T12:21:34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yer" userId="c78f284b-7e37-4191-b5a6-8e3806eb7037" providerId="ADAL" clId="{724D9455-F736-4429-9F45-7D6A4683321B}"/>
    <pc:docChg chg="undo custSel addSld delSld modSld sldOrd">
      <pc:chgData name="James Dyer" userId="c78f284b-7e37-4191-b5a6-8e3806eb7037" providerId="ADAL" clId="{724D9455-F736-4429-9F45-7D6A4683321B}" dt="2024-10-04T10:32:28.694" v="9651" actId="20577"/>
      <pc:docMkLst>
        <pc:docMk/>
      </pc:docMkLst>
      <pc:sldChg chg="modSp new mod setBg">
        <pc:chgData name="James Dyer" userId="c78f284b-7e37-4191-b5a6-8e3806eb7037" providerId="ADAL" clId="{724D9455-F736-4429-9F45-7D6A4683321B}" dt="2024-09-25T10:21:14.869" v="14" actId="403"/>
        <pc:sldMkLst>
          <pc:docMk/>
          <pc:sldMk cId="1916156025" sldId="256"/>
        </pc:sldMkLst>
      </pc:sldChg>
      <pc:sldChg chg="modSp new mod">
        <pc:chgData name="James Dyer" userId="c78f284b-7e37-4191-b5a6-8e3806eb7037" providerId="ADAL" clId="{724D9455-F736-4429-9F45-7D6A4683321B}" dt="2024-09-25T10:55:42.287" v="318" actId="20577"/>
        <pc:sldMkLst>
          <pc:docMk/>
          <pc:sldMk cId="2649849436" sldId="257"/>
        </pc:sldMkLst>
      </pc:sldChg>
      <pc:sldChg chg="modSp new mod">
        <pc:chgData name="James Dyer" userId="c78f284b-7e37-4191-b5a6-8e3806eb7037" providerId="ADAL" clId="{724D9455-F736-4429-9F45-7D6A4683321B}" dt="2024-09-25T10:44:00.302" v="39" actId="20577"/>
        <pc:sldMkLst>
          <pc:docMk/>
          <pc:sldMk cId="2788651401" sldId="258"/>
        </pc:sldMkLst>
      </pc:sldChg>
      <pc:sldChg chg="modSp new mod">
        <pc:chgData name="James Dyer" userId="c78f284b-7e37-4191-b5a6-8e3806eb7037" providerId="ADAL" clId="{724D9455-F736-4429-9F45-7D6A4683321B}" dt="2024-09-25T10:44:06.726" v="57" actId="20577"/>
        <pc:sldMkLst>
          <pc:docMk/>
          <pc:sldMk cId="3773420074" sldId="259"/>
        </pc:sldMkLst>
      </pc:sldChg>
      <pc:sldChg chg="modSp new mod">
        <pc:chgData name="James Dyer" userId="c78f284b-7e37-4191-b5a6-8e3806eb7037" providerId="ADAL" clId="{724D9455-F736-4429-9F45-7D6A4683321B}" dt="2024-09-25T10:44:15.011" v="66" actId="20577"/>
        <pc:sldMkLst>
          <pc:docMk/>
          <pc:sldMk cId="768787140" sldId="260"/>
        </pc:sldMkLst>
      </pc:sldChg>
      <pc:sldChg chg="addSp delSp modSp new mod">
        <pc:chgData name="James Dyer" userId="c78f284b-7e37-4191-b5a6-8e3806eb7037" providerId="ADAL" clId="{724D9455-F736-4429-9F45-7D6A4683321B}" dt="2024-09-25T10:53:34.315" v="180" actId="478"/>
        <pc:sldMkLst>
          <pc:docMk/>
          <pc:sldMk cId="3093130106" sldId="261"/>
        </pc:sldMkLst>
      </pc:sldChg>
      <pc:sldChg chg="addSp delSp modSp new mod modAnim">
        <pc:chgData name="James Dyer" userId="c78f284b-7e37-4191-b5a6-8e3806eb7037" providerId="ADAL" clId="{724D9455-F736-4429-9F45-7D6A4683321B}" dt="2024-09-25T11:34:10.811" v="802"/>
        <pc:sldMkLst>
          <pc:docMk/>
          <pc:sldMk cId="105661986" sldId="262"/>
        </pc:sldMkLst>
      </pc:sldChg>
      <pc:sldChg chg="addSp delSp modSp new mod modAnim">
        <pc:chgData name="James Dyer" userId="c78f284b-7e37-4191-b5a6-8e3806eb7037" providerId="ADAL" clId="{724D9455-F736-4429-9F45-7D6A4683321B}" dt="2024-09-25T12:03:16.715" v="1028" actId="20577"/>
        <pc:sldMkLst>
          <pc:docMk/>
          <pc:sldMk cId="176087767" sldId="263"/>
        </pc:sldMkLst>
      </pc:sldChg>
      <pc:sldChg chg="addSp delSp modSp new mod modClrScheme chgLayout">
        <pc:chgData name="James Dyer" userId="c78f284b-7e37-4191-b5a6-8e3806eb7037" providerId="ADAL" clId="{724D9455-F736-4429-9F45-7D6A4683321B}" dt="2024-09-25T16:40:23.471" v="2152" actId="1076"/>
        <pc:sldMkLst>
          <pc:docMk/>
          <pc:sldMk cId="5741423" sldId="264"/>
        </pc:sldMkLst>
      </pc:sldChg>
      <pc:sldChg chg="addSp modSp new mod">
        <pc:chgData name="James Dyer" userId="c78f284b-7e37-4191-b5a6-8e3806eb7037" providerId="ADAL" clId="{724D9455-F736-4429-9F45-7D6A4683321B}" dt="2024-09-25T15:15:47.430" v="1229" actId="1076"/>
        <pc:sldMkLst>
          <pc:docMk/>
          <pc:sldMk cId="2661537286" sldId="265"/>
        </pc:sldMkLst>
      </pc:sldChg>
      <pc:sldChg chg="delSp modSp mod modAnim">
        <pc:chgData name="James Dyer" userId="c78f284b-7e37-4191-b5a6-8e3806eb7037" providerId="ADAL" clId="{724D9455-F736-4429-9F45-7D6A4683321B}" dt="2024-09-25T12:01:32.192" v="990"/>
        <pc:sldMkLst>
          <pc:docMk/>
          <pc:sldMk cId="427001077" sldId="266"/>
        </pc:sldMkLst>
      </pc:sldChg>
      <pc:sldChg chg="addSp delSp modSp new mod modClrScheme chgLayout">
        <pc:chgData name="James Dyer" userId="c78f284b-7e37-4191-b5a6-8e3806eb7037" providerId="ADAL" clId="{724D9455-F736-4429-9F45-7D6A4683321B}" dt="2024-09-26T13:51:37.317" v="3234" actId="1076"/>
        <pc:sldMkLst>
          <pc:docMk/>
          <pc:sldMk cId="2223779838" sldId="267"/>
        </pc:sldMkLst>
      </pc:sldChg>
      <pc:sldChg chg="addSp delSp modSp mod">
        <pc:chgData name="James Dyer" userId="c78f284b-7e37-4191-b5a6-8e3806eb7037" providerId="ADAL" clId="{724D9455-F736-4429-9F45-7D6A4683321B}" dt="2024-09-25T16:23:15.170" v="1911" actId="20577"/>
        <pc:sldMkLst>
          <pc:docMk/>
          <pc:sldMk cId="1256353005" sldId="268"/>
        </pc:sldMkLst>
      </pc:sldChg>
      <pc:sldChg chg="addSp delSp modSp mod">
        <pc:chgData name="James Dyer" userId="c78f284b-7e37-4191-b5a6-8e3806eb7037" providerId="ADAL" clId="{724D9455-F736-4429-9F45-7D6A4683321B}" dt="2024-09-25T16:40:09.887" v="2151" actId="1076"/>
        <pc:sldMkLst>
          <pc:docMk/>
          <pc:sldMk cId="3674065384" sldId="269"/>
        </pc:sldMkLst>
      </pc:sldChg>
      <pc:sldChg chg="addSp delSp modSp new mod modClrScheme chgLayout">
        <pc:chgData name="James Dyer" userId="c78f284b-7e37-4191-b5a6-8e3806eb7037" providerId="ADAL" clId="{724D9455-F736-4429-9F45-7D6A4683321B}" dt="2024-09-26T13:43:00.074" v="3206" actId="14100"/>
        <pc:sldMkLst>
          <pc:docMk/>
          <pc:sldMk cId="2868317461" sldId="270"/>
        </pc:sldMkLst>
      </pc:sldChg>
      <pc:sldChg chg="addSp delSp modSp mod">
        <pc:chgData name="James Dyer" userId="c78f284b-7e37-4191-b5a6-8e3806eb7037" providerId="ADAL" clId="{724D9455-F736-4429-9F45-7D6A4683321B}" dt="2024-09-25T16:40:34.102" v="2154" actId="1076"/>
        <pc:sldMkLst>
          <pc:docMk/>
          <pc:sldMk cId="625189356" sldId="271"/>
        </pc:sldMkLst>
      </pc:sldChg>
      <pc:sldChg chg="modSp new mod">
        <pc:chgData name="James Dyer" userId="c78f284b-7e37-4191-b5a6-8e3806eb7037" providerId="ADAL" clId="{724D9455-F736-4429-9F45-7D6A4683321B}" dt="2024-09-26T15:53:18.774" v="6100" actId="20577"/>
        <pc:sldMkLst>
          <pc:docMk/>
          <pc:sldMk cId="3803454951" sldId="272"/>
        </pc:sldMkLst>
      </pc:sldChg>
      <pc:sldChg chg="modSp new mod">
        <pc:chgData name="James Dyer" userId="c78f284b-7e37-4191-b5a6-8e3806eb7037" providerId="ADAL" clId="{724D9455-F736-4429-9F45-7D6A4683321B}" dt="2024-09-25T16:53:29.073" v="2897"/>
        <pc:sldMkLst>
          <pc:docMk/>
          <pc:sldMk cId="3566867029" sldId="273"/>
        </pc:sldMkLst>
      </pc:sldChg>
      <pc:sldChg chg="addSp delSp modSp new mod modClrScheme chgLayout">
        <pc:chgData name="James Dyer" userId="c78f284b-7e37-4191-b5a6-8e3806eb7037" providerId="ADAL" clId="{724D9455-F736-4429-9F45-7D6A4683321B}" dt="2024-09-25T17:00:30.793" v="3000" actId="20577"/>
        <pc:sldMkLst>
          <pc:docMk/>
          <pc:sldMk cId="2245304506" sldId="274"/>
        </pc:sldMkLst>
      </pc:sldChg>
      <pc:sldChg chg="addSp delSp modSp new mod modClrScheme modAnim chgLayout">
        <pc:chgData name="James Dyer" userId="c78f284b-7e37-4191-b5a6-8e3806eb7037" providerId="ADAL" clId="{724D9455-F736-4429-9F45-7D6A4683321B}" dt="2024-09-26T13:25:04.276" v="3089"/>
        <pc:sldMkLst>
          <pc:docMk/>
          <pc:sldMk cId="1834755248" sldId="275"/>
        </pc:sldMkLst>
      </pc:sldChg>
      <pc:sldChg chg="addSp delSp modSp new del mod">
        <pc:chgData name="James Dyer" userId="c78f284b-7e37-4191-b5a6-8e3806eb7037" providerId="ADAL" clId="{724D9455-F736-4429-9F45-7D6A4683321B}" dt="2024-09-26T13:38:14.917" v="3138" actId="680"/>
        <pc:sldMkLst>
          <pc:docMk/>
          <pc:sldMk cId="848917641" sldId="276"/>
        </pc:sldMkLst>
      </pc:sldChg>
      <pc:sldChg chg="addSp delSp modSp new mod modClrScheme chgLayout">
        <pc:chgData name="James Dyer" userId="c78f284b-7e37-4191-b5a6-8e3806eb7037" providerId="ADAL" clId="{724D9455-F736-4429-9F45-7D6A4683321B}" dt="2024-09-26T14:47:26.445" v="4535" actId="20577"/>
        <pc:sldMkLst>
          <pc:docMk/>
          <pc:sldMk cId="1615699532" sldId="276"/>
        </pc:sldMkLst>
      </pc:sldChg>
      <pc:sldChg chg="modSp new mod">
        <pc:chgData name="James Dyer" userId="c78f284b-7e37-4191-b5a6-8e3806eb7037" providerId="ADAL" clId="{724D9455-F736-4429-9F45-7D6A4683321B}" dt="2024-09-26T15:57:42.596" v="6183" actId="20577"/>
        <pc:sldMkLst>
          <pc:docMk/>
          <pc:sldMk cId="2075922209" sldId="277"/>
        </pc:sldMkLst>
      </pc:sldChg>
      <pc:sldChg chg="modSp new del mod">
        <pc:chgData name="James Dyer" userId="c78f284b-7e37-4191-b5a6-8e3806eb7037" providerId="ADAL" clId="{724D9455-F736-4429-9F45-7D6A4683321B}" dt="2024-09-26T15:58:35.245" v="6185" actId="2696"/>
        <pc:sldMkLst>
          <pc:docMk/>
          <pc:sldMk cId="821421495" sldId="278"/>
        </pc:sldMkLst>
      </pc:sldChg>
      <pc:sldChg chg="modSp new mod ord">
        <pc:chgData name="James Dyer" userId="c78f284b-7e37-4191-b5a6-8e3806eb7037" providerId="ADAL" clId="{724D9455-F736-4429-9F45-7D6A4683321B}" dt="2024-09-26T15:43:34.637" v="6062" actId="20577"/>
        <pc:sldMkLst>
          <pc:docMk/>
          <pc:sldMk cId="596765420" sldId="279"/>
        </pc:sldMkLst>
      </pc:sldChg>
      <pc:sldChg chg="modSp new del mod">
        <pc:chgData name="James Dyer" userId="c78f284b-7e37-4191-b5a6-8e3806eb7037" providerId="ADAL" clId="{724D9455-F736-4429-9F45-7D6A4683321B}" dt="2024-09-27T08:57:22.918" v="7130" actId="2696"/>
        <pc:sldMkLst>
          <pc:docMk/>
          <pc:sldMk cId="1736360428" sldId="280"/>
        </pc:sldMkLst>
      </pc:sldChg>
      <pc:sldChg chg="modSp new mod">
        <pc:chgData name="James Dyer" userId="c78f284b-7e37-4191-b5a6-8e3806eb7037" providerId="ADAL" clId="{724D9455-F736-4429-9F45-7D6A4683321B}" dt="2024-09-26T16:02:54.991" v="6318" actId="20577"/>
        <pc:sldMkLst>
          <pc:docMk/>
          <pc:sldMk cId="880848308" sldId="281"/>
        </pc:sldMkLst>
      </pc:sldChg>
      <pc:sldChg chg="addSp delSp modSp new mod modClrScheme chgLayout">
        <pc:chgData name="James Dyer" userId="c78f284b-7e37-4191-b5a6-8e3806eb7037" providerId="ADAL" clId="{724D9455-F736-4429-9F45-7D6A4683321B}" dt="2024-09-26T14:49:11.351" v="4614" actId="20577"/>
        <pc:sldMkLst>
          <pc:docMk/>
          <pc:sldMk cId="928626671" sldId="282"/>
        </pc:sldMkLst>
      </pc:sldChg>
      <pc:sldChg chg="addSp delSp modSp new mod modClrScheme chgLayout">
        <pc:chgData name="James Dyer" userId="c78f284b-7e37-4191-b5a6-8e3806eb7037" providerId="ADAL" clId="{724D9455-F736-4429-9F45-7D6A4683321B}" dt="2024-10-04T09:28:21.177" v="8537" actId="27636"/>
        <pc:sldMkLst>
          <pc:docMk/>
          <pc:sldMk cId="379466069" sldId="283"/>
        </pc:sldMkLst>
      </pc:sldChg>
      <pc:sldChg chg="addSp delSp modSp new mod modClrScheme chgLayout">
        <pc:chgData name="James Dyer" userId="c78f284b-7e37-4191-b5a6-8e3806eb7037" providerId="ADAL" clId="{724D9455-F736-4429-9F45-7D6A4683321B}" dt="2024-09-26T15:38:44.376" v="6005" actId="20577"/>
        <pc:sldMkLst>
          <pc:docMk/>
          <pc:sldMk cId="3252240191" sldId="284"/>
        </pc:sldMkLst>
      </pc:sldChg>
      <pc:sldChg chg="addSp delSp modSp new mod modClrScheme chgLayout">
        <pc:chgData name="James Dyer" userId="c78f284b-7e37-4191-b5a6-8e3806eb7037" providerId="ADAL" clId="{724D9455-F736-4429-9F45-7D6A4683321B}" dt="2024-09-26T15:39:47.094" v="6007" actId="5793"/>
        <pc:sldMkLst>
          <pc:docMk/>
          <pc:sldMk cId="2342592457" sldId="285"/>
        </pc:sldMkLst>
      </pc:sldChg>
      <pc:sldChg chg="addSp delSp modSp mod">
        <pc:chgData name="James Dyer" userId="c78f284b-7e37-4191-b5a6-8e3806eb7037" providerId="ADAL" clId="{724D9455-F736-4429-9F45-7D6A4683321B}" dt="2024-09-26T15:40:11.338" v="6018" actId="5793"/>
        <pc:sldMkLst>
          <pc:docMk/>
          <pc:sldMk cId="3741139823" sldId="286"/>
        </pc:sldMkLst>
      </pc:sldChg>
      <pc:sldChg chg="addSp delSp modSp add del mod">
        <pc:chgData name="James Dyer" userId="c78f284b-7e37-4191-b5a6-8e3806eb7037" providerId="ADAL" clId="{724D9455-F736-4429-9F45-7D6A4683321B}" dt="2024-09-26T15:51:30.539" v="6074" actId="2696"/>
        <pc:sldMkLst>
          <pc:docMk/>
          <pc:sldMk cId="110796217" sldId="287"/>
        </pc:sldMkLst>
      </pc:sldChg>
      <pc:sldChg chg="addSp delSp modSp mod">
        <pc:chgData name="James Dyer" userId="c78f284b-7e37-4191-b5a6-8e3806eb7037" providerId="ADAL" clId="{724D9455-F736-4429-9F45-7D6A4683321B}" dt="2024-09-26T15:56:25.049" v="6128" actId="20577"/>
        <pc:sldMkLst>
          <pc:docMk/>
          <pc:sldMk cId="2559613080" sldId="287"/>
        </pc:sldMkLst>
      </pc:sldChg>
      <pc:sldChg chg="modSp add mod">
        <pc:chgData name="James Dyer" userId="c78f284b-7e37-4191-b5a6-8e3806eb7037" providerId="ADAL" clId="{724D9455-F736-4429-9F45-7D6A4683321B}" dt="2024-09-27T08:42:37.749" v="6703" actId="20577"/>
        <pc:sldMkLst>
          <pc:docMk/>
          <pc:sldMk cId="2076923574" sldId="288"/>
        </pc:sldMkLst>
      </pc:sldChg>
      <pc:sldChg chg="addSp delSp modSp new del mod">
        <pc:chgData name="James Dyer" userId="c78f284b-7e37-4191-b5a6-8e3806eb7037" providerId="ADAL" clId="{724D9455-F736-4429-9F45-7D6A4683321B}" dt="2024-09-26T15:54:48.073" v="6109" actId="2696"/>
        <pc:sldMkLst>
          <pc:docMk/>
          <pc:sldMk cId="2958535669" sldId="288"/>
        </pc:sldMkLst>
      </pc:sldChg>
      <pc:sldChg chg="modSp add mod">
        <pc:chgData name="James Dyer" userId="c78f284b-7e37-4191-b5a6-8e3806eb7037" providerId="ADAL" clId="{724D9455-F736-4429-9F45-7D6A4683321B}" dt="2024-09-27T08:44:53.283" v="6748"/>
        <pc:sldMkLst>
          <pc:docMk/>
          <pc:sldMk cId="139244500" sldId="289"/>
        </pc:sldMkLst>
      </pc:sldChg>
      <pc:sldChg chg="modSp add mod">
        <pc:chgData name="James Dyer" userId="c78f284b-7e37-4191-b5a6-8e3806eb7037" providerId="ADAL" clId="{724D9455-F736-4429-9F45-7D6A4683321B}" dt="2024-09-26T16:10:01.621" v="6382" actId="20577"/>
        <pc:sldMkLst>
          <pc:docMk/>
          <pc:sldMk cId="2666860389" sldId="290"/>
        </pc:sldMkLst>
      </pc:sldChg>
      <pc:sldChg chg="addSp modSp add mod">
        <pc:chgData name="James Dyer" userId="c78f284b-7e37-4191-b5a6-8e3806eb7037" providerId="ADAL" clId="{724D9455-F736-4429-9F45-7D6A4683321B}" dt="2024-09-26T16:19:43.719" v="6570" actId="20577"/>
        <pc:sldMkLst>
          <pc:docMk/>
          <pc:sldMk cId="3850631735" sldId="291"/>
        </pc:sldMkLst>
      </pc:sldChg>
      <pc:sldChg chg="modSp add mod">
        <pc:chgData name="James Dyer" userId="c78f284b-7e37-4191-b5a6-8e3806eb7037" providerId="ADAL" clId="{724D9455-F736-4429-9F45-7D6A4683321B}" dt="2024-09-26T16:07:38.141" v="6328" actId="20577"/>
        <pc:sldMkLst>
          <pc:docMk/>
          <pc:sldMk cId="224139259" sldId="292"/>
        </pc:sldMkLst>
      </pc:sldChg>
      <pc:sldChg chg="delSp modSp add mod">
        <pc:chgData name="James Dyer" userId="c78f284b-7e37-4191-b5a6-8e3806eb7037" providerId="ADAL" clId="{724D9455-F736-4429-9F45-7D6A4683321B}" dt="2024-09-27T08:51:09.146" v="6898" actId="20577"/>
        <pc:sldMkLst>
          <pc:docMk/>
          <pc:sldMk cId="754725535" sldId="293"/>
        </pc:sldMkLst>
      </pc:sldChg>
      <pc:sldChg chg="addSp modSp add mod">
        <pc:chgData name="James Dyer" userId="c78f284b-7e37-4191-b5a6-8e3806eb7037" providerId="ADAL" clId="{724D9455-F736-4429-9F45-7D6A4683321B}" dt="2024-09-27T08:57:00.090" v="7129" actId="27636"/>
        <pc:sldMkLst>
          <pc:docMk/>
          <pc:sldMk cId="4267135962" sldId="294"/>
        </pc:sldMkLst>
      </pc:sldChg>
      <pc:sldChg chg="addSp delSp modSp new mod modClrScheme chgLayout">
        <pc:chgData name="James Dyer" userId="c78f284b-7e37-4191-b5a6-8e3806eb7037" providerId="ADAL" clId="{724D9455-F736-4429-9F45-7D6A4683321B}" dt="2024-09-30T08:57:45.191" v="7478" actId="20577"/>
        <pc:sldMkLst>
          <pc:docMk/>
          <pc:sldMk cId="399493224" sldId="295"/>
        </pc:sldMkLst>
      </pc:sldChg>
      <pc:sldChg chg="addSp delSp modSp new mod">
        <pc:chgData name="James Dyer" userId="c78f284b-7e37-4191-b5a6-8e3806eb7037" providerId="ADAL" clId="{724D9455-F736-4429-9F45-7D6A4683321B}" dt="2024-09-30T09:17:48.426" v="7513" actId="1076"/>
        <pc:sldMkLst>
          <pc:docMk/>
          <pc:sldMk cId="1818142597" sldId="296"/>
        </pc:sldMkLst>
      </pc:sldChg>
      <pc:sldChg chg="modSp new mod">
        <pc:chgData name="James Dyer" userId="c78f284b-7e37-4191-b5a6-8e3806eb7037" providerId="ADAL" clId="{724D9455-F736-4429-9F45-7D6A4683321B}" dt="2024-10-01T10:18:55.521" v="8535" actId="20577"/>
        <pc:sldMkLst>
          <pc:docMk/>
          <pc:sldMk cId="1422317331" sldId="297"/>
        </pc:sldMkLst>
      </pc:sldChg>
      <pc:sldChg chg="addSp delSp modSp new mod modClrScheme chgLayout modNotesTx">
        <pc:chgData name="James Dyer" userId="c78f284b-7e37-4191-b5a6-8e3806eb7037" providerId="ADAL" clId="{724D9455-F736-4429-9F45-7D6A4683321B}" dt="2024-09-30T09:28:26.422" v="7649" actId="20577"/>
        <pc:sldMkLst>
          <pc:docMk/>
          <pc:sldMk cId="4058427115" sldId="298"/>
        </pc:sldMkLst>
      </pc:sldChg>
      <pc:sldChg chg="modSp new del mod">
        <pc:chgData name="James Dyer" userId="c78f284b-7e37-4191-b5a6-8e3806eb7037" providerId="ADAL" clId="{724D9455-F736-4429-9F45-7D6A4683321B}" dt="2024-09-30T09:34:28.364" v="7676" actId="2696"/>
        <pc:sldMkLst>
          <pc:docMk/>
          <pc:sldMk cId="598971008" sldId="299"/>
        </pc:sldMkLst>
      </pc:sldChg>
      <pc:sldChg chg="addSp delSp modSp new mod modClrScheme chgLayout">
        <pc:chgData name="James Dyer" userId="c78f284b-7e37-4191-b5a6-8e3806eb7037" providerId="ADAL" clId="{724D9455-F736-4429-9F45-7D6A4683321B}" dt="2024-09-30T09:45:31.113" v="7975" actId="5793"/>
        <pc:sldMkLst>
          <pc:docMk/>
          <pc:sldMk cId="3779703918" sldId="299"/>
        </pc:sldMkLst>
      </pc:sldChg>
      <pc:sldChg chg="addSp modSp new mod">
        <pc:chgData name="James Dyer" userId="c78f284b-7e37-4191-b5a6-8e3806eb7037" providerId="ADAL" clId="{724D9455-F736-4429-9F45-7D6A4683321B}" dt="2024-09-30T09:54:28.659" v="8242" actId="14100"/>
        <pc:sldMkLst>
          <pc:docMk/>
          <pc:sldMk cId="1787260524" sldId="300"/>
        </pc:sldMkLst>
      </pc:sldChg>
      <pc:sldChg chg="addSp modSp new mod">
        <pc:chgData name="James Dyer" userId="c78f284b-7e37-4191-b5a6-8e3806eb7037" providerId="ADAL" clId="{724D9455-F736-4429-9F45-7D6A4683321B}" dt="2024-09-30T09:57:14.364" v="8246" actId="1076"/>
        <pc:sldMkLst>
          <pc:docMk/>
          <pc:sldMk cId="3216108614" sldId="301"/>
        </pc:sldMkLst>
      </pc:sldChg>
      <pc:sldChg chg="addSp delSp modSp new mod modClrScheme chgLayout">
        <pc:chgData name="James Dyer" userId="c78f284b-7e37-4191-b5a6-8e3806eb7037" providerId="ADAL" clId="{724D9455-F736-4429-9F45-7D6A4683321B}" dt="2024-09-30T10:10:52.688" v="8486" actId="1076"/>
        <pc:sldMkLst>
          <pc:docMk/>
          <pc:sldMk cId="3400630723" sldId="302"/>
        </pc:sldMkLst>
      </pc:sldChg>
      <pc:sldChg chg="modSp new mod">
        <pc:chgData name="James Dyer" userId="c78f284b-7e37-4191-b5a6-8e3806eb7037" providerId="ADAL" clId="{724D9455-F736-4429-9F45-7D6A4683321B}" dt="2024-10-04T10:22:34.081" v="9297" actId="20577"/>
        <pc:sldMkLst>
          <pc:docMk/>
          <pc:sldMk cId="222000628" sldId="303"/>
        </pc:sldMkLst>
      </pc:sldChg>
      <pc:sldChg chg="addSp delSp modSp new mod modClrScheme chgLayout">
        <pc:chgData name="James Dyer" userId="c78f284b-7e37-4191-b5a6-8e3806eb7037" providerId="ADAL" clId="{724D9455-F736-4429-9F45-7D6A4683321B}" dt="2024-10-04T10:32:09.755" v="9645" actId="20577"/>
        <pc:sldMkLst>
          <pc:docMk/>
          <pc:sldMk cId="1182688659" sldId="305"/>
        </pc:sldMkLst>
      </pc:sldChg>
      <pc:sldChg chg="addSp delSp modSp new del mod">
        <pc:chgData name="James Dyer" userId="c78f284b-7e37-4191-b5a6-8e3806eb7037" providerId="ADAL" clId="{724D9455-F736-4429-9F45-7D6A4683321B}" dt="2024-10-04T10:29:31.932" v="9578" actId="2696"/>
        <pc:sldMkLst>
          <pc:docMk/>
          <pc:sldMk cId="2224586109" sldId="306"/>
        </pc:sldMkLst>
      </pc:sldChg>
      <pc:sldChg chg="addSp delSp modSp new mod">
        <pc:chgData name="James Dyer" userId="c78f284b-7e37-4191-b5a6-8e3806eb7037" providerId="ADAL" clId="{724D9455-F736-4429-9F45-7D6A4683321B}" dt="2024-10-04T10:32:28.694" v="9651" actId="20577"/>
        <pc:sldMkLst>
          <pc:docMk/>
          <pc:sldMk cId="1506604421" sldId="307"/>
        </pc:sldMkLst>
      </pc:sldChg>
      <pc:sldChg chg="addSp delSp modSp new mod">
        <pc:chgData name="James Dyer" userId="c78f284b-7e37-4191-b5a6-8e3806eb7037" providerId="ADAL" clId="{724D9455-F736-4429-9F45-7D6A4683321B}" dt="2024-10-04T10:28:47.324" v="9577" actId="20577"/>
        <pc:sldMkLst>
          <pc:docMk/>
          <pc:sldMk cId="2837838066" sldId="308"/>
        </pc:sldMkLst>
      </pc:sldChg>
    </pc:docChg>
  </pc:docChgLst>
  <pc:docChgLst>
    <pc:chgData name="James Dyer" userId="c78f284b-7e37-4191-b5a6-8e3806eb7037" providerId="ADAL" clId="{9136AB9D-76A3-4571-A450-C56184ECEB32}"/>
    <pc:docChg chg="modSld">
      <pc:chgData name="James Dyer" userId="c78f284b-7e37-4191-b5a6-8e3806eb7037" providerId="ADAL" clId="{9136AB9D-76A3-4571-A450-C56184ECEB32}" dt="2025-04-11T11:12:50.545" v="57" actId="20577"/>
      <pc:docMkLst>
        <pc:docMk/>
      </pc:docMkLst>
      <pc:sldChg chg="modSp">
        <pc:chgData name="James Dyer" userId="c78f284b-7e37-4191-b5a6-8e3806eb7037" providerId="ADAL" clId="{9136AB9D-76A3-4571-A450-C56184ECEB32}" dt="2025-04-11T11:10:35.387" v="41" actId="113"/>
        <pc:sldMkLst>
          <pc:docMk/>
          <pc:sldMk cId="3674065384" sldId="269"/>
        </pc:sldMkLst>
      </pc:sldChg>
      <pc:sldChg chg="modSp mod">
        <pc:chgData name="James Dyer" userId="c78f284b-7e37-4191-b5a6-8e3806eb7037" providerId="ADAL" clId="{9136AB9D-76A3-4571-A450-C56184ECEB32}" dt="2025-04-11T11:12:50.545" v="57" actId="20577"/>
        <pc:sldMkLst>
          <pc:docMk/>
          <pc:sldMk cId="1834755248" sldId="275"/>
        </pc:sldMkLst>
      </pc:sldChg>
    </pc:docChg>
  </pc:docChgLst>
  <pc:docChgLst>
    <pc:chgData name="James Dyer" userId="c78f284b-7e37-4191-b5a6-8e3806eb7037" providerId="ADAL" clId="{86C6A08F-893D-4701-890E-01E4A18935FD}"/>
    <pc:docChg chg="addSld modSld">
      <pc:chgData name="James Dyer" userId="c78f284b-7e37-4191-b5a6-8e3806eb7037" providerId="ADAL" clId="{86C6A08F-893D-4701-890E-01E4A18935FD}" dt="2024-10-21T19:03:21.101" v="112"/>
      <pc:docMkLst>
        <pc:docMk/>
      </pc:docMkLst>
      <pc:sldChg chg="modSp">
        <pc:chgData name="James Dyer" userId="c78f284b-7e37-4191-b5a6-8e3806eb7037" providerId="ADAL" clId="{86C6A08F-893D-4701-890E-01E4A18935FD}" dt="2024-10-21T19:03:21.101" v="112"/>
        <pc:sldMkLst>
          <pc:docMk/>
          <pc:sldMk cId="3674065384" sldId="269"/>
        </pc:sldMkLst>
      </pc:sldChg>
      <pc:sldChg chg="modSp add mod">
        <pc:chgData name="James Dyer" userId="c78f284b-7e37-4191-b5a6-8e3806eb7037" providerId="ADAL" clId="{86C6A08F-893D-4701-890E-01E4A18935FD}" dt="2024-10-21T12:57:16.590" v="108" actId="20577"/>
        <pc:sldMkLst>
          <pc:docMk/>
          <pc:sldMk cId="2458435575" sldId="339"/>
        </pc:sldMkLst>
      </pc:sldChg>
    </pc:docChg>
  </pc:docChgLst>
  <pc:docChgLst>
    <pc:chgData name="James Dyer" userId="c78f284b-7e37-4191-b5a6-8e3806eb7037" providerId="ADAL" clId="{D5252268-0D0F-4541-8ACA-BDEDFCAB75FD}"/>
    <pc:docChg chg="delSld">
      <pc:chgData name="James Dyer" userId="c78f284b-7e37-4191-b5a6-8e3806eb7037" providerId="ADAL" clId="{D5252268-0D0F-4541-8ACA-BDEDFCAB75FD}" dt="2025-09-01T13:32:13.907" v="3" actId="47"/>
      <pc:docMkLst>
        <pc:docMk/>
      </pc:docMkLst>
      <pc:sldChg chg="del">
        <pc:chgData name="James Dyer" userId="c78f284b-7e37-4191-b5a6-8e3806eb7037" providerId="ADAL" clId="{D5252268-0D0F-4541-8ACA-BDEDFCAB75FD}" dt="2025-09-01T13:31:40.322" v="0" actId="47"/>
        <pc:sldMkLst>
          <pc:docMk/>
          <pc:sldMk cId="2245304506" sldId="274"/>
        </pc:sldMkLst>
      </pc:sldChg>
      <pc:sldChg chg="del">
        <pc:chgData name="James Dyer" userId="c78f284b-7e37-4191-b5a6-8e3806eb7037" providerId="ADAL" clId="{D5252268-0D0F-4541-8ACA-BDEDFCAB75FD}" dt="2025-09-01T13:31:52.042" v="1" actId="47"/>
        <pc:sldMkLst>
          <pc:docMk/>
          <pc:sldMk cId="3741139823" sldId="286"/>
        </pc:sldMkLst>
      </pc:sldChg>
      <pc:sldChg chg="del">
        <pc:chgData name="James Dyer" userId="c78f284b-7e37-4191-b5a6-8e3806eb7037" providerId="ADAL" clId="{D5252268-0D0F-4541-8ACA-BDEDFCAB75FD}" dt="2025-09-01T13:31:52.042" v="1" actId="47"/>
        <pc:sldMkLst>
          <pc:docMk/>
          <pc:sldMk cId="2559613080" sldId="287"/>
        </pc:sldMkLst>
      </pc:sldChg>
      <pc:sldChg chg="del">
        <pc:chgData name="James Dyer" userId="c78f284b-7e37-4191-b5a6-8e3806eb7037" providerId="ADAL" clId="{D5252268-0D0F-4541-8ACA-BDEDFCAB75FD}" dt="2025-09-01T13:32:02.134" v="2" actId="47"/>
        <pc:sldMkLst>
          <pc:docMk/>
          <pc:sldMk cId="754725535" sldId="293"/>
        </pc:sldMkLst>
      </pc:sldChg>
      <pc:sldChg chg="del">
        <pc:chgData name="James Dyer" userId="c78f284b-7e37-4191-b5a6-8e3806eb7037" providerId="ADAL" clId="{D5252268-0D0F-4541-8ACA-BDEDFCAB75FD}" dt="2025-09-01T13:32:02.134" v="2" actId="47"/>
        <pc:sldMkLst>
          <pc:docMk/>
          <pc:sldMk cId="4267135962" sldId="294"/>
        </pc:sldMkLst>
      </pc:sldChg>
      <pc:sldChg chg="del">
        <pc:chgData name="James Dyer" userId="c78f284b-7e37-4191-b5a6-8e3806eb7037" providerId="ADAL" clId="{D5252268-0D0F-4541-8ACA-BDEDFCAB75FD}" dt="2025-09-01T13:32:13.907" v="3" actId="47"/>
        <pc:sldMkLst>
          <pc:docMk/>
          <pc:sldMk cId="4058427115" sldId="298"/>
        </pc:sldMkLst>
      </pc:sldChg>
      <pc:sldChg chg="del">
        <pc:chgData name="James Dyer" userId="c78f284b-7e37-4191-b5a6-8e3806eb7037" providerId="ADAL" clId="{D5252268-0D0F-4541-8ACA-BDEDFCAB75FD}" dt="2025-09-01T13:32:13.907" v="3" actId="47"/>
        <pc:sldMkLst>
          <pc:docMk/>
          <pc:sldMk cId="2798715774" sldId="352"/>
        </pc:sldMkLst>
      </pc:sldChg>
    </pc:docChg>
  </pc:docChgLst>
  <pc:docChgLst>
    <pc:chgData name="James Dyer" userId="c78f284b-7e37-4191-b5a6-8e3806eb7037" providerId="ADAL" clId="{04AE66E2-286C-4FC9-85D4-E45DF9D4283F}"/>
    <pc:docChg chg="modSld">
      <pc:chgData name="James Dyer" userId="c78f284b-7e37-4191-b5a6-8e3806eb7037" providerId="ADAL" clId="{04AE66E2-286C-4FC9-85D4-E45DF9D4283F}" dt="2025-06-26T15:16:13.952" v="232" actId="20577"/>
      <pc:docMkLst>
        <pc:docMk/>
      </pc:docMkLst>
      <pc:sldChg chg="modSp mod">
        <pc:chgData name="James Dyer" userId="c78f284b-7e37-4191-b5a6-8e3806eb7037" providerId="ADAL" clId="{04AE66E2-286C-4FC9-85D4-E45DF9D4283F}" dt="2025-06-20T11:45:53.758" v="16" actId="20577"/>
        <pc:sldMkLst>
          <pc:docMk/>
          <pc:sldMk cId="1916156025" sldId="256"/>
        </pc:sldMkLst>
      </pc:sldChg>
      <pc:sldChg chg="modSp mod">
        <pc:chgData name="James Dyer" userId="c78f284b-7e37-4191-b5a6-8e3806eb7037" providerId="ADAL" clId="{04AE66E2-286C-4FC9-85D4-E45DF9D4283F}" dt="2025-06-26T15:16:00.281" v="200" actId="20577"/>
        <pc:sldMkLst>
          <pc:docMk/>
          <pc:sldMk cId="1615699532" sldId="276"/>
        </pc:sldMkLst>
      </pc:sldChg>
      <pc:sldChg chg="modSp mod">
        <pc:chgData name="James Dyer" userId="c78f284b-7e37-4191-b5a6-8e3806eb7037" providerId="ADAL" clId="{04AE66E2-286C-4FC9-85D4-E45DF9D4283F}" dt="2025-06-26T15:16:13.952" v="232" actId="20577"/>
        <pc:sldMkLst>
          <pc:docMk/>
          <pc:sldMk cId="2075922209" sldId="277"/>
        </pc:sldMkLst>
      </pc:sldChg>
    </pc:docChg>
  </pc:docChgLst>
  <pc:docChgLst>
    <pc:chgData name="James Dyer" userId="c78f284b-7e37-4191-b5a6-8e3806eb7037" providerId="ADAL" clId="{165CD995-CA79-480E-BE60-894280E89E12}"/>
    <pc:docChg chg="modSld">
      <pc:chgData name="James Dyer" userId="c78f284b-7e37-4191-b5a6-8e3806eb7037" providerId="ADAL" clId="{165CD995-CA79-480E-BE60-894280E89E12}" dt="2024-12-09T14:58:05.899" v="62" actId="14734"/>
      <pc:docMkLst>
        <pc:docMk/>
      </pc:docMkLst>
      <pc:sldChg chg="modSp mod">
        <pc:chgData name="James Dyer" userId="c78f284b-7e37-4191-b5a6-8e3806eb7037" providerId="ADAL" clId="{165CD995-CA79-480E-BE60-894280E89E12}" dt="2024-12-09T14:58:05.899" v="62" actId="14734"/>
        <pc:sldMkLst>
          <pc:docMk/>
          <pc:sldMk cId="1834755248" sldId="275"/>
        </pc:sldMkLst>
      </pc:sldChg>
    </pc:docChg>
  </pc:docChgLst>
  <pc:docChgLst>
    <pc:chgData name="James Dyer" userId="c78f284b-7e37-4191-b5a6-8e3806eb7037" providerId="ADAL" clId="{2DE821A4-F2FB-46B5-9495-83D9A2E5DF87}"/>
    <pc:docChg chg="modSld">
      <pc:chgData name="James Dyer" userId="c78f284b-7e37-4191-b5a6-8e3806eb7037" providerId="ADAL" clId="{2DE821A4-F2FB-46B5-9495-83D9A2E5DF87}" dt="2025-10-16T12:21:34.803" v="7" actId="20577"/>
      <pc:docMkLst>
        <pc:docMk/>
      </pc:docMkLst>
      <pc:sldChg chg="modSp">
        <pc:chgData name="James Dyer" userId="c78f284b-7e37-4191-b5a6-8e3806eb7037" providerId="ADAL" clId="{2DE821A4-F2FB-46B5-9495-83D9A2E5DF87}" dt="2025-10-16T12:21:34.803" v="7" actId="20577"/>
        <pc:sldMkLst>
          <pc:docMk/>
          <pc:sldMk cId="3803454951" sldId="272"/>
        </pc:sldMkLst>
        <pc:spChg chg="mod">
          <ac:chgData name="James Dyer" userId="c78f284b-7e37-4191-b5a6-8e3806eb7037" providerId="ADAL" clId="{2DE821A4-F2FB-46B5-9495-83D9A2E5DF87}" dt="2025-10-16T12:21:34.803" v="7" actId="20577"/>
          <ac:spMkLst>
            <pc:docMk/>
            <pc:sldMk cId="3803454951" sldId="272"/>
            <ac:spMk id="3" creationId="{E048A38D-B5AC-168B-4EC6-93C404289CF3}"/>
          </ac:spMkLst>
        </pc:spChg>
      </pc:sldChg>
    </pc:docChg>
  </pc:docChgLst>
  <pc:docChgLst>
    <pc:chgData name="James Dyer" userId="c78f284b-7e37-4191-b5a6-8e3806eb7037" providerId="ADAL" clId="{D985001E-EA5F-4E37-AD7D-B1A64860480F}"/>
    <pc:docChg chg="addSld delSld modSld">
      <pc:chgData name="James Dyer" userId="c78f284b-7e37-4191-b5a6-8e3806eb7037" providerId="ADAL" clId="{D985001E-EA5F-4E37-AD7D-B1A64860480F}" dt="2025-03-11T14:54:31.348" v="342" actId="20577"/>
      <pc:docMkLst>
        <pc:docMk/>
      </pc:docMkLst>
      <pc:sldChg chg="modSp">
        <pc:chgData name="James Dyer" userId="c78f284b-7e37-4191-b5a6-8e3806eb7037" providerId="ADAL" clId="{D985001E-EA5F-4E37-AD7D-B1A64860480F}" dt="2025-03-11T14:49:24.868" v="33" actId="20577"/>
        <pc:sldMkLst>
          <pc:docMk/>
          <pc:sldMk cId="5741423" sldId="264"/>
        </pc:sldMkLst>
      </pc:sldChg>
      <pc:sldChg chg="modSp">
        <pc:chgData name="James Dyer" userId="c78f284b-7e37-4191-b5a6-8e3806eb7037" providerId="ADAL" clId="{D985001E-EA5F-4E37-AD7D-B1A64860480F}" dt="2025-03-11T14:49:16.660" v="28" actId="20577"/>
        <pc:sldMkLst>
          <pc:docMk/>
          <pc:sldMk cId="1256353005" sldId="268"/>
        </pc:sldMkLst>
      </pc:sldChg>
      <pc:sldChg chg="modSp">
        <pc:chgData name="James Dyer" userId="c78f284b-7e37-4191-b5a6-8e3806eb7037" providerId="ADAL" clId="{D985001E-EA5F-4E37-AD7D-B1A64860480F}" dt="2025-03-11T14:49:07.660" v="15" actId="20577"/>
        <pc:sldMkLst>
          <pc:docMk/>
          <pc:sldMk cId="3674065384" sldId="269"/>
        </pc:sldMkLst>
      </pc:sldChg>
      <pc:sldChg chg="modSp">
        <pc:chgData name="James Dyer" userId="c78f284b-7e37-4191-b5a6-8e3806eb7037" providerId="ADAL" clId="{D985001E-EA5F-4E37-AD7D-B1A64860480F}" dt="2025-03-11T14:48:56.117" v="4" actId="20577"/>
        <pc:sldMkLst>
          <pc:docMk/>
          <pc:sldMk cId="625189356" sldId="271"/>
        </pc:sldMkLst>
      </pc:sldChg>
      <pc:sldChg chg="del">
        <pc:chgData name="James Dyer" userId="c78f284b-7e37-4191-b5a6-8e3806eb7037" providerId="ADAL" clId="{D985001E-EA5F-4E37-AD7D-B1A64860480F}" dt="2025-03-11T14:51:54.235" v="171" actId="2696"/>
        <pc:sldMkLst>
          <pc:docMk/>
          <pc:sldMk cId="880848308" sldId="281"/>
        </pc:sldMkLst>
      </pc:sldChg>
      <pc:sldChg chg="del">
        <pc:chgData name="James Dyer" userId="c78f284b-7e37-4191-b5a6-8e3806eb7037" providerId="ADAL" clId="{D985001E-EA5F-4E37-AD7D-B1A64860480F}" dt="2025-03-11T14:51:47.842" v="170" actId="2696"/>
        <pc:sldMkLst>
          <pc:docMk/>
          <pc:sldMk cId="379466069" sldId="283"/>
        </pc:sldMkLst>
      </pc:sldChg>
      <pc:sldChg chg="del">
        <pc:chgData name="James Dyer" userId="c78f284b-7e37-4191-b5a6-8e3806eb7037" providerId="ADAL" clId="{D985001E-EA5F-4E37-AD7D-B1A64860480F}" dt="2025-03-11T14:52:13.531" v="172" actId="2696"/>
        <pc:sldMkLst>
          <pc:docMk/>
          <pc:sldMk cId="139244500" sldId="289"/>
        </pc:sldMkLst>
      </pc:sldChg>
      <pc:sldChg chg="modSp mod">
        <pc:chgData name="James Dyer" userId="c78f284b-7e37-4191-b5a6-8e3806eb7037" providerId="ADAL" clId="{D985001E-EA5F-4E37-AD7D-B1A64860480F}" dt="2025-03-11T14:54:31.348" v="342" actId="20577"/>
        <pc:sldMkLst>
          <pc:docMk/>
          <pc:sldMk cId="2837838066" sldId="308"/>
        </pc:sldMkLst>
      </pc:sldChg>
      <pc:sldChg chg="modSp new mod">
        <pc:chgData name="James Dyer" userId="c78f284b-7e37-4191-b5a6-8e3806eb7037" providerId="ADAL" clId="{D985001E-EA5F-4E37-AD7D-B1A64860480F}" dt="2025-03-11T14:50:17.415" v="86" actId="20577"/>
        <pc:sldMkLst>
          <pc:docMk/>
          <pc:sldMk cId="1746381905" sldId="340"/>
        </pc:sldMkLst>
      </pc:sldChg>
      <pc:sldChg chg="modSp new mod">
        <pc:chgData name="James Dyer" userId="c78f284b-7e37-4191-b5a6-8e3806eb7037" providerId="ADAL" clId="{D985001E-EA5F-4E37-AD7D-B1A64860480F}" dt="2025-03-11T14:50:59.838" v="168" actId="20577"/>
        <pc:sldMkLst>
          <pc:docMk/>
          <pc:sldMk cId="3037604075" sldId="341"/>
        </pc:sldMkLst>
      </pc:sldChg>
      <pc:sldChg chg="modSp new mod">
        <pc:chgData name="James Dyer" userId="c78f284b-7e37-4191-b5a6-8e3806eb7037" providerId="ADAL" clId="{D985001E-EA5F-4E37-AD7D-B1A64860480F}" dt="2025-03-11T14:53:41.088" v="332" actId="20577"/>
        <pc:sldMkLst>
          <pc:docMk/>
          <pc:sldMk cId="721780042" sldId="342"/>
        </pc:sldMkLst>
      </pc:sldChg>
      <pc:sldChg chg="add del">
        <pc:chgData name="James Dyer" userId="c78f284b-7e37-4191-b5a6-8e3806eb7037" providerId="ADAL" clId="{D985001E-EA5F-4E37-AD7D-B1A64860480F}" dt="2025-03-11T14:51:47.842" v="170" actId="2696"/>
        <pc:sldMkLst>
          <pc:docMk/>
          <pc:sldMk cId="1288733903" sldId="342"/>
        </pc:sldMkLst>
      </pc:sldChg>
    </pc:docChg>
  </pc:docChgLst>
  <pc:docChgLst>
    <pc:chgData name="James Dyer" userId="c78f284b-7e37-4191-b5a6-8e3806eb7037" providerId="ADAL" clId="{17DBB32D-CD63-4133-A53D-C3528EE0C6B8}"/>
    <pc:docChg chg="undo custSel addSld delSld modSld sldOrd">
      <pc:chgData name="James Dyer" userId="c78f284b-7e37-4191-b5a6-8e3806eb7037" providerId="ADAL" clId="{17DBB32D-CD63-4133-A53D-C3528EE0C6B8}" dt="2025-03-31T14:05:15.479" v="2242" actId="1076"/>
      <pc:docMkLst>
        <pc:docMk/>
      </pc:docMkLst>
      <pc:sldChg chg="modSp mod">
        <pc:chgData name="James Dyer" userId="c78f284b-7e37-4191-b5a6-8e3806eb7037" providerId="ADAL" clId="{17DBB32D-CD63-4133-A53D-C3528EE0C6B8}" dt="2025-03-31T11:18:42.557" v="1807" actId="20577"/>
        <pc:sldMkLst>
          <pc:docMk/>
          <pc:sldMk cId="1916156025" sldId="256"/>
        </pc:sldMkLst>
      </pc:sldChg>
      <pc:sldChg chg="del">
        <pc:chgData name="James Dyer" userId="c78f284b-7e37-4191-b5a6-8e3806eb7037" providerId="ADAL" clId="{17DBB32D-CD63-4133-A53D-C3528EE0C6B8}" dt="2025-03-13T13:14:19.652" v="448" actId="2696"/>
        <pc:sldMkLst>
          <pc:docMk/>
          <pc:sldMk cId="2223779838" sldId="267"/>
        </pc:sldMkLst>
      </pc:sldChg>
      <pc:sldChg chg="modSp">
        <pc:chgData name="James Dyer" userId="c78f284b-7e37-4191-b5a6-8e3806eb7037" providerId="ADAL" clId="{17DBB32D-CD63-4133-A53D-C3528EE0C6B8}" dt="2025-03-13T13:09:34.011" v="447"/>
        <pc:sldMkLst>
          <pc:docMk/>
          <pc:sldMk cId="3674065384" sldId="269"/>
        </pc:sldMkLst>
      </pc:sldChg>
      <pc:sldChg chg="del">
        <pc:chgData name="James Dyer" userId="c78f284b-7e37-4191-b5a6-8e3806eb7037" providerId="ADAL" clId="{17DBB32D-CD63-4133-A53D-C3528EE0C6B8}" dt="2025-03-13T13:14:19.652" v="448" actId="2696"/>
        <pc:sldMkLst>
          <pc:docMk/>
          <pc:sldMk cId="2868317461" sldId="270"/>
        </pc:sldMkLst>
      </pc:sldChg>
      <pc:sldChg chg="addSp delSp modSp mod chgLayout">
        <pc:chgData name="James Dyer" userId="c78f284b-7e37-4191-b5a6-8e3806eb7037" providerId="ADAL" clId="{17DBB32D-CD63-4133-A53D-C3528EE0C6B8}" dt="2025-03-31T11:31:10.335" v="1964" actId="20577"/>
        <pc:sldMkLst>
          <pc:docMk/>
          <pc:sldMk cId="1834755248" sldId="275"/>
        </pc:sldMkLst>
      </pc:sldChg>
      <pc:sldChg chg="modSp mod">
        <pc:chgData name="James Dyer" userId="c78f284b-7e37-4191-b5a6-8e3806eb7037" providerId="ADAL" clId="{17DBB32D-CD63-4133-A53D-C3528EE0C6B8}" dt="2025-03-12T15:08:26.092" v="89" actId="20577"/>
        <pc:sldMkLst>
          <pc:docMk/>
          <pc:sldMk cId="596765420" sldId="279"/>
        </pc:sldMkLst>
      </pc:sldChg>
      <pc:sldChg chg="modSp mod">
        <pc:chgData name="James Dyer" userId="c78f284b-7e37-4191-b5a6-8e3806eb7037" providerId="ADAL" clId="{17DBB32D-CD63-4133-A53D-C3528EE0C6B8}" dt="2025-03-12T15:08:59.485" v="95" actId="20577"/>
        <pc:sldMkLst>
          <pc:docMk/>
          <pc:sldMk cId="3252240191" sldId="284"/>
        </pc:sldMkLst>
      </pc:sldChg>
      <pc:sldChg chg="modSp mod">
        <pc:chgData name="James Dyer" userId="c78f284b-7e37-4191-b5a6-8e3806eb7037" providerId="ADAL" clId="{17DBB32D-CD63-4133-A53D-C3528EE0C6B8}" dt="2025-03-12T15:09:18.463" v="99" actId="20577"/>
        <pc:sldMkLst>
          <pc:docMk/>
          <pc:sldMk cId="3741139823" sldId="286"/>
        </pc:sldMkLst>
      </pc:sldChg>
      <pc:sldChg chg="modSp mod">
        <pc:chgData name="James Dyer" userId="c78f284b-7e37-4191-b5a6-8e3806eb7037" providerId="ADAL" clId="{17DBB32D-CD63-4133-A53D-C3528EE0C6B8}" dt="2025-03-12T15:08:47.645" v="92" actId="20577"/>
        <pc:sldMkLst>
          <pc:docMk/>
          <pc:sldMk cId="2559613080" sldId="287"/>
        </pc:sldMkLst>
      </pc:sldChg>
      <pc:sldChg chg="modSp mod">
        <pc:chgData name="James Dyer" userId="c78f284b-7e37-4191-b5a6-8e3806eb7037" providerId="ADAL" clId="{17DBB32D-CD63-4133-A53D-C3528EE0C6B8}" dt="2025-03-12T15:08:12.693" v="85" actId="20577"/>
        <pc:sldMkLst>
          <pc:docMk/>
          <pc:sldMk cId="2666860389" sldId="290"/>
        </pc:sldMkLst>
      </pc:sldChg>
      <pc:sldChg chg="modSp mod">
        <pc:chgData name="James Dyer" userId="c78f284b-7e37-4191-b5a6-8e3806eb7037" providerId="ADAL" clId="{17DBB32D-CD63-4133-A53D-C3528EE0C6B8}" dt="2025-03-12T15:09:39.028" v="103" actId="20577"/>
        <pc:sldMkLst>
          <pc:docMk/>
          <pc:sldMk cId="3850631735" sldId="291"/>
        </pc:sldMkLst>
      </pc:sldChg>
      <pc:sldChg chg="modSp mod">
        <pc:chgData name="James Dyer" userId="c78f284b-7e37-4191-b5a6-8e3806eb7037" providerId="ADAL" clId="{17DBB32D-CD63-4133-A53D-C3528EE0C6B8}" dt="2025-03-12T15:09:50.659" v="106" actId="20577"/>
        <pc:sldMkLst>
          <pc:docMk/>
          <pc:sldMk cId="754725535" sldId="293"/>
        </pc:sldMkLst>
      </pc:sldChg>
      <pc:sldChg chg="modSp mod">
        <pc:chgData name="James Dyer" userId="c78f284b-7e37-4191-b5a6-8e3806eb7037" providerId="ADAL" clId="{17DBB32D-CD63-4133-A53D-C3528EE0C6B8}" dt="2025-03-12T15:09:56.901" v="110" actId="20577"/>
        <pc:sldMkLst>
          <pc:docMk/>
          <pc:sldMk cId="4267135962" sldId="294"/>
        </pc:sldMkLst>
      </pc:sldChg>
      <pc:sldChg chg="delSp modSp mod">
        <pc:chgData name="James Dyer" userId="c78f284b-7e37-4191-b5a6-8e3806eb7037" providerId="ADAL" clId="{17DBB32D-CD63-4133-A53D-C3528EE0C6B8}" dt="2025-03-28T12:13:05.086" v="1417" actId="478"/>
        <pc:sldMkLst>
          <pc:docMk/>
          <pc:sldMk cId="1818142597" sldId="296"/>
        </pc:sldMkLst>
      </pc:sldChg>
      <pc:sldChg chg="modSp mod">
        <pc:chgData name="James Dyer" userId="c78f284b-7e37-4191-b5a6-8e3806eb7037" providerId="ADAL" clId="{17DBB32D-CD63-4133-A53D-C3528EE0C6B8}" dt="2025-03-31T12:13:05.725" v="2133" actId="20577"/>
        <pc:sldMkLst>
          <pc:docMk/>
          <pc:sldMk cId="1422317331" sldId="297"/>
        </pc:sldMkLst>
      </pc:sldChg>
      <pc:sldChg chg="del">
        <pc:chgData name="James Dyer" userId="c78f284b-7e37-4191-b5a6-8e3806eb7037" providerId="ADAL" clId="{17DBB32D-CD63-4133-A53D-C3528EE0C6B8}" dt="2025-03-12T15:15:35.758" v="111" actId="2696"/>
        <pc:sldMkLst>
          <pc:docMk/>
          <pc:sldMk cId="3779703918" sldId="299"/>
        </pc:sldMkLst>
      </pc:sldChg>
      <pc:sldChg chg="del">
        <pc:chgData name="James Dyer" userId="c78f284b-7e37-4191-b5a6-8e3806eb7037" providerId="ADAL" clId="{17DBB32D-CD63-4133-A53D-C3528EE0C6B8}" dt="2025-03-12T15:15:35.758" v="111" actId="2696"/>
        <pc:sldMkLst>
          <pc:docMk/>
          <pc:sldMk cId="1787260524" sldId="300"/>
        </pc:sldMkLst>
      </pc:sldChg>
      <pc:sldChg chg="del">
        <pc:chgData name="James Dyer" userId="c78f284b-7e37-4191-b5a6-8e3806eb7037" providerId="ADAL" clId="{17DBB32D-CD63-4133-A53D-C3528EE0C6B8}" dt="2025-03-12T15:15:35.758" v="111" actId="2696"/>
        <pc:sldMkLst>
          <pc:docMk/>
          <pc:sldMk cId="3216108614" sldId="301"/>
        </pc:sldMkLst>
      </pc:sldChg>
      <pc:sldChg chg="del">
        <pc:chgData name="James Dyer" userId="c78f284b-7e37-4191-b5a6-8e3806eb7037" providerId="ADAL" clId="{17DBB32D-CD63-4133-A53D-C3528EE0C6B8}" dt="2025-03-12T15:15:35.758" v="111" actId="2696"/>
        <pc:sldMkLst>
          <pc:docMk/>
          <pc:sldMk cId="3400630723" sldId="302"/>
        </pc:sldMkLst>
      </pc:sldChg>
      <pc:sldChg chg="del">
        <pc:chgData name="James Dyer" userId="c78f284b-7e37-4191-b5a6-8e3806eb7037" providerId="ADAL" clId="{17DBB32D-CD63-4133-A53D-C3528EE0C6B8}" dt="2025-03-12T15:15:35.758" v="111" actId="2696"/>
        <pc:sldMkLst>
          <pc:docMk/>
          <pc:sldMk cId="222000628" sldId="303"/>
        </pc:sldMkLst>
      </pc:sldChg>
      <pc:sldChg chg="del">
        <pc:chgData name="James Dyer" userId="c78f284b-7e37-4191-b5a6-8e3806eb7037" providerId="ADAL" clId="{17DBB32D-CD63-4133-A53D-C3528EE0C6B8}" dt="2025-03-12T15:15:35.758" v="111" actId="2696"/>
        <pc:sldMkLst>
          <pc:docMk/>
          <pc:sldMk cId="1182688659" sldId="305"/>
        </pc:sldMkLst>
      </pc:sldChg>
      <pc:sldChg chg="del">
        <pc:chgData name="James Dyer" userId="c78f284b-7e37-4191-b5a6-8e3806eb7037" providerId="ADAL" clId="{17DBB32D-CD63-4133-A53D-C3528EE0C6B8}" dt="2025-03-12T15:15:35.758" v="111" actId="2696"/>
        <pc:sldMkLst>
          <pc:docMk/>
          <pc:sldMk cId="1506604421" sldId="307"/>
        </pc:sldMkLst>
      </pc:sldChg>
      <pc:sldChg chg="del">
        <pc:chgData name="James Dyer" userId="c78f284b-7e37-4191-b5a6-8e3806eb7037" providerId="ADAL" clId="{17DBB32D-CD63-4133-A53D-C3528EE0C6B8}" dt="2025-03-12T15:15:35.758" v="111" actId="2696"/>
        <pc:sldMkLst>
          <pc:docMk/>
          <pc:sldMk cId="2837838066" sldId="308"/>
        </pc:sldMkLst>
      </pc:sldChg>
      <pc:sldChg chg="modSp mod">
        <pc:chgData name="James Dyer" userId="c78f284b-7e37-4191-b5a6-8e3806eb7037" providerId="ADAL" clId="{17DBB32D-CD63-4133-A53D-C3528EE0C6B8}" dt="2025-03-27T13:07:28.520" v="867" actId="20577"/>
        <pc:sldMkLst>
          <pc:docMk/>
          <pc:sldMk cId="1746381905" sldId="340"/>
        </pc:sldMkLst>
      </pc:sldChg>
      <pc:sldChg chg="del">
        <pc:chgData name="James Dyer" userId="c78f284b-7e37-4191-b5a6-8e3806eb7037" providerId="ADAL" clId="{17DBB32D-CD63-4133-A53D-C3528EE0C6B8}" dt="2025-03-27T13:07:47.942" v="868" actId="2696"/>
        <pc:sldMkLst>
          <pc:docMk/>
          <pc:sldMk cId="3037604075" sldId="341"/>
        </pc:sldMkLst>
      </pc:sldChg>
      <pc:sldChg chg="modSp del mod">
        <pc:chgData name="James Dyer" userId="c78f284b-7e37-4191-b5a6-8e3806eb7037" providerId="ADAL" clId="{17DBB32D-CD63-4133-A53D-C3528EE0C6B8}" dt="2025-03-28T12:20:16.715" v="1700" actId="2696"/>
        <pc:sldMkLst>
          <pc:docMk/>
          <pc:sldMk cId="721780042" sldId="342"/>
        </pc:sldMkLst>
      </pc:sldChg>
      <pc:sldChg chg="modSp new del mod">
        <pc:chgData name="James Dyer" userId="c78f284b-7e37-4191-b5a6-8e3806eb7037" providerId="ADAL" clId="{17DBB32D-CD63-4133-A53D-C3528EE0C6B8}" dt="2025-03-27T13:11:34.394" v="1076" actId="2696"/>
        <pc:sldMkLst>
          <pc:docMk/>
          <pc:sldMk cId="284816280" sldId="343"/>
        </pc:sldMkLst>
      </pc:sldChg>
      <pc:sldChg chg="addSp delSp modSp new mod">
        <pc:chgData name="James Dyer" userId="c78f284b-7e37-4191-b5a6-8e3806eb7037" providerId="ADAL" clId="{17DBB32D-CD63-4133-A53D-C3528EE0C6B8}" dt="2025-03-31T12:02:31.804" v="2055" actId="1076"/>
        <pc:sldMkLst>
          <pc:docMk/>
          <pc:sldMk cId="2488480570" sldId="343"/>
        </pc:sldMkLst>
      </pc:sldChg>
      <pc:sldChg chg="addSp delSp modSp new mod ord">
        <pc:chgData name="James Dyer" userId="c78f284b-7e37-4191-b5a6-8e3806eb7037" providerId="ADAL" clId="{17DBB32D-CD63-4133-A53D-C3528EE0C6B8}" dt="2025-03-31T12:06:34.828" v="2065" actId="20577"/>
        <pc:sldMkLst>
          <pc:docMk/>
          <pc:sldMk cId="74930586" sldId="344"/>
        </pc:sldMkLst>
      </pc:sldChg>
      <pc:sldChg chg="addSp delSp modSp new mod ord">
        <pc:chgData name="James Dyer" userId="c78f284b-7e37-4191-b5a6-8e3806eb7037" providerId="ADAL" clId="{17DBB32D-CD63-4133-A53D-C3528EE0C6B8}" dt="2025-03-31T11:59:39.673" v="2050" actId="1076"/>
        <pc:sldMkLst>
          <pc:docMk/>
          <pc:sldMk cId="2472633409" sldId="345"/>
        </pc:sldMkLst>
      </pc:sldChg>
      <pc:sldChg chg="addSp delSp modSp new mod">
        <pc:chgData name="James Dyer" userId="c78f284b-7e37-4191-b5a6-8e3806eb7037" providerId="ADAL" clId="{17DBB32D-CD63-4133-A53D-C3528EE0C6B8}" dt="2025-03-31T12:06:16.534" v="2062" actId="1076"/>
        <pc:sldMkLst>
          <pc:docMk/>
          <pc:sldMk cId="1556490484" sldId="346"/>
        </pc:sldMkLst>
      </pc:sldChg>
      <pc:sldChg chg="addSp delSp modSp new mod ord modClrScheme chgLayout">
        <pc:chgData name="James Dyer" userId="c78f284b-7e37-4191-b5a6-8e3806eb7037" providerId="ADAL" clId="{17DBB32D-CD63-4133-A53D-C3528EE0C6B8}" dt="2025-03-31T14:05:15.479" v="2242" actId="1076"/>
        <pc:sldMkLst>
          <pc:docMk/>
          <pc:sldMk cId="513212108" sldId="347"/>
        </pc:sldMkLst>
      </pc:sldChg>
      <pc:sldChg chg="addSp delSp modSp new mod ord">
        <pc:chgData name="James Dyer" userId="c78f284b-7e37-4191-b5a6-8e3806eb7037" providerId="ADAL" clId="{17DBB32D-CD63-4133-A53D-C3528EE0C6B8}" dt="2025-03-31T12:27:58.317" v="2186" actId="1076"/>
        <pc:sldMkLst>
          <pc:docMk/>
          <pc:sldMk cId="2366269055" sldId="348"/>
        </pc:sldMkLst>
      </pc:sldChg>
      <pc:sldChg chg="addSp delSp modSp new mod ord">
        <pc:chgData name="James Dyer" userId="c78f284b-7e37-4191-b5a6-8e3806eb7037" providerId="ADAL" clId="{17DBB32D-CD63-4133-A53D-C3528EE0C6B8}" dt="2025-03-31T14:00:06.954" v="2224" actId="20577"/>
        <pc:sldMkLst>
          <pc:docMk/>
          <pc:sldMk cId="2391036603" sldId="349"/>
        </pc:sldMkLst>
      </pc:sldChg>
      <pc:sldChg chg="addSp delSp modSp new mod modClrScheme chgLayout">
        <pc:chgData name="James Dyer" userId="c78f284b-7e37-4191-b5a6-8e3806eb7037" providerId="ADAL" clId="{17DBB32D-CD63-4133-A53D-C3528EE0C6B8}" dt="2025-03-28T12:20:43.767" v="1713" actId="20577"/>
        <pc:sldMkLst>
          <pc:docMk/>
          <pc:sldMk cId="1282376402" sldId="350"/>
        </pc:sldMkLst>
      </pc:sldChg>
      <pc:sldChg chg="addSp delSp modSp new mod modClrScheme chgLayout">
        <pc:chgData name="James Dyer" userId="c78f284b-7e37-4191-b5a6-8e3806eb7037" providerId="ADAL" clId="{17DBB32D-CD63-4133-A53D-C3528EE0C6B8}" dt="2025-03-28T12:21:14.237" v="1754" actId="20577"/>
        <pc:sldMkLst>
          <pc:docMk/>
          <pc:sldMk cId="3038387680" sldId="351"/>
        </pc:sldMkLst>
      </pc:sldChg>
      <pc:sldChg chg="addSp delSp modSp new mod">
        <pc:chgData name="James Dyer" userId="c78f284b-7e37-4191-b5a6-8e3806eb7037" providerId="ADAL" clId="{17DBB32D-CD63-4133-A53D-C3528EE0C6B8}" dt="2025-03-31T12:16:37.258" v="2162" actId="1076"/>
        <pc:sldMkLst>
          <pc:docMk/>
          <pc:sldMk cId="2798715774" sldId="352"/>
        </pc:sldMkLst>
      </pc:sldChg>
      <pc:sldChg chg="addSp delSp modSp new mod ord modClrScheme chgLayout">
        <pc:chgData name="James Dyer" userId="c78f284b-7e37-4191-b5a6-8e3806eb7037" providerId="ADAL" clId="{17DBB32D-CD63-4133-A53D-C3528EE0C6B8}" dt="2025-03-31T11:37:31.054" v="2025" actId="113"/>
        <pc:sldMkLst>
          <pc:docMk/>
          <pc:sldMk cId="311122159" sldId="353"/>
        </pc:sldMkLst>
      </pc:sldChg>
      <pc:sldChg chg="addSp delSp modSp new mod modClrScheme chgLayout">
        <pc:chgData name="James Dyer" userId="c78f284b-7e37-4191-b5a6-8e3806eb7037" providerId="ADAL" clId="{17DBB32D-CD63-4133-A53D-C3528EE0C6B8}" dt="2025-03-31T11:37:02.265" v="2023" actId="1076"/>
        <pc:sldMkLst>
          <pc:docMk/>
          <pc:sldMk cId="4151117744" sldId="354"/>
        </pc:sldMkLst>
      </pc:sldChg>
    </pc:docChg>
  </pc:docChgLst>
  <pc:docChgLst>
    <pc:chgData name="James Dyer" userId="c78f284b-7e37-4191-b5a6-8e3806eb7037" providerId="ADAL" clId="{DBBF8EB1-EBFB-4A39-B2FB-FAB48817205C}"/>
    <pc:docChg chg="custSel modSld">
      <pc:chgData name="James Dyer" userId="c78f284b-7e37-4191-b5a6-8e3806eb7037" providerId="ADAL" clId="{DBBF8EB1-EBFB-4A39-B2FB-FAB48817205C}" dt="2024-10-14T15:58:10.351" v="45" actId="27636"/>
      <pc:docMkLst>
        <pc:docMk/>
      </pc:docMkLst>
      <pc:sldChg chg="modSp mod">
        <pc:chgData name="James Dyer" userId="c78f284b-7e37-4191-b5a6-8e3806eb7037" providerId="ADAL" clId="{DBBF8EB1-EBFB-4A39-B2FB-FAB48817205C}" dt="2024-10-14T15:58:10.351" v="45" actId="27636"/>
        <pc:sldMkLst>
          <pc:docMk/>
          <pc:sldMk cId="3850631735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F54FA-5161-4B7D-8E72-34D5EE3663C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8EDFC-4125-44AC-8FDE-4A06716440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860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8EDFC-4125-44AC-8FDE-4A067164407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1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8EDFC-4125-44AC-8FDE-4A067164407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254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8EDFC-4125-44AC-8FDE-4A067164407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51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8EDFC-4125-44AC-8FDE-4A067164407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413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8EDFC-4125-44AC-8FDE-4A067164407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66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8EDFC-4125-44AC-8FDE-4A067164407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003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8EDFC-4125-44AC-8FDE-4A067164407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181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392C-C117-ED88-5734-7A24742F3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E0137-26C3-1B58-EF3A-CA54F0ADE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2447-1B1E-003A-0EC1-918C3520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CD86D-907D-9AFF-E08A-3099C24C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898C3-C89B-AF72-ACA2-57293662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61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6129-EEF5-5308-4F3C-AB364A2A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5AD5C-40C8-CEFF-23FA-3E1AF754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87725-AB0A-AAF2-4E14-96F7046D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580D-B41C-EFA7-ABDD-C80F392F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E2C9A-70B1-91F9-D73C-01AC765B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66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C950-AD2A-264D-781F-17CEBE1DB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33C34-6174-327E-D962-5A004D733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AF204-679F-69FF-FF50-A24CE95B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62AF-2F18-B0A3-0F3A-098D0BB8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9DA4E-C3D7-70F6-80AA-D7D37580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8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A3E6-4D15-1775-A33A-81507030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07051-3220-759A-0FB9-F5B2DCC91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0D64A-C3F9-5600-43D7-695E6783C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2D9D2-30F7-13C2-7BBB-D0106A65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60D6F-CB71-66FF-0233-65070AF1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61A00-C666-D786-A0B0-BC6C624EB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40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2144-5B66-4D87-413B-B5EA837C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764F3-0127-2059-8353-5E90782C2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9B8FA-73B8-A2D8-88E3-26A42EF8D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2F8167-C7B7-12C6-A35C-2F31EFA7B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C2644-E0D7-5242-3A03-A9001E94C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C07EB7-CADB-9ACB-61D0-865BC661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829C2-5841-F57F-520B-0F3434D3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029DF-54E8-8CA3-1EDE-0D7EBDC0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72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B975-19B1-E442-39F6-77079E3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8802-79F2-A3CD-2774-2F935A76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82BA42-9D59-ED55-EDCA-D92B548B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CF747-EFF7-1F5A-9B93-2210F90A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91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F8008-058A-9CC0-3DDE-213885DE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3612E-B438-7578-AC7D-08785305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6D5C9-E03F-E113-17D8-F232DFC8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9538-787C-5E52-0F0E-327088B3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41CF0-F734-D377-43F3-468DFC0E6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850C9-9E4C-B28D-B56F-75BD794ED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8698E-02B7-CCF7-5429-FA34EFFD7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B1F1D-F3F8-D0C7-06DC-563DF71C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D13FE-D4DD-2AAC-BE43-C147F777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56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7FB3-6670-39BC-D28B-19DC4A4B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9A537-1350-246C-171B-D192B17FE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7B682-DF00-8347-78B5-2218F1AEA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95D05-1B8E-5687-0E1C-F78BE79B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9A04B-5418-4CA0-09D0-7884BD89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85B5C-706C-A2AE-FBFF-997456D0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79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2ACF-C334-0DDB-8DD0-6DD94C7F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0C93B-85D6-F14A-2E26-67260C95A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8F7AD-AD27-9946-8124-EB190202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B996-C73A-D4F6-1D8E-EAC563DB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88569-C694-CFD7-ADEF-6FA0C5AE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68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3B292-E706-610F-C781-0ED3BFC01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311D3-E7B9-65C5-B4F1-29A75509F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6866A-F3A7-92B8-5162-A88FF5B5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2DC64-1251-4A23-4DE9-4B724281D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BE34C-40FE-7A53-FB8E-C4781031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596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F9C5C-F93E-EFE3-893D-CD938317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0C1FF-AF41-7F7C-21AA-DEB1F75F1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26A31-3DDD-635A-C83D-E2850074E9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08CDB-1F5C-45D4-A4FF-A54AE1B0314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7510E-B138-052A-9835-AEB1598C1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FEA33-28BD-F583-0DC1-05BCFDAB0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7ACC1-3213-409B-A53E-C957156E9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23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logic.ly/demo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EF37-2D61-3835-5D11-D05F29D48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02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COMP1860 Building our Digital World: Computer Systems &amp;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3E769-E4BE-82E3-9062-6E59CB696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9804"/>
            <a:ext cx="9144000" cy="1655762"/>
          </a:xfrm>
        </p:spPr>
        <p:txBody>
          <a:bodyPr/>
          <a:lstStyle/>
          <a:p>
            <a:r>
              <a:rPr lang="en-GB" sz="2800"/>
              <a:t>S1.W3.L2: </a:t>
            </a:r>
            <a:r>
              <a:rPr lang="en-GB" sz="2800" dirty="0"/>
              <a:t>Boolean Logic &amp; Logic Gates</a:t>
            </a:r>
          </a:p>
          <a:p>
            <a:r>
              <a:rPr lang="en-GB" sz="2800" dirty="0"/>
              <a:t>Dr James Dyer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615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3D9B-F031-E9EE-57A2-70751E22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cartoon of a child standing in front of a sign&#10;&#10;Description automatically generated">
            <a:extLst>
              <a:ext uri="{FF2B5EF4-FFF2-40B4-BE49-F238E27FC236}">
                <a16:creationId xmlns:a16="http://schemas.microsoft.com/office/drawing/2014/main" id="{87730293-1A6A-F43C-466F-7BE8B3723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828" cy="6858000"/>
          </a:xfrm>
        </p:spPr>
      </p:pic>
    </p:spTree>
    <p:extLst>
      <p:ext uri="{BB962C8B-B14F-4D97-AF65-F5344CB8AC3E}">
        <p14:creationId xmlns:p14="http://schemas.microsoft.com/office/powerpoint/2010/main" val="140086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1253-F723-4782-FA6E-E4EFCFD9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BFD0-C792-9EF3-3BED-4AA7BDB2C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lecture covers material similar </a:t>
            </a:r>
            <a:r>
              <a:rPr lang="en-GB"/>
              <a:t>to chapter 12 </a:t>
            </a:r>
            <a:r>
              <a:rPr lang="en-GB" dirty="0"/>
              <a:t>of </a:t>
            </a:r>
            <a:r>
              <a:rPr lang="en-US" sz="2800" b="1" dirty="0"/>
              <a:t>Stallings. </a:t>
            </a:r>
            <a:r>
              <a:rPr lang="en-US" sz="2800" b="1" i="1" dirty="0"/>
              <a:t>Computer </a:t>
            </a:r>
            <a:r>
              <a:rPr lang="en-US" sz="2800" b="1" i="1" dirty="0" err="1"/>
              <a:t>Organisation</a:t>
            </a:r>
            <a:r>
              <a:rPr lang="en-US" sz="2800" b="1" i="1" dirty="0"/>
              <a:t> &amp; Architecture</a:t>
            </a:r>
            <a:endParaRPr lang="en-GB" sz="2800" b="1" i="1" dirty="0"/>
          </a:p>
          <a:p>
            <a:pPr lvl="1"/>
            <a:r>
              <a:rPr lang="en-GB" dirty="0"/>
              <a:t>It covers sections 12.1 and 12.2 of chapter 12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843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9D7-FC34-A384-E843-C066A470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58B1D-3137-4706-E60D-0154FFC8F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Construct a logic circuit using logic gates.</a:t>
            </a:r>
          </a:p>
        </p:txBody>
      </p:sp>
    </p:spTree>
    <p:extLst>
      <p:ext uri="{BB962C8B-B14F-4D97-AF65-F5344CB8AC3E}">
        <p14:creationId xmlns:p14="http://schemas.microsoft.com/office/powerpoint/2010/main" val="3773420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B17A-1F61-C62D-3177-6299EC601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5506E-E40D-54F6-EB3A-EE11B0EBA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Boolean Logic</a:t>
            </a:r>
          </a:p>
          <a:p>
            <a:r>
              <a:rPr lang="en-GB" dirty="0"/>
              <a:t>Logic Circuits</a:t>
            </a:r>
          </a:p>
        </p:txBody>
      </p:sp>
    </p:spTree>
    <p:extLst>
      <p:ext uri="{BB962C8B-B14F-4D97-AF65-F5344CB8AC3E}">
        <p14:creationId xmlns:p14="http://schemas.microsoft.com/office/powerpoint/2010/main" val="278865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7BED67-5C7A-8418-827F-C39AB8EF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Logic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260D9-8FFE-2D97-308D-4414B11EA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38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A6C7-2304-8AE0-033D-95F7573E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461ED-C691-874A-5D40-CE466A81B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6863" indent="-296863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Mathematical logic</a:t>
            </a:r>
            <a:endParaRPr lang="en-US" sz="2000" dirty="0"/>
          </a:p>
          <a:p>
            <a:pPr marL="754063" lvl="1" indent="-296863">
              <a:buClr>
                <a:schemeClr val="tx2"/>
              </a:buClr>
            </a:pPr>
            <a:r>
              <a:rPr lang="en-US" sz="2000" dirty="0"/>
              <a:t>Each Boolean variable has 2 possible values: True and False</a:t>
            </a:r>
          </a:p>
          <a:p>
            <a:pPr marL="296863" indent="-296863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Named after George Boole</a:t>
            </a:r>
          </a:p>
          <a:p>
            <a:pPr marL="754063" lvl="1" indent="-296863">
              <a:buClr>
                <a:schemeClr val="tx2"/>
              </a:buClr>
            </a:pPr>
            <a:r>
              <a:rPr lang="en-US" sz="2000" dirty="0"/>
              <a:t>English mathematician</a:t>
            </a:r>
          </a:p>
          <a:p>
            <a:pPr marL="754063" lvl="1" indent="-296863">
              <a:buClr>
                <a:schemeClr val="tx2"/>
              </a:buClr>
            </a:pPr>
            <a:r>
              <a:rPr lang="en-US" sz="2000" dirty="0"/>
              <a:t>Proposed basic principles of the algebra in 1854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9849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2A9B-B9F8-832F-984E-8C62D544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Values</a:t>
            </a: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71A871C0-EC7D-7B59-C0C5-345916FBCAD3}"/>
              </a:ext>
            </a:extLst>
          </p:cNvPr>
          <p:cNvSpPr txBox="1">
            <a:spLocks/>
          </p:cNvSpPr>
          <p:nvPr/>
        </p:nvSpPr>
        <p:spPr>
          <a:xfrm>
            <a:off x="2974428" y="3651605"/>
            <a:ext cx="1287517" cy="2525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On</a:t>
            </a:r>
          </a:p>
          <a:p>
            <a:r>
              <a:rPr lang="en-GB" dirty="0"/>
              <a:t>True</a:t>
            </a:r>
          </a:p>
          <a:p>
            <a:r>
              <a:rPr lang="en-GB" dirty="0"/>
              <a:t>Yes</a:t>
            </a:r>
          </a:p>
          <a:p>
            <a:r>
              <a:rPr lang="en-GB" dirty="0"/>
              <a:t>1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464700A0-7F5C-4047-6502-A387489B5EBC}"/>
              </a:ext>
            </a:extLst>
          </p:cNvPr>
          <p:cNvSpPr txBox="1">
            <a:spLocks/>
          </p:cNvSpPr>
          <p:nvPr/>
        </p:nvSpPr>
        <p:spPr>
          <a:xfrm>
            <a:off x="8250621" y="3651604"/>
            <a:ext cx="1232026" cy="25253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Off</a:t>
            </a:r>
          </a:p>
          <a:p>
            <a:r>
              <a:rPr lang="en-GB" dirty="0"/>
              <a:t>False</a:t>
            </a:r>
          </a:p>
          <a:p>
            <a:r>
              <a:rPr lang="en-GB" dirty="0"/>
              <a:t>No</a:t>
            </a:r>
          </a:p>
          <a:p>
            <a:r>
              <a:rPr lang="en-GB" dirty="0"/>
              <a:t>0</a:t>
            </a:r>
          </a:p>
        </p:txBody>
      </p:sp>
      <p:pic>
        <p:nvPicPr>
          <p:cNvPr id="6" name="Graphic 5" descr="Lightbulb outline">
            <a:extLst>
              <a:ext uri="{FF2B5EF4-FFF2-40B4-BE49-F238E27FC236}">
                <a16:creationId xmlns:a16="http://schemas.microsoft.com/office/drawing/2014/main" id="{B5929867-AEF3-2540-DD3D-6DA79D1BF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4290" y="1892584"/>
            <a:ext cx="1568356" cy="1568356"/>
          </a:xfrm>
          <a:prstGeom prst="rect">
            <a:avLst/>
          </a:prstGeom>
        </p:spPr>
      </p:pic>
      <p:pic>
        <p:nvPicPr>
          <p:cNvPr id="7" name="Graphic 6" descr="Lightbulb with solid fill">
            <a:extLst>
              <a:ext uri="{FF2B5EF4-FFF2-40B4-BE49-F238E27FC236}">
                <a16:creationId xmlns:a16="http://schemas.microsoft.com/office/drawing/2014/main" id="{6291A19B-8CA9-1ABA-37C5-D69C66476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4008" y="1886969"/>
            <a:ext cx="1568355" cy="156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130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A6EA-9DDD-5B0F-B351-E24139B3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Number of possible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C00C9-23DC-EF98-ACE7-B646E47FE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 variable: 2 possible values, 0 or 1</a:t>
            </a:r>
          </a:p>
          <a:p>
            <a:r>
              <a:rPr lang="en-GB" dirty="0"/>
              <a:t>2 variables: 4 possible combinations – 00, 01, 10, 11</a:t>
            </a:r>
          </a:p>
          <a:p>
            <a:r>
              <a:rPr lang="en-GB" dirty="0"/>
              <a:t>3 variables: 8 possible combinations – 000, 001, 010, 011, 100, 101, 110, 111</a:t>
            </a:r>
          </a:p>
          <a:p>
            <a:r>
              <a:rPr lang="en-GB" i="1" dirty="0"/>
              <a:t>n</a:t>
            </a:r>
            <a:r>
              <a:rPr lang="en-GB" dirty="0"/>
              <a:t> variables: 2</a:t>
            </a:r>
            <a:r>
              <a:rPr lang="en-GB" i="1" baseline="30000" dirty="0"/>
              <a:t>n</a:t>
            </a:r>
            <a:r>
              <a:rPr lang="en-GB" dirty="0"/>
              <a:t> possible combinations</a:t>
            </a:r>
          </a:p>
        </p:txBody>
      </p:sp>
    </p:spTree>
    <p:extLst>
      <p:ext uri="{BB962C8B-B14F-4D97-AF65-F5344CB8AC3E}">
        <p14:creationId xmlns:p14="http://schemas.microsoft.com/office/powerpoint/2010/main" val="10566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3F5A-1B9A-FFDF-056C-F7E0343F6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AB22EE0-7E82-5D9D-A8C2-50A9376686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35888953"/>
                  </p:ext>
                </p:extLst>
              </p:nvPr>
            </p:nvGraphicFramePr>
            <p:xfrm>
              <a:off x="964324" y="1783584"/>
              <a:ext cx="3312729" cy="1854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04243">
                      <a:extLst>
                        <a:ext uri="{9D8B030D-6E8A-4147-A177-3AD203B41FA5}">
                          <a16:colId xmlns:a16="http://schemas.microsoft.com/office/drawing/2014/main" val="314731337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177703644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40869027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72870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7931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11833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323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32177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AB22EE0-7E82-5D9D-A8C2-50A9376686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35888953"/>
                  </p:ext>
                </p:extLst>
              </p:nvPr>
            </p:nvGraphicFramePr>
            <p:xfrm>
              <a:off x="964324" y="1783584"/>
              <a:ext cx="3312729" cy="1854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04243">
                      <a:extLst>
                        <a:ext uri="{9D8B030D-6E8A-4147-A177-3AD203B41FA5}">
                          <a16:colId xmlns:a16="http://schemas.microsoft.com/office/drawing/2014/main" val="314731337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177703644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40869027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2" r="-201657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00000" r="-10054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01105" r="-1105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870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7931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11833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323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32177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Flowchart: Delay 7">
                <a:extLst>
                  <a:ext uri="{FF2B5EF4-FFF2-40B4-BE49-F238E27FC236}">
                    <a16:creationId xmlns:a16="http://schemas.microsoft.com/office/drawing/2014/main" id="{7F61CCD9-2CB4-0BDD-1D18-AFBA2AAEA92E}"/>
                  </a:ext>
                </a:extLst>
              </p:cNvPr>
              <p:cNvSpPr/>
              <p:nvPr/>
            </p:nvSpPr>
            <p:spPr>
              <a:xfrm>
                <a:off x="7136524" y="1838325"/>
                <a:ext cx="1250731" cy="872359"/>
              </a:xfrm>
              <a:prstGeom prst="flowChartDelay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Flowchart: Delay 7">
                <a:extLst>
                  <a:ext uri="{FF2B5EF4-FFF2-40B4-BE49-F238E27FC236}">
                    <a16:creationId xmlns:a16="http://schemas.microsoft.com/office/drawing/2014/main" id="{7F61CCD9-2CB4-0BDD-1D18-AFBA2AAEA9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524" y="1838325"/>
                <a:ext cx="1250731" cy="872359"/>
              </a:xfrm>
              <a:prstGeom prst="flowChartDelay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3615B9-61A7-FD75-CE74-A6F15A56C15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8387254" y="2274504"/>
            <a:ext cx="972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CE8352-1BD4-659D-FC1C-F16AE9B4F641}"/>
              </a:ext>
            </a:extLst>
          </p:cNvPr>
          <p:cNvCxnSpPr>
            <a:cxnSpLocks/>
          </p:cNvCxnSpPr>
          <p:nvPr/>
        </p:nvCxnSpPr>
        <p:spPr>
          <a:xfrm flipV="1">
            <a:off x="6164525" y="2111593"/>
            <a:ext cx="972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022C08-E504-0616-2B1C-BB80C99B436C}"/>
              </a:ext>
            </a:extLst>
          </p:cNvPr>
          <p:cNvCxnSpPr>
            <a:cxnSpLocks/>
          </p:cNvCxnSpPr>
          <p:nvPr/>
        </p:nvCxnSpPr>
        <p:spPr>
          <a:xfrm flipV="1">
            <a:off x="6164525" y="2475841"/>
            <a:ext cx="972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8724CB-7053-35B6-BE65-7FE0B36D5E9F}"/>
                  </a:ext>
                </a:extLst>
              </p:cNvPr>
              <p:cNvSpPr txBox="1"/>
              <p:nvPr/>
            </p:nvSpPr>
            <p:spPr>
              <a:xfrm>
                <a:off x="5793395" y="1883209"/>
                <a:ext cx="3993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8724CB-7053-35B6-BE65-7FE0B36D5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395" y="1883209"/>
                <a:ext cx="39939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FBDE16-09D5-12EB-C351-1CA6193B50DB}"/>
                  </a:ext>
                </a:extLst>
              </p:cNvPr>
              <p:cNvSpPr txBox="1"/>
              <p:nvPr/>
            </p:nvSpPr>
            <p:spPr>
              <a:xfrm>
                <a:off x="5814415" y="2288737"/>
                <a:ext cx="3993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FBDE16-09D5-12EB-C351-1CA6193B5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415" y="2288737"/>
                <a:ext cx="399393" cy="400110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048D83-5151-D372-4847-DF56F895A477}"/>
                  </a:ext>
                </a:extLst>
              </p:cNvPr>
              <p:cNvSpPr txBox="1"/>
              <p:nvPr/>
            </p:nvSpPr>
            <p:spPr>
              <a:xfrm>
                <a:off x="9364717" y="2074449"/>
                <a:ext cx="3993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048D83-5151-D372-4847-DF56F895A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4717" y="2074449"/>
                <a:ext cx="399393" cy="400110"/>
              </a:xfrm>
              <a:prstGeom prst="rect">
                <a:avLst/>
              </a:prstGeom>
              <a:blipFill>
                <a:blip r:embed="rId6"/>
                <a:stretch>
                  <a:fillRect l="-6061" r="-136364"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1D2723-1348-B341-0E91-E33BAF487BD7}"/>
                  </a:ext>
                </a:extLst>
              </p:cNvPr>
              <p:cNvSpPr txBox="1"/>
              <p:nvPr/>
            </p:nvSpPr>
            <p:spPr>
              <a:xfrm>
                <a:off x="5171090" y="3193206"/>
                <a:ext cx="5707117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when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1D2723-1348-B341-0E91-E33BAF487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090" y="3193206"/>
                <a:ext cx="5707117" cy="710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0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3F5A-1B9A-FFDF-056C-F7E0343F6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AB22EE0-7E82-5D9D-A8C2-50A9376686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05864702"/>
                  </p:ext>
                </p:extLst>
              </p:nvPr>
            </p:nvGraphicFramePr>
            <p:xfrm>
              <a:off x="964324" y="1783584"/>
              <a:ext cx="3312729" cy="1854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04243">
                      <a:extLst>
                        <a:ext uri="{9D8B030D-6E8A-4147-A177-3AD203B41FA5}">
                          <a16:colId xmlns:a16="http://schemas.microsoft.com/office/drawing/2014/main" val="314731337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177703644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40869027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72870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7931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11833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323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32177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AB22EE0-7E82-5D9D-A8C2-50A9376686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05864702"/>
                  </p:ext>
                </p:extLst>
              </p:nvPr>
            </p:nvGraphicFramePr>
            <p:xfrm>
              <a:off x="964324" y="1783584"/>
              <a:ext cx="3312729" cy="1854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04243">
                      <a:extLst>
                        <a:ext uri="{9D8B030D-6E8A-4147-A177-3AD203B41FA5}">
                          <a16:colId xmlns:a16="http://schemas.microsoft.com/office/drawing/2014/main" val="314731337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177703644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40869027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2" t="-8197" r="-201657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00000" t="-8197" r="-10054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72870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7931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11833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323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32177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7F61CCD9-2CB4-0BDD-1D18-AFBA2AAEA92E}"/>
              </a:ext>
            </a:extLst>
          </p:cNvPr>
          <p:cNvSpPr/>
          <p:nvPr/>
        </p:nvSpPr>
        <p:spPr>
          <a:xfrm>
            <a:off x="7136524" y="1838325"/>
            <a:ext cx="1250731" cy="872359"/>
          </a:xfrm>
          <a:prstGeom prst="flowChartDelay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3615B9-61A7-FD75-CE74-A6F15A56C15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8387254" y="2274504"/>
            <a:ext cx="972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CE8352-1BD4-659D-FC1C-F16AE9B4F641}"/>
              </a:ext>
            </a:extLst>
          </p:cNvPr>
          <p:cNvCxnSpPr>
            <a:cxnSpLocks/>
          </p:cNvCxnSpPr>
          <p:nvPr/>
        </p:nvCxnSpPr>
        <p:spPr>
          <a:xfrm flipV="1">
            <a:off x="6164525" y="2111593"/>
            <a:ext cx="972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022C08-E504-0616-2B1C-BB80C99B436C}"/>
              </a:ext>
            </a:extLst>
          </p:cNvPr>
          <p:cNvCxnSpPr>
            <a:cxnSpLocks/>
          </p:cNvCxnSpPr>
          <p:nvPr/>
        </p:nvCxnSpPr>
        <p:spPr>
          <a:xfrm flipV="1">
            <a:off x="6164525" y="2475841"/>
            <a:ext cx="972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8724CB-7053-35B6-BE65-7FE0B36D5E9F}"/>
                  </a:ext>
                </a:extLst>
              </p:cNvPr>
              <p:cNvSpPr txBox="1"/>
              <p:nvPr/>
            </p:nvSpPr>
            <p:spPr>
              <a:xfrm>
                <a:off x="5793395" y="1883209"/>
                <a:ext cx="3993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8724CB-7053-35B6-BE65-7FE0B36D5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395" y="1883209"/>
                <a:ext cx="39939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FBDE16-09D5-12EB-C351-1CA6193B50DB}"/>
                  </a:ext>
                </a:extLst>
              </p:cNvPr>
              <p:cNvSpPr txBox="1"/>
              <p:nvPr/>
            </p:nvSpPr>
            <p:spPr>
              <a:xfrm>
                <a:off x="5814415" y="2288737"/>
                <a:ext cx="3993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FBDE16-09D5-12EB-C351-1CA6193B5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415" y="2288737"/>
                <a:ext cx="399393" cy="400110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048D83-5151-D372-4847-DF56F895A477}"/>
                  </a:ext>
                </a:extLst>
              </p:cNvPr>
              <p:cNvSpPr txBox="1"/>
              <p:nvPr/>
            </p:nvSpPr>
            <p:spPr>
              <a:xfrm>
                <a:off x="9364717" y="2074449"/>
                <a:ext cx="12507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0" dirty="0"/>
                  <a:t>AND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048D83-5151-D372-4847-DF56F895A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4717" y="2074449"/>
                <a:ext cx="1250731" cy="400110"/>
              </a:xfrm>
              <a:prstGeom prst="rect">
                <a:avLst/>
              </a:prstGeom>
              <a:blipFill>
                <a:blip r:embed="rId5"/>
                <a:stretch>
                  <a:fillRect l="-4878" t="-7576" r="-1951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1D2723-1348-B341-0E91-E33BAF487BD7}"/>
                  </a:ext>
                </a:extLst>
              </p:cNvPr>
              <p:cNvSpPr txBox="1"/>
              <p:nvPr/>
            </p:nvSpPr>
            <p:spPr>
              <a:xfrm>
                <a:off x="5171090" y="3193206"/>
                <a:ext cx="5707117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0" dirty="0"/>
                  <a:t>AND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when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 </m:t>
                            </m:r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and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1D2723-1348-B341-0E91-E33BAF487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090" y="3193206"/>
                <a:ext cx="5707117" cy="7101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EC616C-B864-9930-840A-11574633825E}"/>
                  </a:ext>
                </a:extLst>
              </p:cNvPr>
              <p:cNvSpPr txBox="1"/>
              <p:nvPr/>
            </p:nvSpPr>
            <p:spPr>
              <a:xfrm>
                <a:off x="894260" y="4058689"/>
                <a:ext cx="9798269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Boolean function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A function that operates on Boolean variables, and returns a Boolean value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Simple Boolean functions (like AND):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Sometimes called </a:t>
                </a:r>
                <a:r>
                  <a:rPr lang="en-GB" sz="2400" i="1" dirty="0"/>
                  <a:t>operators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Their variables are called </a:t>
                </a:r>
                <a:r>
                  <a:rPr lang="en-GB" sz="2400" i="1" dirty="0"/>
                  <a:t>operands</a:t>
                </a:r>
              </a:p>
              <a:p>
                <a:r>
                  <a:rPr lang="en-GB" sz="2400" dirty="0"/>
                  <a:t>• 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can also be written as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EC616C-B864-9930-840A-115746338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60" y="4058689"/>
                <a:ext cx="9798269" cy="2677656"/>
              </a:xfrm>
              <a:prstGeom prst="rect">
                <a:avLst/>
              </a:prstGeom>
              <a:blipFill>
                <a:blip r:embed="rId7"/>
                <a:stretch>
                  <a:fillRect l="-996" t="-1822" b="-4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087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3D9C-9FD1-E434-EFE5-593B20F3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Truth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ED2B4-3B49-E7D8-EC81-FC4656635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table from the previous slides is an example of a </a:t>
            </a:r>
            <a:r>
              <a:rPr lang="en-GB" dirty="0">
                <a:solidFill>
                  <a:schemeClr val="accent1"/>
                </a:solidFill>
              </a:rPr>
              <a:t>truth table</a:t>
            </a:r>
            <a:r>
              <a:rPr lang="en-GB" dirty="0"/>
              <a:t> </a:t>
            </a:r>
          </a:p>
          <a:p>
            <a:r>
              <a:rPr lang="en-GB" dirty="0"/>
              <a:t>It show all possible combinations of the inputs</a:t>
            </a:r>
          </a:p>
          <a:p>
            <a:r>
              <a:rPr lang="en-GB" dirty="0"/>
              <a:t>Output for each combination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4">
                <a:extLst>
                  <a:ext uri="{FF2B5EF4-FFF2-40B4-BE49-F238E27FC236}">
                    <a16:creationId xmlns:a16="http://schemas.microsoft.com/office/drawing/2014/main" id="{F90C52DC-E903-9A84-F678-302B38EFDB0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06948028"/>
                  </p:ext>
                </p:extLst>
              </p:nvPr>
            </p:nvGraphicFramePr>
            <p:xfrm>
              <a:off x="6251028" y="3074194"/>
              <a:ext cx="3312729" cy="1854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04243">
                      <a:extLst>
                        <a:ext uri="{9D8B030D-6E8A-4147-A177-3AD203B41FA5}">
                          <a16:colId xmlns:a16="http://schemas.microsoft.com/office/drawing/2014/main" val="314731337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177703644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40869027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72870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7931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11833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323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32177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4">
                <a:extLst>
                  <a:ext uri="{FF2B5EF4-FFF2-40B4-BE49-F238E27FC236}">
                    <a16:creationId xmlns:a16="http://schemas.microsoft.com/office/drawing/2014/main" id="{F90C52DC-E903-9A84-F678-302B38EFDB0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06948028"/>
                  </p:ext>
                </p:extLst>
              </p:nvPr>
            </p:nvGraphicFramePr>
            <p:xfrm>
              <a:off x="6251028" y="3074194"/>
              <a:ext cx="3312729" cy="1854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04243">
                      <a:extLst>
                        <a:ext uri="{9D8B030D-6E8A-4147-A177-3AD203B41FA5}">
                          <a16:colId xmlns:a16="http://schemas.microsoft.com/office/drawing/2014/main" val="314731337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1777036441"/>
                        </a:ext>
                      </a:extLst>
                    </a:gridCol>
                    <a:gridCol w="1104243">
                      <a:extLst>
                        <a:ext uri="{9D8B030D-6E8A-4147-A177-3AD203B41FA5}">
                          <a16:colId xmlns:a16="http://schemas.microsoft.com/office/drawing/2014/main" val="40869027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2" t="-8197" r="-201657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00000" t="-8197" r="-10054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72870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7931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11833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323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32177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1537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8856-97F0-3426-9016-8A0F9E6E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0A8BE1E-278A-0600-4504-16E3EAEE8AE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35326053"/>
                  </p:ext>
                </p:extLst>
              </p:nvPr>
            </p:nvGraphicFramePr>
            <p:xfrm>
              <a:off x="838200" y="1825624"/>
              <a:ext cx="10515596" cy="187658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9690">
                      <a:extLst>
                        <a:ext uri="{9D8B030D-6E8A-4147-A177-3AD203B41FA5}">
                          <a16:colId xmlns:a16="http://schemas.microsoft.com/office/drawing/2014/main" val="2252369565"/>
                        </a:ext>
                      </a:extLst>
                    </a:gridCol>
                    <a:gridCol w="2385848">
                      <a:extLst>
                        <a:ext uri="{9D8B030D-6E8A-4147-A177-3AD203B41FA5}">
                          <a16:colId xmlns:a16="http://schemas.microsoft.com/office/drawing/2014/main" val="973332333"/>
                        </a:ext>
                      </a:extLst>
                    </a:gridCol>
                    <a:gridCol w="3911159">
                      <a:extLst>
                        <a:ext uri="{9D8B030D-6E8A-4147-A177-3AD203B41FA5}">
                          <a16:colId xmlns:a16="http://schemas.microsoft.com/office/drawing/2014/main" val="273586056"/>
                        </a:ext>
                      </a:extLst>
                    </a:gridCol>
                    <a:gridCol w="2628899">
                      <a:extLst>
                        <a:ext uri="{9D8B030D-6E8A-4147-A177-3AD203B41FA5}">
                          <a16:colId xmlns:a16="http://schemas.microsoft.com/office/drawing/2014/main" val="2165561549"/>
                        </a:ext>
                      </a:extLst>
                    </a:gridCol>
                  </a:tblGrid>
                  <a:tr h="616630"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Boolean 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Logic Gate 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Truth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6734408"/>
                      </a:ext>
                    </a:extLst>
                  </a:tr>
                  <a:tr h="1259957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NOT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2800" b="1" i="0" dirty="0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nor/>
                                  </m:rPr>
                                  <a:rPr lang="en-GB" sz="2800" b="1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04775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0A8BE1E-278A-0600-4504-16E3EAEE8AE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35326053"/>
                  </p:ext>
                </p:extLst>
              </p:nvPr>
            </p:nvGraphicFramePr>
            <p:xfrm>
              <a:off x="838200" y="1825624"/>
              <a:ext cx="10515596" cy="187658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9690">
                      <a:extLst>
                        <a:ext uri="{9D8B030D-6E8A-4147-A177-3AD203B41FA5}">
                          <a16:colId xmlns:a16="http://schemas.microsoft.com/office/drawing/2014/main" val="2252369565"/>
                        </a:ext>
                      </a:extLst>
                    </a:gridCol>
                    <a:gridCol w="2385848">
                      <a:extLst>
                        <a:ext uri="{9D8B030D-6E8A-4147-A177-3AD203B41FA5}">
                          <a16:colId xmlns:a16="http://schemas.microsoft.com/office/drawing/2014/main" val="973332333"/>
                        </a:ext>
                      </a:extLst>
                    </a:gridCol>
                    <a:gridCol w="3911159">
                      <a:extLst>
                        <a:ext uri="{9D8B030D-6E8A-4147-A177-3AD203B41FA5}">
                          <a16:colId xmlns:a16="http://schemas.microsoft.com/office/drawing/2014/main" val="273586056"/>
                        </a:ext>
                      </a:extLst>
                    </a:gridCol>
                    <a:gridCol w="2628899">
                      <a:extLst>
                        <a:ext uri="{9D8B030D-6E8A-4147-A177-3AD203B41FA5}">
                          <a16:colId xmlns:a16="http://schemas.microsoft.com/office/drawing/2014/main" val="2165561549"/>
                        </a:ext>
                      </a:extLst>
                    </a:gridCol>
                  </a:tblGrid>
                  <a:tr h="616630"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Boolean 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Logic Gate 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Truth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6734408"/>
                      </a:ext>
                    </a:extLst>
                  </a:tr>
                  <a:tr h="1259957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NOT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837" t="-53140" r="-273980" b="-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047755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6" name="Picture 2" descr="NOT symbol">
            <a:extLst>
              <a:ext uri="{FF2B5EF4-FFF2-40B4-BE49-F238E27FC236}">
                <a16:creationId xmlns:a16="http://schemas.microsoft.com/office/drawing/2014/main" id="{8A45C1F5-B603-C869-4D7F-0FEF80A376A3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151" y="2511792"/>
            <a:ext cx="2051698" cy="85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5B768F5D-7973-5BA9-03EB-E968BB034E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174779"/>
                  </p:ext>
                </p:extLst>
              </p:nvPr>
            </p:nvGraphicFramePr>
            <p:xfrm>
              <a:off x="8674538" y="2511792"/>
              <a:ext cx="2540000" cy="1105959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70000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GB" sz="1800" dirty="0"/>
                            <a:t>A</a:t>
                          </a: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5B768F5D-7973-5BA9-03EB-E968BB034E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174779"/>
                  </p:ext>
                </p:extLst>
              </p:nvPr>
            </p:nvGraphicFramePr>
            <p:xfrm>
              <a:off x="8674538" y="2511792"/>
              <a:ext cx="2540000" cy="1105959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70000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100000" t="-8197" r="-478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41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8856-97F0-3426-9016-8A0F9E6E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0A8BE1E-278A-0600-4504-16E3EAEE8AE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87458610"/>
                  </p:ext>
                </p:extLst>
              </p:nvPr>
            </p:nvGraphicFramePr>
            <p:xfrm>
              <a:off x="838200" y="1825624"/>
              <a:ext cx="10515596" cy="477358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9690">
                      <a:extLst>
                        <a:ext uri="{9D8B030D-6E8A-4147-A177-3AD203B41FA5}">
                          <a16:colId xmlns:a16="http://schemas.microsoft.com/office/drawing/2014/main" val="2252369565"/>
                        </a:ext>
                      </a:extLst>
                    </a:gridCol>
                    <a:gridCol w="2385848">
                      <a:extLst>
                        <a:ext uri="{9D8B030D-6E8A-4147-A177-3AD203B41FA5}">
                          <a16:colId xmlns:a16="http://schemas.microsoft.com/office/drawing/2014/main" val="973332333"/>
                        </a:ext>
                      </a:extLst>
                    </a:gridCol>
                    <a:gridCol w="2963917">
                      <a:extLst>
                        <a:ext uri="{9D8B030D-6E8A-4147-A177-3AD203B41FA5}">
                          <a16:colId xmlns:a16="http://schemas.microsoft.com/office/drawing/2014/main" val="273586056"/>
                        </a:ext>
                      </a:extLst>
                    </a:gridCol>
                    <a:gridCol w="3576141">
                      <a:extLst>
                        <a:ext uri="{9D8B030D-6E8A-4147-A177-3AD203B41FA5}">
                          <a16:colId xmlns:a16="http://schemas.microsoft.com/office/drawing/2014/main" val="2165561549"/>
                        </a:ext>
                      </a:extLst>
                    </a:gridCol>
                  </a:tblGrid>
                  <a:tr h="616630"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Boolean 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Logic Gate 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Truth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6734408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2800" b="1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GB" sz="2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nor/>
                                  </m:rPr>
                                  <a:rPr lang="en-GB" sz="2800" b="1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sz="2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11690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2800" b="1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GB" sz="2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nor/>
                                  </m:rPr>
                                  <a:rPr lang="en-GB" sz="2800" b="1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sz="2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02420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0A8BE1E-278A-0600-4504-16E3EAEE8AE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87458610"/>
                  </p:ext>
                </p:extLst>
              </p:nvPr>
            </p:nvGraphicFramePr>
            <p:xfrm>
              <a:off x="838200" y="1825624"/>
              <a:ext cx="10515596" cy="477358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9690">
                      <a:extLst>
                        <a:ext uri="{9D8B030D-6E8A-4147-A177-3AD203B41FA5}">
                          <a16:colId xmlns:a16="http://schemas.microsoft.com/office/drawing/2014/main" val="2252369565"/>
                        </a:ext>
                      </a:extLst>
                    </a:gridCol>
                    <a:gridCol w="2385848">
                      <a:extLst>
                        <a:ext uri="{9D8B030D-6E8A-4147-A177-3AD203B41FA5}">
                          <a16:colId xmlns:a16="http://schemas.microsoft.com/office/drawing/2014/main" val="973332333"/>
                        </a:ext>
                      </a:extLst>
                    </a:gridCol>
                    <a:gridCol w="2963917">
                      <a:extLst>
                        <a:ext uri="{9D8B030D-6E8A-4147-A177-3AD203B41FA5}">
                          <a16:colId xmlns:a16="http://schemas.microsoft.com/office/drawing/2014/main" val="273586056"/>
                        </a:ext>
                      </a:extLst>
                    </a:gridCol>
                    <a:gridCol w="3576141">
                      <a:extLst>
                        <a:ext uri="{9D8B030D-6E8A-4147-A177-3AD203B41FA5}">
                          <a16:colId xmlns:a16="http://schemas.microsoft.com/office/drawing/2014/main" val="2165561549"/>
                        </a:ext>
                      </a:extLst>
                    </a:gridCol>
                  </a:tblGrid>
                  <a:tr h="616630"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Boolean 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Logic Gate 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Truth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6734408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837" t="-31871" r="-27398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11690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837" t="-132258" r="-273980" b="-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024201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8" name="Picture 4" descr="AND symbol">
            <a:extLst>
              <a:ext uri="{FF2B5EF4-FFF2-40B4-BE49-F238E27FC236}">
                <a16:creationId xmlns:a16="http://schemas.microsoft.com/office/drawing/2014/main" id="{C481196B-CDA6-560A-4A10-129790FC1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63" y="2507367"/>
            <a:ext cx="2408367" cy="100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A402523-DD1B-97C5-9086-7B74CECB65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8331238"/>
                  </p:ext>
                </p:extLst>
              </p:nvPr>
            </p:nvGraphicFramePr>
            <p:xfrm>
              <a:off x="8275145" y="2507367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1800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GB" sz="1800" b="1" i="1" dirty="0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nor/>
                                  </m:rPr>
                                  <a:rPr lang="en-GB" sz="1800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A402523-DD1B-97C5-9086-7B74CECB65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8331238"/>
                  </p:ext>
                </p:extLst>
              </p:nvPr>
            </p:nvGraphicFramePr>
            <p:xfrm>
              <a:off x="8275145" y="2507367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439" t="-8197" r="-719" b="-4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E3AE1BC-7042-2858-1B88-797518907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040340"/>
                  </p:ext>
                </p:extLst>
              </p:nvPr>
            </p:nvGraphicFramePr>
            <p:xfrm>
              <a:off x="8275144" y="4649610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1800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GB" sz="18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nor/>
                                  </m:rPr>
                                  <a:rPr lang="en-GB" sz="1800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E3AE1BC-7042-2858-1B88-797518907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040340"/>
                  </p:ext>
                </p:extLst>
              </p:nvPr>
            </p:nvGraphicFramePr>
            <p:xfrm>
              <a:off x="8275144" y="4649610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1439" t="-8197" r="-71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50" name="Picture 2" descr="OR symbol">
            <a:extLst>
              <a:ext uri="{FF2B5EF4-FFF2-40B4-BE49-F238E27FC236}">
                <a16:creationId xmlns:a16="http://schemas.microsoft.com/office/drawing/2014/main" id="{D5C5EA82-8ECE-7679-FFC3-97F9D6B23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63" y="4649610"/>
            <a:ext cx="2408366" cy="100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353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8856-97F0-3426-9016-8A0F9E6E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0A8BE1E-278A-0600-4504-16E3EAEE8AE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36880257"/>
                  </p:ext>
                </p:extLst>
              </p:nvPr>
            </p:nvGraphicFramePr>
            <p:xfrm>
              <a:off x="838200" y="1825624"/>
              <a:ext cx="10515596" cy="477358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9690">
                      <a:extLst>
                        <a:ext uri="{9D8B030D-6E8A-4147-A177-3AD203B41FA5}">
                          <a16:colId xmlns:a16="http://schemas.microsoft.com/office/drawing/2014/main" val="2252369565"/>
                        </a:ext>
                      </a:extLst>
                    </a:gridCol>
                    <a:gridCol w="2385848">
                      <a:extLst>
                        <a:ext uri="{9D8B030D-6E8A-4147-A177-3AD203B41FA5}">
                          <a16:colId xmlns:a16="http://schemas.microsoft.com/office/drawing/2014/main" val="973332333"/>
                        </a:ext>
                      </a:extLst>
                    </a:gridCol>
                    <a:gridCol w="2963917">
                      <a:extLst>
                        <a:ext uri="{9D8B030D-6E8A-4147-A177-3AD203B41FA5}">
                          <a16:colId xmlns:a16="http://schemas.microsoft.com/office/drawing/2014/main" val="273586056"/>
                        </a:ext>
                      </a:extLst>
                    </a:gridCol>
                    <a:gridCol w="3576141">
                      <a:extLst>
                        <a:ext uri="{9D8B030D-6E8A-4147-A177-3AD203B41FA5}">
                          <a16:colId xmlns:a16="http://schemas.microsoft.com/office/drawing/2014/main" val="2165561549"/>
                        </a:ext>
                      </a:extLst>
                    </a:gridCol>
                  </a:tblGrid>
                  <a:tr h="616630"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Boolean 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Logic Gate 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Truth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6734408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NAND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GB" sz="2800" b="1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8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8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∧</m:t>
                                  </m:r>
                                </m:e>
                              </m:acc>
                              <m:r>
                                <m:rPr>
                                  <m:nor/>
                                </m:rPr>
                                <a:rPr lang="en-GB" sz="2800" b="1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oMath>
                          </a14:m>
                          <a:r>
                            <a:rPr lang="en-GB" sz="2800" dirty="0"/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endParaRPr lang="en-GB" sz="2800" dirty="0"/>
                        </a:p>
                        <a:p>
                          <a:endParaRPr lang="en-GB" sz="2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11690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NOR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GB" sz="2800" b="1" i="0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800" b="1" i="1" dirty="0" smtClean="0"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</m:e>
                              </m:acc>
                              <m:r>
                                <m:rPr>
                                  <m:nor/>
                                </m:rPr>
                                <a:rPr lang="en-GB" sz="2800" b="1" i="0" dirty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oMath>
                          </a14:m>
                          <a:r>
                            <a:rPr lang="en-GB" sz="2800" b="0" dirty="0"/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endParaRPr lang="en-GB" sz="2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02420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0A8BE1E-278A-0600-4504-16E3EAEE8AE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36880257"/>
                  </p:ext>
                </p:extLst>
              </p:nvPr>
            </p:nvGraphicFramePr>
            <p:xfrm>
              <a:off x="838200" y="1825624"/>
              <a:ext cx="10515596" cy="477358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9690">
                      <a:extLst>
                        <a:ext uri="{9D8B030D-6E8A-4147-A177-3AD203B41FA5}">
                          <a16:colId xmlns:a16="http://schemas.microsoft.com/office/drawing/2014/main" val="2252369565"/>
                        </a:ext>
                      </a:extLst>
                    </a:gridCol>
                    <a:gridCol w="2385848">
                      <a:extLst>
                        <a:ext uri="{9D8B030D-6E8A-4147-A177-3AD203B41FA5}">
                          <a16:colId xmlns:a16="http://schemas.microsoft.com/office/drawing/2014/main" val="973332333"/>
                        </a:ext>
                      </a:extLst>
                    </a:gridCol>
                    <a:gridCol w="2963917">
                      <a:extLst>
                        <a:ext uri="{9D8B030D-6E8A-4147-A177-3AD203B41FA5}">
                          <a16:colId xmlns:a16="http://schemas.microsoft.com/office/drawing/2014/main" val="273586056"/>
                        </a:ext>
                      </a:extLst>
                    </a:gridCol>
                    <a:gridCol w="3576141">
                      <a:extLst>
                        <a:ext uri="{9D8B030D-6E8A-4147-A177-3AD203B41FA5}">
                          <a16:colId xmlns:a16="http://schemas.microsoft.com/office/drawing/2014/main" val="2165561549"/>
                        </a:ext>
                      </a:extLst>
                    </a:gridCol>
                  </a:tblGrid>
                  <a:tr h="616630"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Boolean 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Logic Gate 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Truth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6734408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NAND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837" t="-31871" r="-27398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11690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NOR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837" t="-132258" r="-273980" b="-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02420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A402523-DD1B-97C5-9086-7B74CECB65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5206742"/>
                  </p:ext>
                </p:extLst>
              </p:nvPr>
            </p:nvGraphicFramePr>
            <p:xfrm>
              <a:off x="8275145" y="2507367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18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en-GB" sz="18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A402523-DD1B-97C5-9086-7B74CECB65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5206742"/>
                  </p:ext>
                </p:extLst>
              </p:nvPr>
            </p:nvGraphicFramePr>
            <p:xfrm>
              <a:off x="8275145" y="2507367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439" t="-8197" r="-719" b="-4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E3AE1BC-7042-2858-1B88-797518907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1078833"/>
                  </p:ext>
                </p:extLst>
              </p:nvPr>
            </p:nvGraphicFramePr>
            <p:xfrm>
              <a:off x="8264634" y="4649610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1800" b="1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 dirty="0" smtClean="0">
                                        <a:latin typeface="Cambria Math" panose="02040503050406030204" pitchFamily="18" charset="0"/>
                                      </a:rPr>
                                      <m:t>∨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en-GB" sz="1800" b="1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E3AE1BC-7042-2858-1B88-797518907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1078833"/>
                  </p:ext>
                </p:extLst>
              </p:nvPr>
            </p:nvGraphicFramePr>
            <p:xfrm>
              <a:off x="8264634" y="4649610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719" t="-8197" r="-71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74" name="Picture 2" descr="NAND symbol">
            <a:extLst>
              <a:ext uri="{FF2B5EF4-FFF2-40B4-BE49-F238E27FC236}">
                <a16:creationId xmlns:a16="http://schemas.microsoft.com/office/drawing/2014/main" id="{FA579380-E9EA-A675-1CE9-132D61E9D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64" y="2507367"/>
            <a:ext cx="2408366" cy="100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OR symbol">
            <a:extLst>
              <a:ext uri="{FF2B5EF4-FFF2-40B4-BE49-F238E27FC236}">
                <a16:creationId xmlns:a16="http://schemas.microsoft.com/office/drawing/2014/main" id="{B209AA97-B129-8244-F8C8-8975B2F19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62" y="4649610"/>
            <a:ext cx="2408368" cy="100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065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8856-97F0-3426-9016-8A0F9E6E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0A8BE1E-278A-0600-4504-16E3EAEE8AE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90740094"/>
                  </p:ext>
                </p:extLst>
              </p:nvPr>
            </p:nvGraphicFramePr>
            <p:xfrm>
              <a:off x="838200" y="1825624"/>
              <a:ext cx="10515596" cy="477358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47648">
                      <a:extLst>
                        <a:ext uri="{9D8B030D-6E8A-4147-A177-3AD203B41FA5}">
                          <a16:colId xmlns:a16="http://schemas.microsoft.com/office/drawing/2014/main" val="2252369565"/>
                        </a:ext>
                      </a:extLst>
                    </a:gridCol>
                    <a:gridCol w="2427890">
                      <a:extLst>
                        <a:ext uri="{9D8B030D-6E8A-4147-A177-3AD203B41FA5}">
                          <a16:colId xmlns:a16="http://schemas.microsoft.com/office/drawing/2014/main" val="973332333"/>
                        </a:ext>
                      </a:extLst>
                    </a:gridCol>
                    <a:gridCol w="2963917">
                      <a:extLst>
                        <a:ext uri="{9D8B030D-6E8A-4147-A177-3AD203B41FA5}">
                          <a16:colId xmlns:a16="http://schemas.microsoft.com/office/drawing/2014/main" val="273586056"/>
                        </a:ext>
                      </a:extLst>
                    </a:gridCol>
                    <a:gridCol w="3576141">
                      <a:extLst>
                        <a:ext uri="{9D8B030D-6E8A-4147-A177-3AD203B41FA5}">
                          <a16:colId xmlns:a16="http://schemas.microsoft.com/office/drawing/2014/main" val="2165561549"/>
                        </a:ext>
                      </a:extLst>
                    </a:gridCol>
                  </a:tblGrid>
                  <a:tr h="616630"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Boolean 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Logic Gate 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Truth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6734408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XOR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2800" b="1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GB" sz="2800" b="1" i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m:rPr>
                                    <m:nor/>
                                  </m:rPr>
                                  <a:rPr lang="en-GB" sz="2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sz="2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11690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XNOR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2800" b="1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GB" sz="2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⨀</m:t>
                                </m:r>
                                <m:r>
                                  <m:rPr>
                                    <m:nor/>
                                  </m:rPr>
                                  <a:rPr lang="en-GB" sz="2800" b="1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sz="2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02420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0A8BE1E-278A-0600-4504-16E3EAEE8AE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90740094"/>
                  </p:ext>
                </p:extLst>
              </p:nvPr>
            </p:nvGraphicFramePr>
            <p:xfrm>
              <a:off x="838200" y="1825624"/>
              <a:ext cx="10515596" cy="477358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47648">
                      <a:extLst>
                        <a:ext uri="{9D8B030D-6E8A-4147-A177-3AD203B41FA5}">
                          <a16:colId xmlns:a16="http://schemas.microsoft.com/office/drawing/2014/main" val="2252369565"/>
                        </a:ext>
                      </a:extLst>
                    </a:gridCol>
                    <a:gridCol w="2427890">
                      <a:extLst>
                        <a:ext uri="{9D8B030D-6E8A-4147-A177-3AD203B41FA5}">
                          <a16:colId xmlns:a16="http://schemas.microsoft.com/office/drawing/2014/main" val="973332333"/>
                        </a:ext>
                      </a:extLst>
                    </a:gridCol>
                    <a:gridCol w="2963917">
                      <a:extLst>
                        <a:ext uri="{9D8B030D-6E8A-4147-A177-3AD203B41FA5}">
                          <a16:colId xmlns:a16="http://schemas.microsoft.com/office/drawing/2014/main" val="273586056"/>
                        </a:ext>
                      </a:extLst>
                    </a:gridCol>
                    <a:gridCol w="3576141">
                      <a:extLst>
                        <a:ext uri="{9D8B030D-6E8A-4147-A177-3AD203B41FA5}">
                          <a16:colId xmlns:a16="http://schemas.microsoft.com/office/drawing/2014/main" val="2165561549"/>
                        </a:ext>
                      </a:extLst>
                    </a:gridCol>
                  </a:tblGrid>
                  <a:tr h="616630"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Boolean 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/>
                            <a:t>Logic Gate 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Truth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6734408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XOR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910" t="-31871" r="-26917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11690"/>
                      </a:ext>
                    </a:extLst>
                  </a:tr>
                  <a:tr h="2078479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XNOR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910" t="-132258" r="-269173" b="-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02420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A402523-DD1B-97C5-9086-7B74CECB65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5446382"/>
                  </p:ext>
                </p:extLst>
              </p:nvPr>
            </p:nvGraphicFramePr>
            <p:xfrm>
              <a:off x="8275145" y="2507367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1800" b="1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GB" sz="1800" b="1" i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m:rPr>
                                    <m:nor/>
                                  </m:rPr>
                                  <a:rPr lang="en-GB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A402523-DD1B-97C5-9086-7B74CECB65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5446382"/>
                  </p:ext>
                </p:extLst>
              </p:nvPr>
            </p:nvGraphicFramePr>
            <p:xfrm>
              <a:off x="8275145" y="2507367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439" t="-8197" r="-719" b="-4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E3AE1BC-7042-2858-1B88-797518907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6564036"/>
                  </p:ext>
                </p:extLst>
              </p:nvPr>
            </p:nvGraphicFramePr>
            <p:xfrm>
              <a:off x="8264634" y="4649610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0" smtClean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r>
                                  <a:rPr lang="en-GB" sz="18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⨀</m:t>
                                </m:r>
                                <m:r>
                                  <a:rPr lang="en-GB" sz="18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𝐁</m:t>
                                </m:r>
                              </m:oMath>
                            </m:oMathPara>
                          </a14:m>
                          <a:endParaRPr lang="en-GB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E3AE1BC-7042-2858-1B88-797518907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6564036"/>
                  </p:ext>
                </p:extLst>
              </p:nvPr>
            </p:nvGraphicFramePr>
            <p:xfrm>
              <a:off x="8264634" y="4649610"/>
              <a:ext cx="2540001" cy="184326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846667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846667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719" t="-8197" r="-71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3686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122" name="Picture 2" descr="XOR symbol">
            <a:extLst>
              <a:ext uri="{FF2B5EF4-FFF2-40B4-BE49-F238E27FC236}">
                <a16:creationId xmlns:a16="http://schemas.microsoft.com/office/drawing/2014/main" id="{3C4C011E-1BE0-6CE5-7E65-D71F494A3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61" y="2507367"/>
            <a:ext cx="2408367" cy="100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XNOR symbol">
            <a:extLst>
              <a:ext uri="{FF2B5EF4-FFF2-40B4-BE49-F238E27FC236}">
                <a16:creationId xmlns:a16="http://schemas.microsoft.com/office/drawing/2014/main" id="{AAA47821-D433-E745-DA51-4886658F6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61" y="4649610"/>
            <a:ext cx="2408366" cy="100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189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4957-872B-89A9-B926-50C27FEF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8A38D-B5AC-168B-4EC6-93C404289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More complex expressions with more variables can be made by combining operators</a:t>
                </a:r>
              </a:p>
              <a:p>
                <a:r>
                  <a:rPr lang="en-GB" dirty="0"/>
                  <a:t>E.g.,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To evaluate:</a:t>
                </a:r>
              </a:p>
              <a:p>
                <a:pPr lvl="1"/>
                <a:r>
                  <a:rPr lang="en-GB" dirty="0"/>
                  <a:t>Set the values of the variables</a:t>
                </a:r>
              </a:p>
              <a:p>
                <a:pPr lvl="1"/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GB" dirty="0"/>
                  <a:t> then negate</a:t>
                </a:r>
              </a:p>
              <a:p>
                <a:pPr lvl="1"/>
                <a:r>
                  <a:rPr lang="en-GB" dirty="0"/>
                  <a:t>Evaluate each section, </a:t>
                </a:r>
                <a:r>
                  <a:rPr lang="en-GB" b="1" i="1" dirty="0"/>
                  <a:t>clause</a:t>
                </a:r>
                <a:r>
                  <a:rPr lang="en-GB" dirty="0"/>
                  <a:t>, (in parentheses) to true or false</a:t>
                </a:r>
              </a:p>
              <a:p>
                <a:pPr lvl="1"/>
                <a:r>
                  <a:rPr lang="en-GB" dirty="0"/>
                  <a:t>Then evaluate the expression substituting in those values</a:t>
                </a:r>
              </a:p>
              <a:p>
                <a:r>
                  <a:rPr lang="en-GB" dirty="0"/>
                  <a:t>E.g.,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, A is 1, B is 0, C is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evaluates as 1</a:t>
                </a:r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GB" dirty="0"/>
                  <a:t> 0 which is 0.</a:t>
                </a:r>
              </a:p>
              <a:p>
                <a:pPr lvl="1"/>
                <a:r>
                  <a:rPr lang="en-GB" dirty="0"/>
                  <a:t>Set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as 0 and evaluate 0</a:t>
                </a:r>
                <a:r>
                  <a:rPr lang="en-GB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GB" dirty="0"/>
                  <a:t> 1, which is 1.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8A38D-B5AC-168B-4EC6-93C404289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454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1ADA-2176-BAB7-0807-9FC54B75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Examples: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91ACDF-2B50-7088-F760-97D5CD6C4C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Given the values A=0, B=1, C=0, D=1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∧¬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1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¬0</m:t>
                    </m:r>
                  </m:oMath>
                </a14:m>
                <a:r>
                  <a:rPr lang="en-GB" dirty="0"/>
                  <a:t>).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∧¬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0∧1</m:t>
                    </m:r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0∨1=1</m:t>
                    </m:r>
                  </m:oMath>
                </a14:m>
                <a:r>
                  <a:rPr lang="en-GB" dirty="0"/>
                  <a:t>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=¬1=0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i="1" dirty="0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0∨1=1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0∨1=1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=1∧1=1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91ACDF-2B50-7088-F760-97D5CD6C4C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381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3AAE-B022-7A07-A63E-C5E4013E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Truth Tables </a:t>
            </a:r>
            <a:r>
              <a:rPr lang="en-GB"/>
              <a:t>for Expressions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595648-C1CF-7451-DCA3-CBD6545B883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GB" dirty="0"/>
                  <a:t>A truth table shows the evaluation of a Boolean formula for all possible input values</a:t>
                </a:r>
              </a:p>
              <a:p>
                <a:pPr lvl="1"/>
                <a:r>
                  <a:rPr lang="en-GB" dirty="0"/>
                  <a:t>If n variables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rows</a:t>
                </a:r>
              </a:p>
              <a:p>
                <a:r>
                  <a:rPr lang="en-GB" dirty="0"/>
                  <a:t>E.g., truth table for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595648-C1CF-7451-DCA3-CBD6545B8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241" r="-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98002533-25BF-5045-D1F4-86F8822921B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80449097"/>
                  </p:ext>
                </p:extLst>
              </p:nvPr>
            </p:nvGraphicFramePr>
            <p:xfrm>
              <a:off x="6520543" y="1690688"/>
              <a:ext cx="3864429" cy="241741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578736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578736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557852">
                      <a:extLst>
                        <a:ext uri="{9D8B030D-6E8A-4147-A177-3AD203B41FA5}">
                          <a16:colId xmlns:a16="http://schemas.microsoft.com/office/drawing/2014/main" val="2505603788"/>
                        </a:ext>
                      </a:extLst>
                    </a:gridCol>
                    <a:gridCol w="557852">
                      <a:extLst>
                        <a:ext uri="{9D8B030D-6E8A-4147-A177-3AD203B41FA5}">
                          <a16:colId xmlns:a16="http://schemas.microsoft.com/office/drawing/2014/main" val="2216376305"/>
                        </a:ext>
                      </a:extLst>
                    </a:gridCol>
                    <a:gridCol w="557852">
                      <a:extLst>
                        <a:ext uri="{9D8B030D-6E8A-4147-A177-3AD203B41FA5}">
                          <a16:colId xmlns:a16="http://schemas.microsoft.com/office/drawing/2014/main" val="3116410415"/>
                        </a:ext>
                      </a:extLst>
                    </a:gridCol>
                    <a:gridCol w="1033401">
                      <a:extLst>
                        <a:ext uri="{9D8B030D-6E8A-4147-A177-3AD203B41FA5}">
                          <a16:colId xmlns:a16="http://schemas.microsoft.com/office/drawing/2014/main" val="832092770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¬ 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98002533-25BF-5045-D1F4-86F8822921B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80449097"/>
                  </p:ext>
                </p:extLst>
              </p:nvPr>
            </p:nvGraphicFramePr>
            <p:xfrm>
              <a:off x="6520543" y="1690688"/>
              <a:ext cx="3864429" cy="241741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578736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578736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557852">
                      <a:extLst>
                        <a:ext uri="{9D8B030D-6E8A-4147-A177-3AD203B41FA5}">
                          <a16:colId xmlns:a16="http://schemas.microsoft.com/office/drawing/2014/main" val="2505603788"/>
                        </a:ext>
                      </a:extLst>
                    </a:gridCol>
                    <a:gridCol w="557852">
                      <a:extLst>
                        <a:ext uri="{9D8B030D-6E8A-4147-A177-3AD203B41FA5}">
                          <a16:colId xmlns:a16="http://schemas.microsoft.com/office/drawing/2014/main" val="2216376305"/>
                        </a:ext>
                      </a:extLst>
                    </a:gridCol>
                    <a:gridCol w="557852">
                      <a:extLst>
                        <a:ext uri="{9D8B030D-6E8A-4147-A177-3AD203B41FA5}">
                          <a16:colId xmlns:a16="http://schemas.microsoft.com/office/drawing/2014/main" val="3116410415"/>
                        </a:ext>
                      </a:extLst>
                    </a:gridCol>
                    <a:gridCol w="1033401">
                      <a:extLst>
                        <a:ext uri="{9D8B030D-6E8A-4147-A177-3AD203B41FA5}">
                          <a16:colId xmlns:a16="http://schemas.microsoft.com/office/drawing/2014/main" val="832092770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266" r="-570526" b="-4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266" r="-470526" b="-4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6522" t="-1266" r="-385870" b="-4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6522" t="-1266" r="-285870" b="-4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0989" t="-1266" r="-189011" b="-4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3529" t="-1266" r="-1176" b="-4050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4755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C4D31B-C790-E6B9-4158-B282B00514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¬(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C4D31B-C790-E6B9-4158-B282B00514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7A783081-8482-E295-AA7A-1F0E9DD136E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78187471"/>
                  </p:ext>
                </p:extLst>
              </p:nvPr>
            </p:nvGraphicFramePr>
            <p:xfrm>
              <a:off x="1001486" y="1850572"/>
              <a:ext cx="5845627" cy="2895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32598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1132598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1558046">
                      <a:extLst>
                        <a:ext uri="{9D8B030D-6E8A-4147-A177-3AD203B41FA5}">
                          <a16:colId xmlns:a16="http://schemas.microsoft.com/office/drawing/2014/main" val="2505603788"/>
                        </a:ext>
                      </a:extLst>
                    </a:gridCol>
                    <a:gridCol w="2022385">
                      <a:extLst>
                        <a:ext uri="{9D8B030D-6E8A-4147-A177-3AD203B41FA5}">
                          <a16:colId xmlns:a16="http://schemas.microsoft.com/office/drawing/2014/main" val="832092770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GB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GB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sz="3200" b="1" i="1" dirty="0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GB" sz="32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GB" sz="3200" b="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1" i="1" dirty="0" smtClean="0">
                                    <a:latin typeface="Cambria Math" panose="02040503050406030204" pitchFamily="18" charset="0"/>
                                  </a:rPr>
                                  <m:t>¬(</m:t>
                                </m:r>
                                <m:r>
                                  <a:rPr lang="en-GB" sz="32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sz="3200" i="1" dirty="0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GB" sz="320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sz="32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7A783081-8482-E295-AA7A-1F0E9DD136E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78187471"/>
                  </p:ext>
                </p:extLst>
              </p:nvPr>
            </p:nvGraphicFramePr>
            <p:xfrm>
              <a:off x="1001486" y="1850572"/>
              <a:ext cx="5845627" cy="2895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32598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1132598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1558046">
                      <a:extLst>
                        <a:ext uri="{9D8B030D-6E8A-4147-A177-3AD203B41FA5}">
                          <a16:colId xmlns:a16="http://schemas.microsoft.com/office/drawing/2014/main" val="2505603788"/>
                        </a:ext>
                      </a:extLst>
                    </a:gridCol>
                    <a:gridCol w="2022385">
                      <a:extLst>
                        <a:ext uri="{9D8B030D-6E8A-4147-A177-3AD203B41FA5}">
                          <a16:colId xmlns:a16="http://schemas.microsoft.com/office/drawing/2014/main" val="83209277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8" r="-416667" b="-43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38" r="-316667" b="-43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5703" r="-130078" b="-43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9458" r="-301" b="-43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122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5182B3-0D09-ED87-7C41-F2C9CD5C97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5182B3-0D09-ED87-7C41-F2C9CD5C9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312F9195-1ACD-0C75-9E19-D97B31D3EF2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96776216"/>
                  </p:ext>
                </p:extLst>
              </p:nvPr>
            </p:nvGraphicFramePr>
            <p:xfrm>
              <a:off x="838200" y="1825625"/>
              <a:ext cx="5257801" cy="435133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473084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473084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473084">
                      <a:extLst>
                        <a:ext uri="{9D8B030D-6E8A-4147-A177-3AD203B41FA5}">
                          <a16:colId xmlns:a16="http://schemas.microsoft.com/office/drawing/2014/main" val="2522601817"/>
                        </a:ext>
                      </a:extLst>
                    </a:gridCol>
                    <a:gridCol w="844746">
                      <a:extLst>
                        <a:ext uri="{9D8B030D-6E8A-4147-A177-3AD203B41FA5}">
                          <a16:colId xmlns:a16="http://schemas.microsoft.com/office/drawing/2014/main" val="832092770"/>
                        </a:ext>
                      </a:extLst>
                    </a:gridCol>
                    <a:gridCol w="844746">
                      <a:extLst>
                        <a:ext uri="{9D8B030D-6E8A-4147-A177-3AD203B41FA5}">
                          <a16:colId xmlns:a16="http://schemas.microsoft.com/office/drawing/2014/main" val="3917903400"/>
                        </a:ext>
                      </a:extLst>
                    </a:gridCol>
                    <a:gridCol w="844746">
                      <a:extLst>
                        <a:ext uri="{9D8B030D-6E8A-4147-A177-3AD203B41FA5}">
                          <a16:colId xmlns:a16="http://schemas.microsoft.com/office/drawing/2014/main" val="29295428"/>
                        </a:ext>
                      </a:extLst>
                    </a:gridCol>
                    <a:gridCol w="1304311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71196413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891417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86001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21443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312F9195-1ACD-0C75-9E19-D97B31D3EF2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96776216"/>
                  </p:ext>
                </p:extLst>
              </p:nvPr>
            </p:nvGraphicFramePr>
            <p:xfrm>
              <a:off x="838200" y="1825625"/>
              <a:ext cx="5257801" cy="435133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473084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473084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473084">
                      <a:extLst>
                        <a:ext uri="{9D8B030D-6E8A-4147-A177-3AD203B41FA5}">
                          <a16:colId xmlns:a16="http://schemas.microsoft.com/office/drawing/2014/main" val="2522601817"/>
                        </a:ext>
                      </a:extLst>
                    </a:gridCol>
                    <a:gridCol w="844746">
                      <a:extLst>
                        <a:ext uri="{9D8B030D-6E8A-4147-A177-3AD203B41FA5}">
                          <a16:colId xmlns:a16="http://schemas.microsoft.com/office/drawing/2014/main" val="832092770"/>
                        </a:ext>
                      </a:extLst>
                    </a:gridCol>
                    <a:gridCol w="844746">
                      <a:extLst>
                        <a:ext uri="{9D8B030D-6E8A-4147-A177-3AD203B41FA5}">
                          <a16:colId xmlns:a16="http://schemas.microsoft.com/office/drawing/2014/main" val="3917903400"/>
                        </a:ext>
                      </a:extLst>
                    </a:gridCol>
                    <a:gridCol w="844746">
                      <a:extLst>
                        <a:ext uri="{9D8B030D-6E8A-4147-A177-3AD203B41FA5}">
                          <a16:colId xmlns:a16="http://schemas.microsoft.com/office/drawing/2014/main" val="29295428"/>
                        </a:ext>
                      </a:extLst>
                    </a:gridCol>
                    <a:gridCol w="1304311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1266" r="-1008974" b="-8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597" t="-1266" r="-922078" b="-8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266" r="-810256" b="-8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8345" t="-1266" r="-354676" b="-8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8345" t="-1266" r="-254676" b="-8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8345" t="-1266" r="-154676" b="-8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4206" t="-1266" r="-467" b="-8063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71196413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891417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86001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214436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1117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C124-2A81-EEB3-A465-EEF74BBD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99791-4076-2644-055A-CD1CA8DB5B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Construct truth tables for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99791-4076-2644-055A-CD1CA8DB5B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6867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E539-2EE0-1BA1-82A1-76C7496A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Disjunctive Normal Form (DNF)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96E1C34-0AB0-337E-BFB4-2E916B7BD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This is where an expression is written in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∨…∨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with each clause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∧…∧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 each literal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a variable or its negation, i.e.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FF0000"/>
                    </a:solidFill>
                  </a:rPr>
                  <a:t>For DNF, each term is an AND, terms are joined together by OR.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96E1C34-0AB0-337E-BFB4-2E916B7BD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699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341B-5DB7-BE4D-090E-989E7EBF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C06B00-2B74-0426-4E36-A9EFAC4F9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following are in DNF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457124B-1A92-3FCD-58FA-9BF7B61B22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∨(¬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457124B-1A92-3FCD-58FA-9BF7B61B2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4B8941-264E-BC87-DC17-8D4DC9E69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The following are not in DNF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31681F4-95D4-8FC5-F6AC-0070DC72EE4E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The OR is nested inside a NOT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The AND is nested inside a NOT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An OR is nested inside an AND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31681F4-95D4-8FC5-F6AC-0070DC72E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8626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98855-37D2-189C-471A-ABBC3955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to DNF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9E547-DF06-9A4C-86C2-5AB9BB59E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111" y="1690688"/>
            <a:ext cx="10515600" cy="4351338"/>
          </a:xfrm>
        </p:spPr>
        <p:txBody>
          <a:bodyPr/>
          <a:lstStyle/>
          <a:p>
            <a:r>
              <a:rPr lang="en-GB" dirty="0"/>
              <a:t>Use truth table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Pick out rows where output is 1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input in row is 0, then negate the corresponding variable</a:t>
            </a:r>
          </a:p>
          <a:p>
            <a:r>
              <a:rPr lang="en-GB" dirty="0">
                <a:solidFill>
                  <a:srgbClr val="FF0000"/>
                </a:solidFill>
              </a:rPr>
              <a:t>Note:</a:t>
            </a:r>
            <a:r>
              <a:rPr lang="en-GB" dirty="0"/>
              <a:t> This will not produce a minimal DNF expression!</a:t>
            </a:r>
          </a:p>
        </p:txBody>
      </p:sp>
    </p:spTree>
    <p:extLst>
      <p:ext uri="{BB962C8B-B14F-4D97-AF65-F5344CB8AC3E}">
        <p14:creationId xmlns:p14="http://schemas.microsoft.com/office/powerpoint/2010/main" val="596765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BBC4-71A5-1BA6-B975-EA717772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FD39040-5032-64B6-00FE-EAB7AEF22F0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998538" y="1811817"/>
                <a:ext cx="4770472" cy="4351338"/>
              </a:xfrm>
            </p:spPr>
            <p:txBody>
              <a:bodyPr/>
              <a:lstStyle/>
              <a:p>
                <a:r>
                  <a:rPr lang="en-GB" dirty="0"/>
                  <a:t>Row 1 →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Row 2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Row 3 →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DNF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FD39040-5032-64B6-00FE-EAB7AEF22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98538" y="1811817"/>
                <a:ext cx="4770472" cy="4351338"/>
              </a:xfrm>
              <a:blipFill>
                <a:blip r:embed="rId2"/>
                <a:stretch>
                  <a:fillRect l="-2299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08D74F0-5A70-E095-BB5F-39C1BB91C6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1710275"/>
                  </p:ext>
                </p:extLst>
              </p:nvPr>
            </p:nvGraphicFramePr>
            <p:xfrm>
              <a:off x="1052898" y="1811817"/>
              <a:ext cx="4085898" cy="435133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29509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929509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929509">
                      <a:extLst>
                        <a:ext uri="{9D8B030D-6E8A-4147-A177-3AD203B41FA5}">
                          <a16:colId xmlns:a16="http://schemas.microsoft.com/office/drawing/2014/main" val="2522601817"/>
                        </a:ext>
                      </a:extLst>
                    </a:gridCol>
                    <a:gridCol w="1297371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71196413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891417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86001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21443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08D74F0-5A70-E095-BB5F-39C1BB91C6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1710275"/>
                  </p:ext>
                </p:extLst>
              </p:nvPr>
            </p:nvGraphicFramePr>
            <p:xfrm>
              <a:off x="1052898" y="1811817"/>
              <a:ext cx="4085898" cy="435133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29509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929509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929509">
                      <a:extLst>
                        <a:ext uri="{9D8B030D-6E8A-4147-A177-3AD203B41FA5}">
                          <a16:colId xmlns:a16="http://schemas.microsoft.com/office/drawing/2014/main" val="2522601817"/>
                        </a:ext>
                      </a:extLst>
                    </a:gridCol>
                    <a:gridCol w="1297371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5023" t="-6329" r="-939" b="-8063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71196413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891417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86001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214436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52E951E-FB1C-A308-F9BB-1536AE778C38}"/>
              </a:ext>
            </a:extLst>
          </p:cNvPr>
          <p:cNvSpPr txBox="1"/>
          <p:nvPr/>
        </p:nvSpPr>
        <p:spPr>
          <a:xfrm>
            <a:off x="5392481" y="3801416"/>
            <a:ext cx="606056" cy="372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5FE13-9622-A879-E59F-F92926D3F8E1}"/>
              </a:ext>
            </a:extLst>
          </p:cNvPr>
          <p:cNvSpPr txBox="1"/>
          <p:nvPr/>
        </p:nvSpPr>
        <p:spPr>
          <a:xfrm>
            <a:off x="5392481" y="4722017"/>
            <a:ext cx="606056" cy="372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80B1D-D975-888B-C553-AFCFFBB674E2}"/>
              </a:ext>
            </a:extLst>
          </p:cNvPr>
          <p:cNvSpPr txBox="1"/>
          <p:nvPr/>
        </p:nvSpPr>
        <p:spPr>
          <a:xfrm>
            <a:off x="5392481" y="5758047"/>
            <a:ext cx="606056" cy="372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52240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6A23-10B6-9677-A7E2-F043B411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B8DBC9-2136-C407-89F9-869684A5E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Using the truth tables you created earlier, convert the following to DNF: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B8DBC9-2136-C407-89F9-869684A5E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592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9971-A63A-12A2-30D6-C4A92C22E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Conjunctive Normal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FAB56-A1CD-895C-6720-F6EAA3B48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This is where an expression is written in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∧…∧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with each clause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∨…∨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 each literal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a variable or its negation, i.e.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FF0000"/>
                    </a:solidFill>
                  </a:rPr>
                  <a:t>For CNF, each </a:t>
                </a:r>
                <a:r>
                  <a:rPr lang="en-GB" b="1">
                    <a:solidFill>
                      <a:srgbClr val="FF0000"/>
                    </a:solidFill>
                  </a:rPr>
                  <a:t>term is </a:t>
                </a:r>
                <a:r>
                  <a:rPr lang="en-GB" b="1" dirty="0">
                    <a:solidFill>
                      <a:srgbClr val="FF0000"/>
                    </a:solidFill>
                  </a:rPr>
                  <a:t>an OR, terms are joined together by AND.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FAB56-A1CD-895C-6720-F6EAA3B48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922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341B-5DB7-BE4D-090E-989E7EBF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C06B00-2B74-0426-4E36-A9EFAC4F9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following are in CNF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457124B-1A92-3FCD-58FA-9BF7B61B22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∧(¬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457124B-1A92-3FCD-58FA-9BF7B61B2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4B8941-264E-BC87-DC17-8D4DC9E69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The following are not in CNF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31681F4-95D4-8FC5-F6AC-0070DC72EE4E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The AND is nested inside a NOT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The OR is nested inside a NOT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An AND is nested inside an OR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31681F4-95D4-8FC5-F6AC-0070DC72E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923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98855-37D2-189C-471A-ABBC3955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to CNF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9E547-DF06-9A4C-86C2-5AB9BB59E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truth table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Pick out rows where output is 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input in row is 1, negate the corresponding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Note:</a:t>
            </a:r>
            <a:r>
              <a:rPr lang="en-GB" dirty="0"/>
              <a:t> This will not produce a minimal CNF expression!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6860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BBC4-71A5-1BA6-B975-EA717772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FD39040-5032-64B6-00FE-EAB7AEF22F0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998538" y="1811817"/>
                <a:ext cx="4770472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Row 1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Row 2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Row 3 →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Row 4 →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Row 5→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CNF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∨¬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FD39040-5032-64B6-00FE-EAB7AEF22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98538" y="1811817"/>
                <a:ext cx="4770472" cy="4351338"/>
              </a:xfrm>
              <a:blipFill>
                <a:blip r:embed="rId3"/>
                <a:stretch>
                  <a:fillRect l="-2299" t="-3081" b="-9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08D74F0-5A70-E095-BB5F-39C1BB91C60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52898" y="1811817"/>
              <a:ext cx="4085898" cy="435133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29509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929509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929509">
                      <a:extLst>
                        <a:ext uri="{9D8B030D-6E8A-4147-A177-3AD203B41FA5}">
                          <a16:colId xmlns:a16="http://schemas.microsoft.com/office/drawing/2014/main" val="2522601817"/>
                        </a:ext>
                      </a:extLst>
                    </a:gridCol>
                    <a:gridCol w="1297371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71196413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891417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86001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21443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08D74F0-5A70-E095-BB5F-39C1BB91C60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52898" y="1811817"/>
              <a:ext cx="4085898" cy="435133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29509">
                      <a:extLst>
                        <a:ext uri="{9D8B030D-6E8A-4147-A177-3AD203B41FA5}">
                          <a16:colId xmlns:a16="http://schemas.microsoft.com/office/drawing/2014/main" val="3097694796"/>
                        </a:ext>
                      </a:extLst>
                    </a:gridCol>
                    <a:gridCol w="929509">
                      <a:extLst>
                        <a:ext uri="{9D8B030D-6E8A-4147-A177-3AD203B41FA5}">
                          <a16:colId xmlns:a16="http://schemas.microsoft.com/office/drawing/2014/main" val="291488264"/>
                        </a:ext>
                      </a:extLst>
                    </a:gridCol>
                    <a:gridCol w="929509">
                      <a:extLst>
                        <a:ext uri="{9D8B030D-6E8A-4147-A177-3AD203B41FA5}">
                          <a16:colId xmlns:a16="http://schemas.microsoft.com/office/drawing/2014/main" val="2522601817"/>
                        </a:ext>
                      </a:extLst>
                    </a:gridCol>
                    <a:gridCol w="1297371">
                      <a:extLst>
                        <a:ext uri="{9D8B030D-6E8A-4147-A177-3AD203B41FA5}">
                          <a16:colId xmlns:a16="http://schemas.microsoft.com/office/drawing/2014/main" val="479170585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5023" t="-6329" r="-939" b="-8063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0228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46839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54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72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4136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71196413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891417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8600165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214436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52E951E-FB1C-A308-F9BB-1536AE778C38}"/>
              </a:ext>
            </a:extLst>
          </p:cNvPr>
          <p:cNvSpPr txBox="1"/>
          <p:nvPr/>
        </p:nvSpPr>
        <p:spPr>
          <a:xfrm>
            <a:off x="5392481" y="2354579"/>
            <a:ext cx="606056" cy="372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5FE13-9622-A879-E59F-F92926D3F8E1}"/>
              </a:ext>
            </a:extLst>
          </p:cNvPr>
          <p:cNvSpPr txBox="1"/>
          <p:nvPr/>
        </p:nvSpPr>
        <p:spPr>
          <a:xfrm>
            <a:off x="5392480" y="2847847"/>
            <a:ext cx="606056" cy="372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80B1D-D975-888B-C553-AFCFFBB674E2}"/>
              </a:ext>
            </a:extLst>
          </p:cNvPr>
          <p:cNvSpPr txBox="1"/>
          <p:nvPr/>
        </p:nvSpPr>
        <p:spPr>
          <a:xfrm>
            <a:off x="5392480" y="3390609"/>
            <a:ext cx="60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53809-0FC4-E964-44C8-99C39A6FD7C4}"/>
              </a:ext>
            </a:extLst>
          </p:cNvPr>
          <p:cNvSpPr txBox="1"/>
          <p:nvPr/>
        </p:nvSpPr>
        <p:spPr>
          <a:xfrm>
            <a:off x="5392480" y="4239166"/>
            <a:ext cx="60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84DC5-45FA-44AE-EA53-D341EB85A66F}"/>
              </a:ext>
            </a:extLst>
          </p:cNvPr>
          <p:cNvSpPr txBox="1"/>
          <p:nvPr/>
        </p:nvSpPr>
        <p:spPr>
          <a:xfrm>
            <a:off x="5392480" y="5201160"/>
            <a:ext cx="60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50631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6A23-10B6-9677-A7E2-F043B411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B8DBC9-2136-C407-89F9-869684A5E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Using the truth tables you created earlier, convert the following to CNF: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B8DBC9-2136-C407-89F9-869684A5E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39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4ED684-0EC2-4D82-4033-8FF612F0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Gates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92B265-FBA3-3DD8-5894-A4F372DA5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376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B16F-C25C-94BD-AEE5-F1B34876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Circuits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5F3F66-013E-6986-69C3-8839103B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Logic circuits are composed of logic gates wired together</a:t>
            </a:r>
          </a:p>
          <a:p>
            <a:r>
              <a:rPr lang="en-GB" dirty="0"/>
              <a:t>Remember each gate corresponds to a logical operator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493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85783D-5C6E-6322-0EC7-ACF1261B6F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85783D-5C6E-6322-0EC7-ACF1261B6F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diagram of arrows and a blue line&#10;&#10;AI-generated content may be incorrect.">
            <a:extLst>
              <a:ext uri="{FF2B5EF4-FFF2-40B4-BE49-F238E27FC236}">
                <a16:creationId xmlns:a16="http://schemas.microsoft.com/office/drawing/2014/main" id="{AC586800-E41E-D04B-9DAF-93F14C451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9" y="2075366"/>
            <a:ext cx="7892142" cy="3550907"/>
          </a:xfrm>
        </p:spPr>
      </p:pic>
    </p:spTree>
    <p:extLst>
      <p:ext uri="{BB962C8B-B14F-4D97-AF65-F5344CB8AC3E}">
        <p14:creationId xmlns:p14="http://schemas.microsoft.com/office/powerpoint/2010/main" val="74930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AED3AB-7F57-B31F-AC2B-6082CDBA059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GB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AED3AB-7F57-B31F-AC2B-6082CDBA05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diagram of a circuit&#10;&#10;AI-generated content may be incorrect.">
            <a:extLst>
              <a:ext uri="{FF2B5EF4-FFF2-40B4-BE49-F238E27FC236}">
                <a16:creationId xmlns:a16="http://schemas.microsoft.com/office/drawing/2014/main" id="{20F901BB-3DE8-C350-752B-F49D8A357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40" y="2213202"/>
            <a:ext cx="7517537" cy="3139323"/>
          </a:xfrm>
        </p:spPr>
      </p:pic>
    </p:spTree>
    <p:extLst>
      <p:ext uri="{BB962C8B-B14F-4D97-AF65-F5344CB8AC3E}">
        <p14:creationId xmlns:p14="http://schemas.microsoft.com/office/powerpoint/2010/main" val="2472633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442BEFA-AA43-8BCA-1417-EB1C9F5FB1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442BEFA-AA43-8BCA-1417-EB1C9F5FB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D9167E-98E5-90DF-DB83-26DDC1C5A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5196" y="1776249"/>
            <a:ext cx="6521452" cy="3787854"/>
          </a:xfrm>
        </p:spPr>
      </p:pic>
    </p:spTree>
    <p:extLst>
      <p:ext uri="{BB962C8B-B14F-4D97-AF65-F5344CB8AC3E}">
        <p14:creationId xmlns:p14="http://schemas.microsoft.com/office/powerpoint/2010/main" val="18181425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5C1CE5-4736-BBE5-CFED-B3380F7FED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5C1CE5-4736-BBE5-CFED-B3380F7FE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diagram of a circuit&#10;&#10;AI-generated content may be incorrect.">
            <a:extLst>
              <a:ext uri="{FF2B5EF4-FFF2-40B4-BE49-F238E27FC236}">
                <a16:creationId xmlns:a16="http://schemas.microsoft.com/office/drawing/2014/main" id="{24AA9A2E-E3A9-DA4F-431D-3EAE66593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531" y="1915886"/>
            <a:ext cx="7744937" cy="3788177"/>
          </a:xfrm>
        </p:spPr>
      </p:pic>
    </p:spTree>
    <p:extLst>
      <p:ext uri="{BB962C8B-B14F-4D97-AF65-F5344CB8AC3E}">
        <p14:creationId xmlns:p14="http://schemas.microsoft.com/office/powerpoint/2010/main" val="2488480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33A58C6-4EF6-4DC8-D200-E288437DFA4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sz="4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4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33A58C6-4EF6-4DC8-D200-E288437DF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diagram of a circuit&#10;&#10;AI-generated content may be incorrect.">
            <a:extLst>
              <a:ext uri="{FF2B5EF4-FFF2-40B4-BE49-F238E27FC236}">
                <a16:creationId xmlns:a16="http://schemas.microsoft.com/office/drawing/2014/main" id="{4400E3E7-EE0D-EF4C-E163-26A72C89B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257" y="1690688"/>
            <a:ext cx="7667486" cy="4038600"/>
          </a:xfrm>
        </p:spPr>
      </p:pic>
    </p:spTree>
    <p:extLst>
      <p:ext uri="{BB962C8B-B14F-4D97-AF65-F5344CB8AC3E}">
        <p14:creationId xmlns:p14="http://schemas.microsoft.com/office/powerpoint/2010/main" val="1556490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C496-3ABF-9610-464F-18C9BF02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129BF0-4DDE-7168-C792-2015F13490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Navigate to </a:t>
                </a:r>
                <a:r>
                  <a:rPr lang="en-GB" dirty="0">
                    <a:hlinkClick r:id="rId2"/>
                  </a:rPr>
                  <a:t>https://logic.ly/demo/</a:t>
                </a:r>
                <a:endParaRPr lang="en-GB" dirty="0"/>
              </a:p>
              <a:p>
                <a:pPr lvl="1"/>
                <a:r>
                  <a:rPr lang="en-GB" dirty="0"/>
                  <a:t>Alternatively, do this using pen and paper.</a:t>
                </a:r>
              </a:p>
              <a:p>
                <a:r>
                  <a:rPr lang="en-GB" dirty="0"/>
                  <a:t>Construct logic circuits for the following: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129BF0-4DDE-7168-C792-2015F13490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2317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B58E9-983B-04D9-57D6-4B624A57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Using AND gate to filter an input</a:t>
            </a:r>
          </a:p>
        </p:txBody>
      </p:sp>
      <p:pic>
        <p:nvPicPr>
          <p:cNvPr id="10" name="Content Placeholder 9" descr="A diagram of a circuit&#10;&#10;AI-generated content may be incorrect.">
            <a:extLst>
              <a:ext uri="{FF2B5EF4-FFF2-40B4-BE49-F238E27FC236}">
                <a16:creationId xmlns:a16="http://schemas.microsoft.com/office/drawing/2014/main" id="{F8630A2F-E3A8-99DF-18E3-9A1261C7E3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12" y="2433671"/>
            <a:ext cx="5316488" cy="2236300"/>
          </a:xfrm>
        </p:spPr>
      </p:pic>
      <p:pic>
        <p:nvPicPr>
          <p:cNvPr id="12" name="Content Placeholder 11" descr="A diagram of a circuit&#10;&#10;AI-generated content may be incorrect.">
            <a:extLst>
              <a:ext uri="{FF2B5EF4-FFF2-40B4-BE49-F238E27FC236}">
                <a16:creationId xmlns:a16="http://schemas.microsoft.com/office/drawing/2014/main" id="{DCAB8B75-899B-0602-1CB4-F5894684CE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779" y="2433671"/>
            <a:ext cx="5763109" cy="2236299"/>
          </a:xfrm>
        </p:spPr>
      </p:pic>
    </p:spTree>
    <p:extLst>
      <p:ext uri="{BB962C8B-B14F-4D97-AF65-F5344CB8AC3E}">
        <p14:creationId xmlns:p14="http://schemas.microsoft.com/office/powerpoint/2010/main" val="513212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19FE-DA86-4939-9998-38DD24397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Using NOT gate to create a selection input</a:t>
            </a:r>
          </a:p>
        </p:txBody>
      </p:sp>
      <p:pic>
        <p:nvPicPr>
          <p:cNvPr id="5" name="Content Placeholder 4" descr="A diagram of a line&#10;&#10;AI-generated content may be incorrect.">
            <a:extLst>
              <a:ext uri="{FF2B5EF4-FFF2-40B4-BE49-F238E27FC236}">
                <a16:creationId xmlns:a16="http://schemas.microsoft.com/office/drawing/2014/main" id="{A7357743-BD02-62E9-C6FF-7E25688E3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714" y="1690688"/>
            <a:ext cx="5938572" cy="3926530"/>
          </a:xfrm>
        </p:spPr>
      </p:pic>
    </p:spTree>
    <p:extLst>
      <p:ext uri="{BB962C8B-B14F-4D97-AF65-F5344CB8AC3E}">
        <p14:creationId xmlns:p14="http://schemas.microsoft.com/office/powerpoint/2010/main" val="23662690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E266-14ED-9989-C6F1-727B928F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Using OR gate to output one of two inputs</a:t>
            </a:r>
          </a:p>
        </p:txBody>
      </p:sp>
      <p:pic>
        <p:nvPicPr>
          <p:cNvPr id="5" name="Content Placeholder 4" descr="A diagram of a circuit&#10;&#10;AI-generated content may be incorrect.">
            <a:extLst>
              <a:ext uri="{FF2B5EF4-FFF2-40B4-BE49-F238E27FC236}">
                <a16:creationId xmlns:a16="http://schemas.microsoft.com/office/drawing/2014/main" id="{50D248EA-B4AA-A3D7-986A-8D2BA1FDE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26" y="2144486"/>
            <a:ext cx="9235748" cy="3269736"/>
          </a:xfrm>
        </p:spPr>
      </p:pic>
    </p:spTree>
    <p:extLst>
      <p:ext uri="{BB962C8B-B14F-4D97-AF65-F5344CB8AC3E}">
        <p14:creationId xmlns:p14="http://schemas.microsoft.com/office/powerpoint/2010/main" val="23910366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CED6-631B-AC60-F413-7F6D2B1C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BC10C-B9AB-7822-0D26-235E1B92E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094"/>
            <a:ext cx="10515600" cy="4351338"/>
          </a:xfrm>
        </p:spPr>
        <p:txBody>
          <a:bodyPr/>
          <a:lstStyle/>
          <a:p>
            <a:r>
              <a:rPr lang="en-GB" dirty="0"/>
              <a:t>Boolean Logic</a:t>
            </a:r>
          </a:p>
          <a:p>
            <a:r>
              <a:rPr lang="en-GB" dirty="0"/>
              <a:t>Logic Circuits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878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1649</Words>
  <Application>Microsoft Office PowerPoint</Application>
  <PresentationFormat>宽屏</PresentationFormat>
  <Paragraphs>560</Paragraphs>
  <Slides>44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Office Theme</vt:lpstr>
      <vt:lpstr>COMP1860 Building our Digital World: Computer Systems &amp; Architecture</vt:lpstr>
      <vt:lpstr>PowerPoint 演示文稿</vt:lpstr>
      <vt:lpstr>Text Book</vt:lpstr>
      <vt:lpstr>Learning Outcomes</vt:lpstr>
      <vt:lpstr>Overview</vt:lpstr>
      <vt:lpstr>Boolean Logic</vt:lpstr>
      <vt:lpstr>Boolean Algebra</vt:lpstr>
      <vt:lpstr>Boolean Values</vt:lpstr>
      <vt:lpstr>Number of possible values</vt:lpstr>
      <vt:lpstr>Boolean functions</vt:lpstr>
      <vt:lpstr>Boolean functions</vt:lpstr>
      <vt:lpstr>Truth tables</vt:lpstr>
      <vt:lpstr>Boolean Operators</vt:lpstr>
      <vt:lpstr>Boolean Operators</vt:lpstr>
      <vt:lpstr>Boolean Operators</vt:lpstr>
      <vt:lpstr>Boolean Operators</vt:lpstr>
      <vt:lpstr>Boolean Logic</vt:lpstr>
      <vt:lpstr>Examples: Evaluation</vt:lpstr>
      <vt:lpstr>Truth Tables for Expressions</vt:lpstr>
      <vt:lpstr>Example: ¬(A∨B)</vt:lpstr>
      <vt:lpstr>Example: (A∨B)∧C</vt:lpstr>
      <vt:lpstr>Exercise</vt:lpstr>
      <vt:lpstr>Disjunctive Normal Form (DNF)</vt:lpstr>
      <vt:lpstr>Examples</vt:lpstr>
      <vt:lpstr>Converting to DNF</vt:lpstr>
      <vt:lpstr>Example</vt:lpstr>
      <vt:lpstr>Exercise</vt:lpstr>
      <vt:lpstr>Conjunctive Normal Form</vt:lpstr>
      <vt:lpstr>Examples</vt:lpstr>
      <vt:lpstr>Converting to CNF</vt:lpstr>
      <vt:lpstr>Example</vt:lpstr>
      <vt:lpstr>Exercise</vt:lpstr>
      <vt:lpstr>Logic Gates</vt:lpstr>
      <vt:lpstr>Logic Circuits</vt:lpstr>
      <vt:lpstr>Example: (A∨¬B)</vt:lpstr>
      <vt:lpstr>Example: ¬(A∧B)</vt:lpstr>
      <vt:lpstr>Example: (A∨B)∧C</vt:lpstr>
      <vt:lpstr>Example: (A∨B)∧(C∨D)</vt:lpstr>
      <vt:lpstr>Example: (A∨B)∧(A∨C)</vt:lpstr>
      <vt:lpstr>Exercise</vt:lpstr>
      <vt:lpstr>Example: Using AND gate to filter an input</vt:lpstr>
      <vt:lpstr>Example: Using NOT gate to create a selection input</vt:lpstr>
      <vt:lpstr>Example: Using OR gate to output one of two inputs</vt:lpstr>
      <vt:lpstr>Summary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COMP1860 Building our Digital World: Computer Systems &amp; Architecture</dc:title>
  <dc:creator>James Dyer</dc:creator>
  <cp:lastModifiedBy>李 尚鹏</cp:lastModifiedBy>
  <cp:revision>7</cp:revision>
  <dcterms:created xsi:type="dcterms:W3CDTF">2024-09-25T10:19:59Z</dcterms:created>
  <dcterms:modified xsi:type="dcterms:W3CDTF">2026-10-12T14:53:05Z</dcterms:modified>
</cp:coreProperties>
</file>