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69" r:id="rId3"/>
    <p:sldId id="296" r:id="rId4"/>
    <p:sldId id="297" r:id="rId5"/>
    <p:sldId id="316" r:id="rId6"/>
    <p:sldId id="257" r:id="rId7"/>
    <p:sldId id="295" r:id="rId8"/>
    <p:sldId id="286" r:id="rId9"/>
    <p:sldId id="291" r:id="rId10"/>
    <p:sldId id="287" r:id="rId11"/>
    <p:sldId id="292" r:id="rId12"/>
    <p:sldId id="293" r:id="rId13"/>
    <p:sldId id="294" r:id="rId14"/>
    <p:sldId id="354" r:id="rId15"/>
    <p:sldId id="355" r:id="rId16"/>
    <p:sldId id="319" r:id="rId17"/>
    <p:sldId id="357" r:id="rId18"/>
    <p:sldId id="358" r:id="rId19"/>
    <p:sldId id="365" r:id="rId20"/>
    <p:sldId id="361" r:id="rId21"/>
    <p:sldId id="362" r:id="rId22"/>
    <p:sldId id="363" r:id="rId23"/>
    <p:sldId id="375" r:id="rId24"/>
    <p:sldId id="359" r:id="rId25"/>
    <p:sldId id="367" r:id="rId26"/>
    <p:sldId id="360" r:id="rId27"/>
    <p:sldId id="364" r:id="rId28"/>
    <p:sldId id="368" r:id="rId29"/>
    <p:sldId id="376" r:id="rId30"/>
    <p:sldId id="371" r:id="rId31"/>
    <p:sldId id="369" r:id="rId32"/>
    <p:sldId id="379" r:id="rId33"/>
    <p:sldId id="366" r:id="rId34"/>
    <p:sldId id="290" r:id="rId35"/>
    <p:sldId id="326" r:id="rId36"/>
    <p:sldId id="373" r:id="rId37"/>
    <p:sldId id="372" r:id="rId38"/>
    <p:sldId id="374" r:id="rId39"/>
    <p:sldId id="329" r:id="rId40"/>
    <p:sldId id="320" r:id="rId41"/>
    <p:sldId id="331" r:id="rId42"/>
    <p:sldId id="332" r:id="rId43"/>
    <p:sldId id="333" r:id="rId44"/>
    <p:sldId id="334" r:id="rId45"/>
    <p:sldId id="335" r:id="rId46"/>
    <p:sldId id="327" r:id="rId47"/>
    <p:sldId id="330" r:id="rId48"/>
    <p:sldId id="336" r:id="rId49"/>
    <p:sldId id="338" r:id="rId50"/>
    <p:sldId id="381" r:id="rId51"/>
    <p:sldId id="298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2D050"/>
    <a:srgbClr val="C55A11"/>
    <a:srgbClr val="555555"/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Dyer" userId="c78f284b-7e37-4191-b5a6-8e3806eb7037" providerId="ADAL" clId="{DD9CC928-3F0B-4CEB-802A-1EC5DA3D8FB8}"/>
    <pc:docChg chg="undo custSel addSld delSld modSld sldOrd modMainMaster">
      <pc:chgData name="James Dyer" userId="c78f284b-7e37-4191-b5a6-8e3806eb7037" providerId="ADAL" clId="{DD9CC928-3F0B-4CEB-802A-1EC5DA3D8FB8}" dt="2024-10-01T10:12:47.632" v="14496" actId="20577"/>
      <pc:docMkLst>
        <pc:docMk/>
      </pc:docMkLst>
      <pc:sldChg chg="modSp new mod setBg">
        <pc:chgData name="James Dyer" userId="c78f284b-7e37-4191-b5a6-8e3806eb7037" providerId="ADAL" clId="{DD9CC928-3F0B-4CEB-802A-1EC5DA3D8FB8}" dt="2024-09-23T11:48:29.876" v="1200" actId="20577"/>
        <pc:sldMkLst>
          <pc:docMk/>
          <pc:sldMk cId="3802242037" sldId="256"/>
        </pc:sldMkLst>
      </pc:sldChg>
      <pc:sldChg chg="modSp new mod">
        <pc:chgData name="James Dyer" userId="c78f284b-7e37-4191-b5a6-8e3806eb7037" providerId="ADAL" clId="{DD9CC928-3F0B-4CEB-802A-1EC5DA3D8FB8}" dt="2024-09-19T14:01:38.718" v="116"/>
        <pc:sldMkLst>
          <pc:docMk/>
          <pc:sldMk cId="685147894" sldId="257"/>
        </pc:sldMkLst>
      </pc:sldChg>
      <pc:sldChg chg="modSp new del mod">
        <pc:chgData name="James Dyer" userId="c78f284b-7e37-4191-b5a6-8e3806eb7037" providerId="ADAL" clId="{DD9CC928-3F0B-4CEB-802A-1EC5DA3D8FB8}" dt="2024-09-19T14:10:57.612" v="916" actId="47"/>
        <pc:sldMkLst>
          <pc:docMk/>
          <pc:sldMk cId="4147479815" sldId="258"/>
        </pc:sldMkLst>
      </pc:sldChg>
      <pc:sldChg chg="modSp new del mod">
        <pc:chgData name="James Dyer" userId="c78f284b-7e37-4191-b5a6-8e3806eb7037" providerId="ADAL" clId="{DD9CC928-3F0B-4CEB-802A-1EC5DA3D8FB8}" dt="2024-09-19T14:10:59.420" v="917" actId="47"/>
        <pc:sldMkLst>
          <pc:docMk/>
          <pc:sldMk cId="35453216" sldId="259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4T11:29:00.129" v="6230" actId="700"/>
        <pc:sldMkLst>
          <pc:docMk/>
          <pc:sldMk cId="4205927590" sldId="260"/>
        </pc:sldMkLst>
      </pc:sldChg>
      <pc:sldChg chg="modSp del mod">
        <pc:chgData name="James Dyer" userId="c78f284b-7e37-4191-b5a6-8e3806eb7037" providerId="ADAL" clId="{DD9CC928-3F0B-4CEB-802A-1EC5DA3D8FB8}" dt="2024-09-19T14:01:53.562" v="117" actId="2696"/>
        <pc:sldMkLst>
          <pc:docMk/>
          <pc:sldMk cId="2499680053" sldId="285"/>
        </pc:sldMkLst>
      </pc:sldChg>
      <pc:sldChg chg="modSp mod">
        <pc:chgData name="James Dyer" userId="c78f284b-7e37-4191-b5a6-8e3806eb7037" providerId="ADAL" clId="{DD9CC928-3F0B-4CEB-802A-1EC5DA3D8FB8}" dt="2024-09-19T14:05:46.561" v="476" actId="20577"/>
        <pc:sldMkLst>
          <pc:docMk/>
          <pc:sldMk cId="3742230678" sldId="286"/>
        </pc:sldMkLst>
      </pc:sldChg>
      <pc:sldChg chg="modSp mod">
        <pc:chgData name="James Dyer" userId="c78f284b-7e37-4191-b5a6-8e3806eb7037" providerId="ADAL" clId="{DD9CC928-3F0B-4CEB-802A-1EC5DA3D8FB8}" dt="2024-09-19T14:14:31.340" v="996" actId="20577"/>
        <pc:sldMkLst>
          <pc:docMk/>
          <pc:sldMk cId="3861909469" sldId="287"/>
        </pc:sldMkLst>
      </pc:sldChg>
      <pc:sldChg chg="del delDesignElem">
        <pc:chgData name="James Dyer" userId="c78f284b-7e37-4191-b5a6-8e3806eb7037" providerId="ADAL" clId="{DD9CC928-3F0B-4CEB-802A-1EC5DA3D8FB8}" dt="2024-09-19T14:00:53.719" v="84" actId="2696"/>
        <pc:sldMkLst>
          <pc:docMk/>
          <pc:sldMk cId="1120442895" sldId="290"/>
        </pc:sldMkLst>
      </pc:sldChg>
      <pc:sldChg chg="modSp mod setBg delDesignElem">
        <pc:chgData name="James Dyer" userId="c78f284b-7e37-4191-b5a6-8e3806eb7037" providerId="ADAL" clId="{DD9CC928-3F0B-4CEB-802A-1EC5DA3D8FB8}" dt="2024-09-19T14:05:11.646" v="451" actId="14100"/>
        <pc:sldMkLst>
          <pc:docMk/>
          <pc:sldMk cId="4183090952" sldId="291"/>
        </pc:sldMkLst>
      </pc:sldChg>
      <pc:sldChg chg="modSp mod">
        <pc:chgData name="James Dyer" userId="c78f284b-7e37-4191-b5a6-8e3806eb7037" providerId="ADAL" clId="{DD9CC928-3F0B-4CEB-802A-1EC5DA3D8FB8}" dt="2024-09-23T11:44:43.597" v="999"/>
        <pc:sldMkLst>
          <pc:docMk/>
          <pc:sldMk cId="3446428450" sldId="292"/>
        </pc:sldMkLst>
      </pc:sldChg>
      <pc:sldChg chg="modSp mod">
        <pc:chgData name="James Dyer" userId="c78f284b-7e37-4191-b5a6-8e3806eb7037" providerId="ADAL" clId="{DD9CC928-3F0B-4CEB-802A-1EC5DA3D8FB8}" dt="2024-09-23T11:45:14.274" v="1004" actId="403"/>
        <pc:sldMkLst>
          <pc:docMk/>
          <pc:sldMk cId="3588488573" sldId="293"/>
        </pc:sldMkLst>
      </pc:sldChg>
      <pc:sldChg chg="modSp mod">
        <pc:chgData name="James Dyer" userId="c78f284b-7e37-4191-b5a6-8e3806eb7037" providerId="ADAL" clId="{DD9CC928-3F0B-4CEB-802A-1EC5DA3D8FB8}" dt="2024-09-19T14:10:22.022" v="915" actId="12385"/>
        <pc:sldMkLst>
          <pc:docMk/>
          <pc:sldMk cId="1633399376" sldId="294"/>
        </pc:sldMkLst>
      </pc:sldChg>
      <pc:sldChg chg="modSp new mod">
        <pc:chgData name="James Dyer" userId="c78f284b-7e37-4191-b5a6-8e3806eb7037" providerId="ADAL" clId="{DD9CC928-3F0B-4CEB-802A-1EC5DA3D8FB8}" dt="2024-09-19T14:04:33.656" v="443" actId="113"/>
        <pc:sldMkLst>
          <pc:docMk/>
          <pc:sldMk cId="1915258441" sldId="295"/>
        </pc:sldMkLst>
      </pc:sldChg>
      <pc:sldChg chg="modSp new mod">
        <pc:chgData name="James Dyer" userId="c78f284b-7e37-4191-b5a6-8e3806eb7037" providerId="ADAL" clId="{DD9CC928-3F0B-4CEB-802A-1EC5DA3D8FB8}" dt="2024-09-25T09:28:46.936" v="14361" actId="113"/>
        <pc:sldMkLst>
          <pc:docMk/>
          <pc:sldMk cId="3671079975" sldId="296"/>
        </pc:sldMkLst>
      </pc:sldChg>
      <pc:sldChg chg="modSp new mod">
        <pc:chgData name="James Dyer" userId="c78f284b-7e37-4191-b5a6-8e3806eb7037" providerId="ADAL" clId="{DD9CC928-3F0B-4CEB-802A-1EC5DA3D8FB8}" dt="2024-09-23T11:46:37.937" v="1150" actId="20577"/>
        <pc:sldMkLst>
          <pc:docMk/>
          <pc:sldMk cId="547950473" sldId="297"/>
        </pc:sldMkLst>
      </pc:sldChg>
      <pc:sldChg chg="modSp new mod">
        <pc:chgData name="James Dyer" userId="c78f284b-7e37-4191-b5a6-8e3806eb7037" providerId="ADAL" clId="{DD9CC928-3F0B-4CEB-802A-1EC5DA3D8FB8}" dt="2024-09-23T11:47:01.971" v="1167"/>
        <pc:sldMkLst>
          <pc:docMk/>
          <pc:sldMk cId="3249302460" sldId="298"/>
        </pc:sldMkLst>
      </pc:sldChg>
      <pc:sldChg chg="modSp new mod">
        <pc:chgData name="James Dyer" userId="c78f284b-7e37-4191-b5a6-8e3806eb7037" providerId="ADAL" clId="{DD9CC928-3F0B-4CEB-802A-1EC5DA3D8FB8}" dt="2024-09-23T12:20:22.289" v="1282" actId="20577"/>
        <pc:sldMkLst>
          <pc:docMk/>
          <pc:sldMk cId="3040821049" sldId="299"/>
        </pc:sldMkLst>
      </pc:sldChg>
      <pc:sldChg chg="addSp delSp modSp new mod">
        <pc:chgData name="James Dyer" userId="c78f284b-7e37-4191-b5a6-8e3806eb7037" providerId="ADAL" clId="{DD9CC928-3F0B-4CEB-802A-1EC5DA3D8FB8}" dt="2024-09-23T12:44:56.364" v="1955" actId="207"/>
        <pc:sldMkLst>
          <pc:docMk/>
          <pc:sldMk cId="1537796471" sldId="300"/>
        </pc:sldMkLst>
      </pc:sldChg>
      <pc:sldChg chg="modSp new mod modAnim">
        <pc:chgData name="James Dyer" userId="c78f284b-7e37-4191-b5a6-8e3806eb7037" providerId="ADAL" clId="{DD9CC928-3F0B-4CEB-802A-1EC5DA3D8FB8}" dt="2024-09-23T12:38:54.608" v="1757"/>
        <pc:sldMkLst>
          <pc:docMk/>
          <pc:sldMk cId="4176669337" sldId="301"/>
        </pc:sldMkLst>
      </pc:sldChg>
      <pc:sldChg chg="modSp new del mod">
        <pc:chgData name="James Dyer" userId="c78f284b-7e37-4191-b5a6-8e3806eb7037" providerId="ADAL" clId="{DD9CC928-3F0B-4CEB-802A-1EC5DA3D8FB8}" dt="2024-09-23T12:47:20.643" v="1975" actId="2696"/>
        <pc:sldMkLst>
          <pc:docMk/>
          <pc:sldMk cId="1881494947" sldId="302"/>
        </pc:sldMkLst>
      </pc:sldChg>
      <pc:sldChg chg="modSp new mod">
        <pc:chgData name="James Dyer" userId="c78f284b-7e37-4191-b5a6-8e3806eb7037" providerId="ADAL" clId="{DD9CC928-3F0B-4CEB-802A-1EC5DA3D8FB8}" dt="2024-09-23T12:42:00.666" v="1940" actId="20577"/>
        <pc:sldMkLst>
          <pc:docMk/>
          <pc:sldMk cId="476475010" sldId="303"/>
        </pc:sldMkLst>
      </pc:sldChg>
      <pc:sldChg chg="modSp new mod">
        <pc:chgData name="James Dyer" userId="c78f284b-7e37-4191-b5a6-8e3806eb7037" providerId="ADAL" clId="{DD9CC928-3F0B-4CEB-802A-1EC5DA3D8FB8}" dt="2024-09-24T13:12:06.883" v="6494"/>
        <pc:sldMkLst>
          <pc:docMk/>
          <pc:sldMk cId="240838619" sldId="304"/>
        </pc:sldMkLst>
      </pc:sldChg>
      <pc:sldChg chg="addSp modSp new mod">
        <pc:chgData name="James Dyer" userId="c78f284b-7e37-4191-b5a6-8e3806eb7037" providerId="ADAL" clId="{DD9CC928-3F0B-4CEB-802A-1EC5DA3D8FB8}" dt="2024-09-23T12:56:07.022" v="2183" actId="1076"/>
        <pc:sldMkLst>
          <pc:docMk/>
          <pc:sldMk cId="2426593927" sldId="305"/>
        </pc:sldMkLst>
      </pc:sldChg>
      <pc:sldChg chg="modSp new mod">
        <pc:chgData name="James Dyer" userId="c78f284b-7e37-4191-b5a6-8e3806eb7037" providerId="ADAL" clId="{DD9CC928-3F0B-4CEB-802A-1EC5DA3D8FB8}" dt="2024-09-23T12:58:19.917" v="2219" actId="20577"/>
        <pc:sldMkLst>
          <pc:docMk/>
          <pc:sldMk cId="765918287" sldId="306"/>
        </pc:sldMkLst>
      </pc:sldChg>
      <pc:sldChg chg="modSp new mod">
        <pc:chgData name="James Dyer" userId="c78f284b-7e37-4191-b5a6-8e3806eb7037" providerId="ADAL" clId="{DD9CC928-3F0B-4CEB-802A-1EC5DA3D8FB8}" dt="2024-09-23T15:01:24.284" v="6030" actId="20577"/>
        <pc:sldMkLst>
          <pc:docMk/>
          <pc:sldMk cId="12369796" sldId="307"/>
        </pc:sldMkLst>
      </pc:sldChg>
      <pc:sldChg chg="modSp new mod">
        <pc:chgData name="James Dyer" userId="c78f284b-7e37-4191-b5a6-8e3806eb7037" providerId="ADAL" clId="{DD9CC928-3F0B-4CEB-802A-1EC5DA3D8FB8}" dt="2024-09-23T13:53:43.010" v="4091" actId="20577"/>
        <pc:sldMkLst>
          <pc:docMk/>
          <pc:sldMk cId="667564708" sldId="308"/>
        </pc:sldMkLst>
      </pc:sldChg>
      <pc:sldChg chg="modSp new mod modAnim">
        <pc:chgData name="James Dyer" userId="c78f284b-7e37-4191-b5a6-8e3806eb7037" providerId="ADAL" clId="{DD9CC928-3F0B-4CEB-802A-1EC5DA3D8FB8}" dt="2024-09-23T15:01:40.208" v="6048" actId="20577"/>
        <pc:sldMkLst>
          <pc:docMk/>
          <pc:sldMk cId="132176303" sldId="309"/>
        </pc:sldMkLst>
      </pc:sldChg>
      <pc:sldChg chg="addSp delSp modSp new del mod">
        <pc:chgData name="James Dyer" userId="c78f284b-7e37-4191-b5a6-8e3806eb7037" providerId="ADAL" clId="{DD9CC928-3F0B-4CEB-802A-1EC5DA3D8FB8}" dt="2024-09-23T13:20:52.893" v="2928" actId="2696"/>
        <pc:sldMkLst>
          <pc:docMk/>
          <pc:sldMk cId="187455420" sldId="309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3T13:41:51.786" v="3728" actId="27636"/>
        <pc:sldMkLst>
          <pc:docMk/>
          <pc:sldMk cId="34479218" sldId="310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3T14:43:29.112" v="5215" actId="14"/>
        <pc:sldMkLst>
          <pc:docMk/>
          <pc:sldMk cId="1055859827" sldId="311"/>
        </pc:sldMkLst>
      </pc:sldChg>
      <pc:sldChg chg="addSp modSp new mod">
        <pc:chgData name="James Dyer" userId="c78f284b-7e37-4191-b5a6-8e3806eb7037" providerId="ADAL" clId="{DD9CC928-3F0B-4CEB-802A-1EC5DA3D8FB8}" dt="2024-09-23T14:37:03.793" v="5027" actId="20577"/>
        <pc:sldMkLst>
          <pc:docMk/>
          <pc:sldMk cId="2173143081" sldId="312"/>
        </pc:sldMkLst>
      </pc:sldChg>
      <pc:sldChg chg="modSp new mod">
        <pc:chgData name="James Dyer" userId="c78f284b-7e37-4191-b5a6-8e3806eb7037" providerId="ADAL" clId="{DD9CC928-3F0B-4CEB-802A-1EC5DA3D8FB8}" dt="2024-09-23T14:36:13.169" v="4994"/>
        <pc:sldMkLst>
          <pc:docMk/>
          <pc:sldMk cId="4103671187" sldId="313"/>
        </pc:sldMkLst>
      </pc:sldChg>
      <pc:sldChg chg="addSp modSp new del mod">
        <pc:chgData name="James Dyer" userId="c78f284b-7e37-4191-b5a6-8e3806eb7037" providerId="ADAL" clId="{DD9CC928-3F0B-4CEB-802A-1EC5DA3D8FB8}" dt="2024-09-23T14:27:19.081" v="4803" actId="2696"/>
        <pc:sldMkLst>
          <pc:docMk/>
          <pc:sldMk cId="2301660461" sldId="314"/>
        </pc:sldMkLst>
      </pc:sldChg>
      <pc:sldChg chg="addSp modSp new mod">
        <pc:chgData name="James Dyer" userId="c78f284b-7e37-4191-b5a6-8e3806eb7037" providerId="ADAL" clId="{DD9CC928-3F0B-4CEB-802A-1EC5DA3D8FB8}" dt="2024-09-23T14:42:02.358" v="5096" actId="20577"/>
        <pc:sldMkLst>
          <pc:docMk/>
          <pc:sldMk cId="2805482570" sldId="314"/>
        </pc:sldMkLst>
      </pc:sldChg>
      <pc:sldChg chg="modSp new del mod">
        <pc:chgData name="James Dyer" userId="c78f284b-7e37-4191-b5a6-8e3806eb7037" providerId="ADAL" clId="{DD9CC928-3F0B-4CEB-802A-1EC5DA3D8FB8}" dt="2024-09-24T11:36:00.853" v="6365" actId="2696"/>
        <pc:sldMkLst>
          <pc:docMk/>
          <pc:sldMk cId="337896894" sldId="315"/>
        </pc:sldMkLst>
      </pc:sldChg>
      <pc:sldChg chg="modSp new del mod">
        <pc:chgData name="James Dyer" userId="c78f284b-7e37-4191-b5a6-8e3806eb7037" providerId="ADAL" clId="{DD9CC928-3F0B-4CEB-802A-1EC5DA3D8FB8}" dt="2024-09-24T11:20:20.095" v="6080" actId="2696"/>
        <pc:sldMkLst>
          <pc:docMk/>
          <pc:sldMk cId="1830105130" sldId="316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4T11:22:29.282" v="6118" actId="700"/>
        <pc:sldMkLst>
          <pc:docMk/>
          <pc:sldMk cId="2796197146" sldId="316"/>
        </pc:sldMkLst>
      </pc:sldChg>
      <pc:sldChg chg="modSp new add del mod">
        <pc:chgData name="James Dyer" userId="c78f284b-7e37-4191-b5a6-8e3806eb7037" providerId="ADAL" clId="{DD9CC928-3F0B-4CEB-802A-1EC5DA3D8FB8}" dt="2024-09-23T14:57:16.663" v="5816" actId="2696"/>
        <pc:sldMkLst>
          <pc:docMk/>
          <pc:sldMk cId="3629577231" sldId="316"/>
        </pc:sldMkLst>
      </pc:sldChg>
      <pc:sldChg chg="modSp new mod">
        <pc:chgData name="James Dyer" userId="c78f284b-7e37-4191-b5a6-8e3806eb7037" providerId="ADAL" clId="{DD9CC928-3F0B-4CEB-802A-1EC5DA3D8FB8}" dt="2024-09-24T11:37:27.970" v="6369" actId="20577"/>
        <pc:sldMkLst>
          <pc:docMk/>
          <pc:sldMk cId="3746726478" sldId="317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4T11:23:43.926" v="6207" actId="700"/>
        <pc:sldMkLst>
          <pc:docMk/>
          <pc:sldMk cId="1893232229" sldId="318"/>
        </pc:sldMkLst>
      </pc:sldChg>
      <pc:sldChg chg="modSp new mod">
        <pc:chgData name="James Dyer" userId="c78f284b-7e37-4191-b5a6-8e3806eb7037" providerId="ADAL" clId="{DD9CC928-3F0B-4CEB-802A-1EC5DA3D8FB8}" dt="2024-09-24T11:27:26.006" v="6226" actId="20577"/>
        <pc:sldMkLst>
          <pc:docMk/>
          <pc:sldMk cId="3830097722" sldId="319"/>
        </pc:sldMkLst>
      </pc:sldChg>
      <pc:sldChg chg="addSp delSp modSp new mod ord modClrScheme chgLayout">
        <pc:chgData name="James Dyer" userId="c78f284b-7e37-4191-b5a6-8e3806eb7037" providerId="ADAL" clId="{DD9CC928-3F0B-4CEB-802A-1EC5DA3D8FB8}" dt="2024-09-24T14:33:17.727" v="10251" actId="20577"/>
        <pc:sldMkLst>
          <pc:docMk/>
          <pc:sldMk cId="447358427" sldId="320"/>
        </pc:sldMkLst>
      </pc:sldChg>
      <pc:sldChg chg="modSp new mod">
        <pc:chgData name="James Dyer" userId="c78f284b-7e37-4191-b5a6-8e3806eb7037" providerId="ADAL" clId="{DD9CC928-3F0B-4CEB-802A-1EC5DA3D8FB8}" dt="2024-09-24T11:35:55.311" v="6364"/>
        <pc:sldMkLst>
          <pc:docMk/>
          <pc:sldMk cId="1496085383" sldId="321"/>
        </pc:sldMkLst>
      </pc:sldChg>
      <pc:sldChg chg="modSp new mod">
        <pc:chgData name="James Dyer" userId="c78f284b-7e37-4191-b5a6-8e3806eb7037" providerId="ADAL" clId="{DD9CC928-3F0B-4CEB-802A-1EC5DA3D8FB8}" dt="2024-09-24T11:35:43.453" v="6363" actId="20577"/>
        <pc:sldMkLst>
          <pc:docMk/>
          <pc:sldMk cId="982379143" sldId="322"/>
        </pc:sldMkLst>
      </pc:sldChg>
      <pc:sldChg chg="addSp delSp modSp new mod">
        <pc:chgData name="James Dyer" userId="c78f284b-7e37-4191-b5a6-8e3806eb7037" providerId="ADAL" clId="{DD9CC928-3F0B-4CEB-802A-1EC5DA3D8FB8}" dt="2024-09-24T13:06:36.462" v="6450" actId="403"/>
        <pc:sldMkLst>
          <pc:docMk/>
          <pc:sldMk cId="3734889049" sldId="323"/>
        </pc:sldMkLst>
      </pc:sldChg>
      <pc:sldChg chg="modSp new mod">
        <pc:chgData name="James Dyer" userId="c78f284b-7e37-4191-b5a6-8e3806eb7037" providerId="ADAL" clId="{DD9CC928-3F0B-4CEB-802A-1EC5DA3D8FB8}" dt="2024-09-24T13:04:42.524" v="6436" actId="20577"/>
        <pc:sldMkLst>
          <pc:docMk/>
          <pc:sldMk cId="3404906277" sldId="324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4T13:26:17.329" v="7440" actId="20577"/>
        <pc:sldMkLst>
          <pc:docMk/>
          <pc:sldMk cId="1643064506" sldId="325"/>
        </pc:sldMkLst>
      </pc:sldChg>
      <pc:sldChg chg="addSp delSp modSp new mod modClrScheme chgLayout">
        <pc:chgData name="James Dyer" userId="c78f284b-7e37-4191-b5a6-8e3806eb7037" providerId="ADAL" clId="{DD9CC928-3F0B-4CEB-802A-1EC5DA3D8FB8}" dt="2024-10-01T10:10:17.839" v="14485" actId="20577"/>
        <pc:sldMkLst>
          <pc:docMk/>
          <pc:sldMk cId="3184662194" sldId="326"/>
        </pc:sldMkLst>
      </pc:sldChg>
      <pc:sldChg chg="addSp delSp modSp new mod ord">
        <pc:chgData name="James Dyer" userId="c78f284b-7e37-4191-b5a6-8e3806eb7037" providerId="ADAL" clId="{DD9CC928-3F0B-4CEB-802A-1EC5DA3D8FB8}" dt="2024-09-24T15:44:27.774" v="12853" actId="20577"/>
        <pc:sldMkLst>
          <pc:docMk/>
          <pc:sldMk cId="1887899437" sldId="327"/>
        </pc:sldMkLst>
      </pc:sldChg>
      <pc:sldChg chg="addSp delSp modSp new del mod modClrScheme chgLayout">
        <pc:chgData name="James Dyer" userId="c78f284b-7e37-4191-b5a6-8e3806eb7037" providerId="ADAL" clId="{DD9CC928-3F0B-4CEB-802A-1EC5DA3D8FB8}" dt="2024-09-24T14:16:20.975" v="9768" actId="2696"/>
        <pc:sldMkLst>
          <pc:docMk/>
          <pc:sldMk cId="2925451939" sldId="328"/>
        </pc:sldMkLst>
      </pc:sldChg>
      <pc:sldChg chg="addSp delSp modSp new mod modClrScheme chgLayout">
        <pc:chgData name="James Dyer" userId="c78f284b-7e37-4191-b5a6-8e3806eb7037" providerId="ADAL" clId="{DD9CC928-3F0B-4CEB-802A-1EC5DA3D8FB8}" dt="2024-10-01T10:12:47.632" v="14496" actId="20577"/>
        <pc:sldMkLst>
          <pc:docMk/>
          <pc:sldMk cId="3573988520" sldId="329"/>
        </pc:sldMkLst>
      </pc:sldChg>
      <pc:sldChg chg="addSp delSp modSp new mod chgLayout">
        <pc:chgData name="James Dyer" userId="c78f284b-7e37-4191-b5a6-8e3806eb7037" providerId="ADAL" clId="{DD9CC928-3F0B-4CEB-802A-1EC5DA3D8FB8}" dt="2024-09-24T15:57:12.066" v="13208" actId="20577"/>
        <pc:sldMkLst>
          <pc:docMk/>
          <pc:sldMk cId="2447586621" sldId="330"/>
        </pc:sldMkLst>
      </pc:sldChg>
      <pc:sldChg chg="addSp delSp modSp new mod">
        <pc:chgData name="James Dyer" userId="c78f284b-7e37-4191-b5a6-8e3806eb7037" providerId="ADAL" clId="{DD9CC928-3F0B-4CEB-802A-1EC5DA3D8FB8}" dt="2024-09-24T14:32:11.326" v="10187" actId="20577"/>
        <pc:sldMkLst>
          <pc:docMk/>
          <pc:sldMk cId="1080227960" sldId="331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4T15:15:47.068" v="11376" actId="20577"/>
        <pc:sldMkLst>
          <pc:docMk/>
          <pc:sldMk cId="2574841670" sldId="332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4T15:15:07.831" v="11353" actId="20577"/>
        <pc:sldMkLst>
          <pc:docMk/>
          <pc:sldMk cId="564441225" sldId="333"/>
        </pc:sldMkLst>
      </pc:sldChg>
      <pc:sldChg chg="modSp new del mod">
        <pc:chgData name="James Dyer" userId="c78f284b-7e37-4191-b5a6-8e3806eb7037" providerId="ADAL" clId="{DD9CC928-3F0B-4CEB-802A-1EC5DA3D8FB8}" dt="2024-09-24T15:04:45.692" v="11158" actId="2696"/>
        <pc:sldMkLst>
          <pc:docMk/>
          <pc:sldMk cId="2320357816" sldId="334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4T15:28:01.232" v="12109" actId="20577"/>
        <pc:sldMkLst>
          <pc:docMk/>
          <pc:sldMk cId="3346197453" sldId="334"/>
        </pc:sldMkLst>
      </pc:sldChg>
      <pc:sldChg chg="addSp delSp modSp new mod">
        <pc:chgData name="James Dyer" userId="c78f284b-7e37-4191-b5a6-8e3806eb7037" providerId="ADAL" clId="{DD9CC928-3F0B-4CEB-802A-1EC5DA3D8FB8}" dt="2024-09-24T15:42:39.099" v="12800" actId="20577"/>
        <pc:sldMkLst>
          <pc:docMk/>
          <pc:sldMk cId="1589588293" sldId="335"/>
        </pc:sldMkLst>
      </pc:sldChg>
      <pc:sldChg chg="modSp new del mod">
        <pc:chgData name="James Dyer" userId="c78f284b-7e37-4191-b5a6-8e3806eb7037" providerId="ADAL" clId="{DD9CC928-3F0B-4CEB-802A-1EC5DA3D8FB8}" dt="2024-09-24T15:59:22.060" v="13270" actId="2696"/>
        <pc:sldMkLst>
          <pc:docMk/>
          <pc:sldMk cId="1313120902" sldId="336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4T16:27:41.361" v="13686" actId="20577"/>
        <pc:sldMkLst>
          <pc:docMk/>
          <pc:sldMk cId="2037802434" sldId="336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5T09:44:23.410" v="14362" actId="700"/>
        <pc:sldMkLst>
          <pc:docMk/>
          <pc:sldMk cId="3932361617" sldId="337"/>
        </pc:sldMkLst>
      </pc:sldChg>
      <pc:sldChg chg="addSp delSp modSp new mod modClrScheme chgLayout">
        <pc:chgData name="James Dyer" userId="c78f284b-7e37-4191-b5a6-8e3806eb7037" providerId="ADAL" clId="{DD9CC928-3F0B-4CEB-802A-1EC5DA3D8FB8}" dt="2024-09-24T16:37:43.013" v="14358" actId="20577"/>
        <pc:sldMkLst>
          <pc:docMk/>
          <pc:sldMk cId="1033501321" sldId="338"/>
        </pc:sldMkLst>
      </pc:sldChg>
      <pc:sldChg chg="addSp delSp modSp new del mod modClrScheme chgLayout">
        <pc:chgData name="James Dyer" userId="c78f284b-7e37-4191-b5a6-8e3806eb7037" providerId="ADAL" clId="{DD9CC928-3F0B-4CEB-802A-1EC5DA3D8FB8}" dt="2024-10-01T10:09:35.368" v="14434" actId="2696"/>
        <pc:sldMkLst>
          <pc:docMk/>
          <pc:sldMk cId="1991571902" sldId="339"/>
        </pc:sldMkLst>
      </pc:sldChg>
      <pc:sldMasterChg chg="setBg modSldLayout">
        <pc:chgData name="James Dyer" userId="c78f284b-7e37-4191-b5a6-8e3806eb7037" providerId="ADAL" clId="{DD9CC928-3F0B-4CEB-802A-1EC5DA3D8FB8}" dt="2024-09-18T12:55:12.747" v="4"/>
        <pc:sldMasterMkLst>
          <pc:docMk/>
          <pc:sldMasterMk cId="3115337805" sldId="2147483648"/>
        </pc:sldMasterMkLst>
        <pc:sldLayoutChg chg="setBg">
          <pc:chgData name="James Dyer" userId="c78f284b-7e37-4191-b5a6-8e3806eb7037" providerId="ADAL" clId="{DD9CC928-3F0B-4CEB-802A-1EC5DA3D8FB8}" dt="2024-09-18T12:55:12.747" v="4"/>
          <pc:sldLayoutMkLst>
            <pc:docMk/>
            <pc:sldMasterMk cId="3115337805" sldId="2147483648"/>
            <pc:sldLayoutMk cId="1578001827" sldId="2147483649"/>
          </pc:sldLayoutMkLst>
        </pc:sldLayoutChg>
        <pc:sldLayoutChg chg="setBg">
          <pc:chgData name="James Dyer" userId="c78f284b-7e37-4191-b5a6-8e3806eb7037" providerId="ADAL" clId="{DD9CC928-3F0B-4CEB-802A-1EC5DA3D8FB8}" dt="2024-09-18T12:55:12.747" v="4"/>
          <pc:sldLayoutMkLst>
            <pc:docMk/>
            <pc:sldMasterMk cId="3115337805" sldId="2147483648"/>
            <pc:sldLayoutMk cId="1508932724" sldId="2147483650"/>
          </pc:sldLayoutMkLst>
        </pc:sldLayoutChg>
        <pc:sldLayoutChg chg="setBg">
          <pc:chgData name="James Dyer" userId="c78f284b-7e37-4191-b5a6-8e3806eb7037" providerId="ADAL" clId="{DD9CC928-3F0B-4CEB-802A-1EC5DA3D8FB8}" dt="2024-09-18T12:55:12.747" v="4"/>
          <pc:sldLayoutMkLst>
            <pc:docMk/>
            <pc:sldMasterMk cId="3115337805" sldId="2147483648"/>
            <pc:sldLayoutMk cId="2508868019" sldId="2147483651"/>
          </pc:sldLayoutMkLst>
        </pc:sldLayoutChg>
        <pc:sldLayoutChg chg="setBg">
          <pc:chgData name="James Dyer" userId="c78f284b-7e37-4191-b5a6-8e3806eb7037" providerId="ADAL" clId="{DD9CC928-3F0B-4CEB-802A-1EC5DA3D8FB8}" dt="2024-09-18T12:55:12.747" v="4"/>
          <pc:sldLayoutMkLst>
            <pc:docMk/>
            <pc:sldMasterMk cId="3115337805" sldId="2147483648"/>
            <pc:sldLayoutMk cId="2010513028" sldId="2147483652"/>
          </pc:sldLayoutMkLst>
        </pc:sldLayoutChg>
        <pc:sldLayoutChg chg="setBg">
          <pc:chgData name="James Dyer" userId="c78f284b-7e37-4191-b5a6-8e3806eb7037" providerId="ADAL" clId="{DD9CC928-3F0B-4CEB-802A-1EC5DA3D8FB8}" dt="2024-09-18T12:55:12.747" v="4"/>
          <pc:sldLayoutMkLst>
            <pc:docMk/>
            <pc:sldMasterMk cId="3115337805" sldId="2147483648"/>
            <pc:sldLayoutMk cId="3788383714" sldId="2147483653"/>
          </pc:sldLayoutMkLst>
        </pc:sldLayoutChg>
        <pc:sldLayoutChg chg="setBg">
          <pc:chgData name="James Dyer" userId="c78f284b-7e37-4191-b5a6-8e3806eb7037" providerId="ADAL" clId="{DD9CC928-3F0B-4CEB-802A-1EC5DA3D8FB8}" dt="2024-09-18T12:55:12.747" v="4"/>
          <pc:sldLayoutMkLst>
            <pc:docMk/>
            <pc:sldMasterMk cId="3115337805" sldId="2147483648"/>
            <pc:sldLayoutMk cId="617869450" sldId="2147483654"/>
          </pc:sldLayoutMkLst>
        </pc:sldLayoutChg>
        <pc:sldLayoutChg chg="setBg">
          <pc:chgData name="James Dyer" userId="c78f284b-7e37-4191-b5a6-8e3806eb7037" providerId="ADAL" clId="{DD9CC928-3F0B-4CEB-802A-1EC5DA3D8FB8}" dt="2024-09-18T12:55:12.747" v="4"/>
          <pc:sldLayoutMkLst>
            <pc:docMk/>
            <pc:sldMasterMk cId="3115337805" sldId="2147483648"/>
            <pc:sldLayoutMk cId="3858892803" sldId="2147483655"/>
          </pc:sldLayoutMkLst>
        </pc:sldLayoutChg>
        <pc:sldLayoutChg chg="setBg">
          <pc:chgData name="James Dyer" userId="c78f284b-7e37-4191-b5a6-8e3806eb7037" providerId="ADAL" clId="{DD9CC928-3F0B-4CEB-802A-1EC5DA3D8FB8}" dt="2024-09-18T12:55:12.747" v="4"/>
          <pc:sldLayoutMkLst>
            <pc:docMk/>
            <pc:sldMasterMk cId="3115337805" sldId="2147483648"/>
            <pc:sldLayoutMk cId="463395225" sldId="2147483656"/>
          </pc:sldLayoutMkLst>
        </pc:sldLayoutChg>
        <pc:sldLayoutChg chg="setBg">
          <pc:chgData name="James Dyer" userId="c78f284b-7e37-4191-b5a6-8e3806eb7037" providerId="ADAL" clId="{DD9CC928-3F0B-4CEB-802A-1EC5DA3D8FB8}" dt="2024-09-18T12:55:12.747" v="4"/>
          <pc:sldLayoutMkLst>
            <pc:docMk/>
            <pc:sldMasterMk cId="3115337805" sldId="2147483648"/>
            <pc:sldLayoutMk cId="1945782216" sldId="2147483657"/>
          </pc:sldLayoutMkLst>
        </pc:sldLayoutChg>
        <pc:sldLayoutChg chg="setBg">
          <pc:chgData name="James Dyer" userId="c78f284b-7e37-4191-b5a6-8e3806eb7037" providerId="ADAL" clId="{DD9CC928-3F0B-4CEB-802A-1EC5DA3D8FB8}" dt="2024-09-18T12:55:12.747" v="4"/>
          <pc:sldLayoutMkLst>
            <pc:docMk/>
            <pc:sldMasterMk cId="3115337805" sldId="2147483648"/>
            <pc:sldLayoutMk cId="1462885119" sldId="2147483658"/>
          </pc:sldLayoutMkLst>
        </pc:sldLayoutChg>
        <pc:sldLayoutChg chg="setBg">
          <pc:chgData name="James Dyer" userId="c78f284b-7e37-4191-b5a6-8e3806eb7037" providerId="ADAL" clId="{DD9CC928-3F0B-4CEB-802A-1EC5DA3D8FB8}" dt="2024-09-18T12:55:12.747" v="4"/>
          <pc:sldLayoutMkLst>
            <pc:docMk/>
            <pc:sldMasterMk cId="3115337805" sldId="2147483648"/>
            <pc:sldLayoutMk cId="961415305" sldId="2147483659"/>
          </pc:sldLayoutMkLst>
        </pc:sldLayoutChg>
      </pc:sldMasterChg>
    </pc:docChg>
  </pc:docChgLst>
  <pc:docChgLst>
    <pc:chgData name="James Dyer" userId="c78f284b-7e37-4191-b5a6-8e3806eb7037" providerId="ADAL" clId="{B6C7D5D4-CA5F-1A45-A6B5-C57EBC823EDA}"/>
    <pc:docChg chg="delSld">
      <pc:chgData name="James Dyer" userId="c78f284b-7e37-4191-b5a6-8e3806eb7037" providerId="ADAL" clId="{B6C7D5D4-CA5F-1A45-A6B5-C57EBC823EDA}" dt="2024-10-27T10:09:58.550" v="0" actId="21"/>
      <pc:docMkLst>
        <pc:docMk/>
      </pc:docMkLst>
      <pc:sldChg chg="del">
        <pc:chgData name="James Dyer" userId="c78f284b-7e37-4191-b5a6-8e3806eb7037" providerId="ADAL" clId="{B6C7D5D4-CA5F-1A45-A6B5-C57EBC823EDA}" dt="2024-10-27T10:09:58.550" v="0" actId="21"/>
        <pc:sldMkLst>
          <pc:docMk/>
          <pc:sldMk cId="12369796" sldId="307"/>
        </pc:sldMkLst>
      </pc:sldChg>
    </pc:docChg>
  </pc:docChgLst>
  <pc:docChgLst>
    <pc:chgData name="James Dyer" userId="c78f284b-7e37-4191-b5a6-8e3806eb7037" providerId="ADAL" clId="{B614FF08-29E4-4BDE-9FCC-8AE054ABE75D}"/>
    <pc:docChg chg="undo custSel addSld modSld">
      <pc:chgData name="James Dyer" userId="c78f284b-7e37-4191-b5a6-8e3806eb7037" providerId="ADAL" clId="{B614FF08-29E4-4BDE-9FCC-8AE054ABE75D}" dt="2024-10-10T13:32:57.904" v="447" actId="20577"/>
      <pc:docMkLst>
        <pc:docMk/>
      </pc:docMkLst>
      <pc:sldChg chg="modSp new mod">
        <pc:chgData name="James Dyer" userId="c78f284b-7e37-4191-b5a6-8e3806eb7037" providerId="ADAL" clId="{B614FF08-29E4-4BDE-9FCC-8AE054ABE75D}" dt="2024-10-10T12:00:22.662" v="89" actId="114"/>
        <pc:sldMkLst>
          <pc:docMk/>
          <pc:sldMk cId="1103714128" sldId="339"/>
        </pc:sldMkLst>
      </pc:sldChg>
      <pc:sldChg chg="modSp new mod">
        <pc:chgData name="James Dyer" userId="c78f284b-7e37-4191-b5a6-8e3806eb7037" providerId="ADAL" clId="{B614FF08-29E4-4BDE-9FCC-8AE054ABE75D}" dt="2024-10-10T12:42:24.038" v="274" actId="20577"/>
        <pc:sldMkLst>
          <pc:docMk/>
          <pc:sldMk cId="736415159" sldId="340"/>
        </pc:sldMkLst>
      </pc:sldChg>
      <pc:sldChg chg="modSp new mod">
        <pc:chgData name="James Dyer" userId="c78f284b-7e37-4191-b5a6-8e3806eb7037" providerId="ADAL" clId="{B614FF08-29E4-4BDE-9FCC-8AE054ABE75D}" dt="2024-10-10T13:32:57.904" v="447" actId="20577"/>
        <pc:sldMkLst>
          <pc:docMk/>
          <pc:sldMk cId="522902213" sldId="341"/>
        </pc:sldMkLst>
      </pc:sldChg>
    </pc:docChg>
  </pc:docChgLst>
  <pc:docChgLst>
    <pc:chgData name="James Dyer" userId="c78f284b-7e37-4191-b5a6-8e3806eb7037" providerId="ADAL" clId="{48F6295B-AE00-41C0-A2B6-05FB7237ED33}"/>
    <pc:docChg chg="undo custSel addSld delSld modSld sldOrd">
      <pc:chgData name="James Dyer" userId="c78f284b-7e37-4191-b5a6-8e3806eb7037" providerId="ADAL" clId="{48F6295B-AE00-41C0-A2B6-05FB7237ED33}" dt="2025-03-31T15:09:50.662" v="10583" actId="20577"/>
      <pc:docMkLst>
        <pc:docMk/>
      </pc:docMkLst>
      <pc:sldChg chg="modSp mod">
        <pc:chgData name="James Dyer" userId="c78f284b-7e37-4191-b5a6-8e3806eb7037" providerId="ADAL" clId="{48F6295B-AE00-41C0-A2B6-05FB7237ED33}" dt="2025-03-26T12:32:47.499" v="6926" actId="20577"/>
        <pc:sldMkLst>
          <pc:docMk/>
          <pc:sldMk cId="3802242037" sldId="256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4205927590" sldId="290"/>
        </pc:sldMkLst>
      </pc:sldChg>
      <pc:sldChg chg="modSp mod">
        <pc:chgData name="James Dyer" userId="c78f284b-7e37-4191-b5a6-8e3806eb7037" providerId="ADAL" clId="{48F6295B-AE00-41C0-A2B6-05FB7237ED33}" dt="2025-03-31T15:03:24.204" v="10463" actId="20577"/>
        <pc:sldMkLst>
          <pc:docMk/>
          <pc:sldMk cId="3671079975" sldId="296"/>
        </pc:sldMkLst>
      </pc:sldChg>
      <pc:sldChg chg="modSp mod">
        <pc:chgData name="James Dyer" userId="c78f284b-7e37-4191-b5a6-8e3806eb7037" providerId="ADAL" clId="{48F6295B-AE00-41C0-A2B6-05FB7237ED33}" dt="2025-03-26T13:14:53.248" v="7160" actId="20577"/>
        <pc:sldMkLst>
          <pc:docMk/>
          <pc:sldMk cId="547950473" sldId="297"/>
        </pc:sldMkLst>
      </pc:sldChg>
      <pc:sldChg chg="modSp mod">
        <pc:chgData name="James Dyer" userId="c78f284b-7e37-4191-b5a6-8e3806eb7037" providerId="ADAL" clId="{48F6295B-AE00-41C0-A2B6-05FB7237ED33}" dt="2025-03-12T14:54:53.912" v="29" actId="20577"/>
        <pc:sldMkLst>
          <pc:docMk/>
          <pc:sldMk cId="3249302460" sldId="298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3040821049" sldId="299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1537796471" sldId="300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4176669337" sldId="301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476475010" sldId="303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240838619" sldId="304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2426593927" sldId="305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765918287" sldId="306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667564708" sldId="308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132176303" sldId="309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34479218" sldId="310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1055859827" sldId="311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2173143081" sldId="312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3746726478" sldId="317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1893232229" sldId="318"/>
        </pc:sldMkLst>
      </pc:sldChg>
      <pc:sldChg chg="modSp mod">
        <pc:chgData name="James Dyer" userId="c78f284b-7e37-4191-b5a6-8e3806eb7037" providerId="ADAL" clId="{48F6295B-AE00-41C0-A2B6-05FB7237ED33}" dt="2025-03-27T11:35:11.139" v="7421" actId="20577"/>
        <pc:sldMkLst>
          <pc:docMk/>
          <pc:sldMk cId="3830097722" sldId="319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447358427" sldId="320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1496085383" sldId="321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982379143" sldId="322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3734889049" sldId="323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3404906277" sldId="324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1643064506" sldId="325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3184662194" sldId="326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1887899437" sldId="327"/>
        </pc:sldMkLst>
      </pc:sldChg>
      <pc:sldChg chg="modSp add mod">
        <pc:chgData name="James Dyer" userId="c78f284b-7e37-4191-b5a6-8e3806eb7037" providerId="ADAL" clId="{48F6295B-AE00-41C0-A2B6-05FB7237ED33}" dt="2025-03-26T13:11:05.067" v="7115" actId="20577"/>
        <pc:sldMkLst>
          <pc:docMk/>
          <pc:sldMk cId="3573988520" sldId="329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2447586621" sldId="330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1080227960" sldId="331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2574841670" sldId="332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564441225" sldId="333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3346197453" sldId="334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1589588293" sldId="335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2037802434" sldId="336"/>
        </pc:sldMkLst>
      </pc:sldChg>
      <pc:sldChg chg="modSp add del mod">
        <pc:chgData name="James Dyer" userId="c78f284b-7e37-4191-b5a6-8e3806eb7037" providerId="ADAL" clId="{48F6295B-AE00-41C0-A2B6-05FB7237ED33}" dt="2025-03-31T15:06:27.058" v="10481" actId="47"/>
        <pc:sldMkLst>
          <pc:docMk/>
          <pc:sldMk cId="3932361617" sldId="337"/>
        </pc:sldMkLst>
      </pc:sldChg>
      <pc:sldChg chg="add">
        <pc:chgData name="James Dyer" userId="c78f284b-7e37-4191-b5a6-8e3806eb7037" providerId="ADAL" clId="{48F6295B-AE00-41C0-A2B6-05FB7237ED33}" dt="2025-03-12T14:55:34.929" v="30"/>
        <pc:sldMkLst>
          <pc:docMk/>
          <pc:sldMk cId="1033501321" sldId="338"/>
        </pc:sldMkLst>
      </pc:sldChg>
      <pc:sldChg chg="del">
        <pc:chgData name="James Dyer" userId="c78f284b-7e37-4191-b5a6-8e3806eb7037" providerId="ADAL" clId="{48F6295B-AE00-41C0-A2B6-05FB7237ED33}" dt="2025-03-12T14:53:48.135" v="3" actId="47"/>
        <pc:sldMkLst>
          <pc:docMk/>
          <pc:sldMk cId="1103714128" sldId="339"/>
        </pc:sldMkLst>
      </pc:sldChg>
      <pc:sldChg chg="addSp delSp modSp add del mod">
        <pc:chgData name="James Dyer" userId="c78f284b-7e37-4191-b5a6-8e3806eb7037" providerId="ADAL" clId="{48F6295B-AE00-41C0-A2B6-05FB7237ED33}" dt="2025-03-24T14:32:45.582" v="5579" actId="47"/>
        <pc:sldMkLst>
          <pc:docMk/>
          <pc:sldMk cId="2317145666" sldId="339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736415159" sldId="340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3922409673" sldId="342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4074798960" sldId="343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4293439759" sldId="344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3933965183" sldId="345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1051013168" sldId="346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2312001953" sldId="347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1196674589" sldId="349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992216950" sldId="350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2113249694" sldId="351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2094115128" sldId="352"/>
        </pc:sldMkLst>
      </pc:sldChg>
      <pc:sldChg chg="del">
        <pc:chgData name="James Dyer" userId="c78f284b-7e37-4191-b5a6-8e3806eb7037" providerId="ADAL" clId="{48F6295B-AE00-41C0-A2B6-05FB7237ED33}" dt="2025-03-12T14:54:32.475" v="6" actId="2696"/>
        <pc:sldMkLst>
          <pc:docMk/>
          <pc:sldMk cId="3808433509" sldId="353"/>
        </pc:sldMkLst>
      </pc:sldChg>
      <pc:sldChg chg="modSp mod">
        <pc:chgData name="James Dyer" userId="c78f284b-7e37-4191-b5a6-8e3806eb7037" providerId="ADAL" clId="{48F6295B-AE00-41C0-A2B6-05FB7237ED33}" dt="2025-03-31T15:04:26.877" v="10464" actId="20577"/>
        <pc:sldMkLst>
          <pc:docMk/>
          <pc:sldMk cId="348134298" sldId="356"/>
        </pc:sldMkLst>
      </pc:sldChg>
      <pc:sldChg chg="addSp delSp modSp new mod modClrScheme chgLayout">
        <pc:chgData name="James Dyer" userId="c78f284b-7e37-4191-b5a6-8e3806eb7037" providerId="ADAL" clId="{48F6295B-AE00-41C0-A2B6-05FB7237ED33}" dt="2025-03-26T13:14:38.425" v="7158" actId="20577"/>
        <pc:sldMkLst>
          <pc:docMk/>
          <pc:sldMk cId="1486102832" sldId="357"/>
        </pc:sldMkLst>
      </pc:sldChg>
      <pc:sldChg chg="addSp modSp new mod ord modClrScheme chgLayout">
        <pc:chgData name="James Dyer" userId="c78f284b-7e37-4191-b5a6-8e3806eb7037" providerId="ADAL" clId="{48F6295B-AE00-41C0-A2B6-05FB7237ED33}" dt="2025-03-26T13:16:21.104" v="7219" actId="20577"/>
        <pc:sldMkLst>
          <pc:docMk/>
          <pc:sldMk cId="1211754430" sldId="358"/>
        </pc:sldMkLst>
      </pc:sldChg>
      <pc:sldChg chg="addSp delSp modSp new mod ord modClrScheme chgLayout">
        <pc:chgData name="James Dyer" userId="c78f284b-7e37-4191-b5a6-8e3806eb7037" providerId="ADAL" clId="{48F6295B-AE00-41C0-A2B6-05FB7237ED33}" dt="2025-03-13T13:55:25.097" v="3511" actId="20577"/>
        <pc:sldMkLst>
          <pc:docMk/>
          <pc:sldMk cId="1674085345" sldId="359"/>
        </pc:sldMkLst>
      </pc:sldChg>
      <pc:sldChg chg="modSp new del mod">
        <pc:chgData name="James Dyer" userId="c78f284b-7e37-4191-b5a6-8e3806eb7037" providerId="ADAL" clId="{48F6295B-AE00-41C0-A2B6-05FB7237ED33}" dt="2025-03-12T17:18:52.547" v="173" actId="2696"/>
        <pc:sldMkLst>
          <pc:docMk/>
          <pc:sldMk cId="3695904337" sldId="359"/>
        </pc:sldMkLst>
      </pc:sldChg>
      <pc:sldChg chg="modSp new mod">
        <pc:chgData name="James Dyer" userId="c78f284b-7e37-4191-b5a6-8e3806eb7037" providerId="ADAL" clId="{48F6295B-AE00-41C0-A2B6-05FB7237ED33}" dt="2025-03-13T13:40:27.854" v="3475" actId="20577"/>
        <pc:sldMkLst>
          <pc:docMk/>
          <pc:sldMk cId="1896346387" sldId="360"/>
        </pc:sldMkLst>
      </pc:sldChg>
      <pc:sldChg chg="modSp new mod ord">
        <pc:chgData name="James Dyer" userId="c78f284b-7e37-4191-b5a6-8e3806eb7037" providerId="ADAL" clId="{48F6295B-AE00-41C0-A2B6-05FB7237ED33}" dt="2025-03-12T17:39:51.862" v="1183"/>
        <pc:sldMkLst>
          <pc:docMk/>
          <pc:sldMk cId="1278337458" sldId="361"/>
        </pc:sldMkLst>
      </pc:sldChg>
      <pc:sldChg chg="modSp new mod">
        <pc:chgData name="James Dyer" userId="c78f284b-7e37-4191-b5a6-8e3806eb7037" providerId="ADAL" clId="{48F6295B-AE00-41C0-A2B6-05FB7237ED33}" dt="2025-03-12T18:50:03.527" v="2338" actId="20577"/>
        <pc:sldMkLst>
          <pc:docMk/>
          <pc:sldMk cId="673535991" sldId="362"/>
        </pc:sldMkLst>
      </pc:sldChg>
      <pc:sldChg chg="addSp delSp modSp new mod">
        <pc:chgData name="James Dyer" userId="c78f284b-7e37-4191-b5a6-8e3806eb7037" providerId="ADAL" clId="{48F6295B-AE00-41C0-A2B6-05FB7237ED33}" dt="2025-03-25T12:48:44.888" v="6644" actId="14100"/>
        <pc:sldMkLst>
          <pc:docMk/>
          <pc:sldMk cId="1146986984" sldId="363"/>
        </pc:sldMkLst>
      </pc:sldChg>
      <pc:sldChg chg="modSp new del mod">
        <pc:chgData name="James Dyer" userId="c78f284b-7e37-4191-b5a6-8e3806eb7037" providerId="ADAL" clId="{48F6295B-AE00-41C0-A2B6-05FB7237ED33}" dt="2025-03-12T17:50:44.650" v="1533" actId="2696"/>
        <pc:sldMkLst>
          <pc:docMk/>
          <pc:sldMk cId="1419822648" sldId="363"/>
        </pc:sldMkLst>
      </pc:sldChg>
      <pc:sldChg chg="modSp new mod">
        <pc:chgData name="James Dyer" userId="c78f284b-7e37-4191-b5a6-8e3806eb7037" providerId="ADAL" clId="{48F6295B-AE00-41C0-A2B6-05FB7237ED33}" dt="2025-03-19T13:55:31.320" v="4806" actId="20577"/>
        <pc:sldMkLst>
          <pc:docMk/>
          <pc:sldMk cId="3866230956" sldId="364"/>
        </pc:sldMkLst>
      </pc:sldChg>
      <pc:sldChg chg="modSp new mod">
        <pc:chgData name="James Dyer" userId="c78f284b-7e37-4191-b5a6-8e3806eb7037" providerId="ADAL" clId="{48F6295B-AE00-41C0-A2B6-05FB7237ED33}" dt="2025-03-12T18:35:03.048" v="2066" actId="20577"/>
        <pc:sldMkLst>
          <pc:docMk/>
          <pc:sldMk cId="3954646310" sldId="365"/>
        </pc:sldMkLst>
      </pc:sldChg>
      <pc:sldChg chg="addSp delSp modSp new mod ord modClrScheme chgLayout">
        <pc:chgData name="James Dyer" userId="c78f284b-7e37-4191-b5a6-8e3806eb7037" providerId="ADAL" clId="{48F6295B-AE00-41C0-A2B6-05FB7237ED33}" dt="2025-03-27T12:48:36.711" v="10229" actId="20577"/>
        <pc:sldMkLst>
          <pc:docMk/>
          <pc:sldMk cId="878158191" sldId="366"/>
        </pc:sldMkLst>
      </pc:sldChg>
      <pc:sldChg chg="addSp delSp modSp new mod modClrScheme chgLayout">
        <pc:chgData name="James Dyer" userId="c78f284b-7e37-4191-b5a6-8e3806eb7037" providerId="ADAL" clId="{48F6295B-AE00-41C0-A2B6-05FB7237ED33}" dt="2025-03-25T12:55:06.573" v="6904" actId="20577"/>
        <pc:sldMkLst>
          <pc:docMk/>
          <pc:sldMk cId="931394383" sldId="367"/>
        </pc:sldMkLst>
      </pc:sldChg>
      <pc:sldChg chg="modSp new mod">
        <pc:chgData name="James Dyer" userId="c78f284b-7e37-4191-b5a6-8e3806eb7037" providerId="ADAL" clId="{48F6295B-AE00-41C0-A2B6-05FB7237ED33}" dt="2025-03-27T12:34:58.899" v="9434" actId="20577"/>
        <pc:sldMkLst>
          <pc:docMk/>
          <pc:sldMk cId="1890391494" sldId="368"/>
        </pc:sldMkLst>
      </pc:sldChg>
      <pc:sldChg chg="addSp delSp modSp new mod modClrScheme chgLayout">
        <pc:chgData name="James Dyer" userId="c78f284b-7e37-4191-b5a6-8e3806eb7037" providerId="ADAL" clId="{48F6295B-AE00-41C0-A2B6-05FB7237ED33}" dt="2025-03-26T12:36:03.110" v="6959" actId="20577"/>
        <pc:sldMkLst>
          <pc:docMk/>
          <pc:sldMk cId="3637701257" sldId="369"/>
        </pc:sldMkLst>
      </pc:sldChg>
      <pc:sldChg chg="addSp delSp modSp new del mod">
        <pc:chgData name="James Dyer" userId="c78f284b-7e37-4191-b5a6-8e3806eb7037" providerId="ADAL" clId="{48F6295B-AE00-41C0-A2B6-05FB7237ED33}" dt="2025-03-24T14:43:29.655" v="5881" actId="2696"/>
        <pc:sldMkLst>
          <pc:docMk/>
          <pc:sldMk cId="2868270817" sldId="370"/>
        </pc:sldMkLst>
      </pc:sldChg>
      <pc:sldChg chg="modSp mod">
        <pc:chgData name="James Dyer" userId="c78f284b-7e37-4191-b5a6-8e3806eb7037" providerId="ADAL" clId="{48F6295B-AE00-41C0-A2B6-05FB7237ED33}" dt="2025-03-27T12:48:19.158" v="10217" actId="20577"/>
        <pc:sldMkLst>
          <pc:docMk/>
          <pc:sldMk cId="1416700731" sldId="371"/>
        </pc:sldMkLst>
      </pc:sldChg>
      <pc:sldChg chg="addSp delSp modSp new mod">
        <pc:chgData name="James Dyer" userId="c78f284b-7e37-4191-b5a6-8e3806eb7037" providerId="ADAL" clId="{48F6295B-AE00-41C0-A2B6-05FB7237ED33}" dt="2025-03-26T13:07:51.709" v="7099" actId="20577"/>
        <pc:sldMkLst>
          <pc:docMk/>
          <pc:sldMk cId="3064682421" sldId="372"/>
        </pc:sldMkLst>
      </pc:sldChg>
      <pc:sldChg chg="addSp modSp new mod">
        <pc:chgData name="James Dyer" userId="c78f284b-7e37-4191-b5a6-8e3806eb7037" providerId="ADAL" clId="{48F6295B-AE00-41C0-A2B6-05FB7237ED33}" dt="2025-03-26T13:05:30.565" v="7045" actId="20577"/>
        <pc:sldMkLst>
          <pc:docMk/>
          <pc:sldMk cId="3820516074" sldId="374"/>
        </pc:sldMkLst>
      </pc:sldChg>
      <pc:sldChg chg="addSp delSp new del mod modClrScheme chgLayout">
        <pc:chgData name="James Dyer" userId="c78f284b-7e37-4191-b5a6-8e3806eb7037" providerId="ADAL" clId="{48F6295B-AE00-41C0-A2B6-05FB7237ED33}" dt="2025-03-24T14:43:26.371" v="5880" actId="2696"/>
        <pc:sldMkLst>
          <pc:docMk/>
          <pc:sldMk cId="160123256" sldId="375"/>
        </pc:sldMkLst>
      </pc:sldChg>
      <pc:sldChg chg="modSp new mod">
        <pc:chgData name="James Dyer" userId="c78f284b-7e37-4191-b5a6-8e3806eb7037" providerId="ADAL" clId="{48F6295B-AE00-41C0-A2B6-05FB7237ED33}" dt="2025-03-25T12:47:13.280" v="6636" actId="20577"/>
        <pc:sldMkLst>
          <pc:docMk/>
          <pc:sldMk cId="765757338" sldId="375"/>
        </pc:sldMkLst>
      </pc:sldChg>
      <pc:sldChg chg="modSp add del mod">
        <pc:chgData name="James Dyer" userId="c78f284b-7e37-4191-b5a6-8e3806eb7037" providerId="ADAL" clId="{48F6295B-AE00-41C0-A2B6-05FB7237ED33}" dt="2025-03-25T12:30:35.901" v="5898"/>
        <pc:sldMkLst>
          <pc:docMk/>
          <pc:sldMk cId="4210173238" sldId="375"/>
        </pc:sldMkLst>
      </pc:sldChg>
      <pc:sldChg chg="addSp delSp modSp mod modClrScheme chgLayout">
        <pc:chgData name="James Dyer" userId="c78f284b-7e37-4191-b5a6-8e3806eb7037" providerId="ADAL" clId="{48F6295B-AE00-41C0-A2B6-05FB7237ED33}" dt="2025-03-26T12:48:08.359" v="7015" actId="20577"/>
        <pc:sldMkLst>
          <pc:docMk/>
          <pc:sldMk cId="69145805" sldId="376"/>
        </pc:sldMkLst>
      </pc:sldChg>
      <pc:sldChg chg="add del">
        <pc:chgData name="James Dyer" userId="c78f284b-7e37-4191-b5a6-8e3806eb7037" providerId="ADAL" clId="{48F6295B-AE00-41C0-A2B6-05FB7237ED33}" dt="2025-03-25T12:30:35.901" v="5898"/>
        <pc:sldMkLst>
          <pc:docMk/>
          <pc:sldMk cId="2285580963" sldId="376"/>
        </pc:sldMkLst>
      </pc:sldChg>
      <pc:sldChg chg="modSp new mod">
        <pc:chgData name="James Dyer" userId="c78f284b-7e37-4191-b5a6-8e3806eb7037" providerId="ADAL" clId="{48F6295B-AE00-41C0-A2B6-05FB7237ED33}" dt="2025-03-27T12:00:13.532" v="8324" actId="20577"/>
        <pc:sldMkLst>
          <pc:docMk/>
          <pc:sldMk cId="2073164822" sldId="377"/>
        </pc:sldMkLst>
      </pc:sldChg>
      <pc:sldChg chg="modSp new mod">
        <pc:chgData name="James Dyer" userId="c78f284b-7e37-4191-b5a6-8e3806eb7037" providerId="ADAL" clId="{48F6295B-AE00-41C0-A2B6-05FB7237ED33}" dt="2025-03-27T12:09:34.399" v="8523" actId="20577"/>
        <pc:sldMkLst>
          <pc:docMk/>
          <pc:sldMk cId="2686835963" sldId="378"/>
        </pc:sldMkLst>
      </pc:sldChg>
      <pc:sldChg chg="addSp delSp modSp new mod modClrScheme chgLayout">
        <pc:chgData name="James Dyer" userId="c78f284b-7e37-4191-b5a6-8e3806eb7037" providerId="ADAL" clId="{48F6295B-AE00-41C0-A2B6-05FB7237ED33}" dt="2025-03-27T12:38:21.886" v="9574" actId="20577"/>
        <pc:sldMkLst>
          <pc:docMk/>
          <pc:sldMk cId="1556862520" sldId="379"/>
        </pc:sldMkLst>
      </pc:sldChg>
      <pc:sldChg chg="modSp new mod">
        <pc:chgData name="James Dyer" userId="c78f284b-7e37-4191-b5a6-8e3806eb7037" providerId="ADAL" clId="{48F6295B-AE00-41C0-A2B6-05FB7237ED33}" dt="2025-03-27T12:50:40.373" v="10459" actId="20577"/>
        <pc:sldMkLst>
          <pc:docMk/>
          <pc:sldMk cId="2313775126" sldId="380"/>
        </pc:sldMkLst>
      </pc:sldChg>
      <pc:sldChg chg="delSp modSp mod">
        <pc:chgData name="James Dyer" userId="c78f284b-7e37-4191-b5a6-8e3806eb7037" providerId="ADAL" clId="{48F6295B-AE00-41C0-A2B6-05FB7237ED33}" dt="2025-03-31T15:09:50.662" v="10583" actId="20577"/>
        <pc:sldMkLst>
          <pc:docMk/>
          <pc:sldMk cId="1201129302" sldId="381"/>
        </pc:sldMkLst>
      </pc:sldChg>
      <pc:sldChg chg="modSp mod">
        <pc:chgData name="James Dyer" userId="c78f284b-7e37-4191-b5a6-8e3806eb7037" providerId="ADAL" clId="{48F6295B-AE00-41C0-A2B6-05FB7237ED33}" dt="2025-03-31T15:09:07.046" v="10511" actId="20577"/>
        <pc:sldMkLst>
          <pc:docMk/>
          <pc:sldMk cId="4115668582" sldId="382"/>
        </pc:sldMkLst>
      </pc:sldChg>
    </pc:docChg>
  </pc:docChgLst>
  <pc:docChgLst>
    <pc:chgData name="James Dyer" userId="c78f284b-7e37-4191-b5a6-8e3806eb7037" providerId="ADAL" clId="{696DDC18-169C-184A-AFF6-6013D7FCC321}"/>
    <pc:docChg chg="addSld modSld">
      <pc:chgData name="James Dyer" userId="c78f284b-7e37-4191-b5a6-8e3806eb7037" providerId="ADAL" clId="{696DDC18-169C-184A-AFF6-6013D7FCC321}" dt="2025-03-21T08:04:45.238" v="47" actId="20577"/>
      <pc:docMkLst>
        <pc:docMk/>
      </pc:docMkLst>
      <pc:sldChg chg="modSp">
        <pc:chgData name="James Dyer" userId="c78f284b-7e37-4191-b5a6-8e3806eb7037" providerId="ADAL" clId="{696DDC18-169C-184A-AFF6-6013D7FCC321}" dt="2025-03-21T08:04:45.238" v="47" actId="20577"/>
        <pc:sldMkLst>
          <pc:docMk/>
          <pc:sldMk cId="3954646310" sldId="365"/>
        </pc:sldMkLst>
      </pc:sldChg>
      <pc:sldChg chg="modSp">
        <pc:chgData name="James Dyer" userId="c78f284b-7e37-4191-b5a6-8e3806eb7037" providerId="ADAL" clId="{696DDC18-169C-184A-AFF6-6013D7FCC321}" dt="2025-03-21T08:02:05.735" v="14" actId="20577"/>
        <pc:sldMkLst>
          <pc:docMk/>
          <pc:sldMk cId="1890391494" sldId="368"/>
        </pc:sldMkLst>
      </pc:sldChg>
      <pc:sldChg chg="modSp new">
        <pc:chgData name="James Dyer" userId="c78f284b-7e37-4191-b5a6-8e3806eb7037" providerId="ADAL" clId="{696DDC18-169C-184A-AFF6-6013D7FCC321}" dt="2025-03-21T08:02:57.339" v="35" actId="20577"/>
        <pc:sldMkLst>
          <pc:docMk/>
          <pc:sldMk cId="1416700731" sldId="371"/>
        </pc:sldMkLst>
      </pc:sldChg>
    </pc:docChg>
  </pc:docChgLst>
  <pc:docChgLst>
    <pc:chgData name="James Dyer" userId="c78f284b-7e37-4191-b5a6-8e3806eb7037" providerId="ADAL" clId="{6CD76B4B-E721-4189-A6DA-F9C2D4544B21}"/>
    <pc:docChg chg="modSld">
      <pc:chgData name="James Dyer" userId="c78f284b-7e37-4191-b5a6-8e3806eb7037" providerId="ADAL" clId="{6CD76B4B-E721-4189-A6DA-F9C2D4544B21}" dt="2025-06-20T12:40:35.383" v="20" actId="20577"/>
      <pc:docMkLst>
        <pc:docMk/>
      </pc:docMkLst>
      <pc:sldChg chg="modSp mod">
        <pc:chgData name="James Dyer" userId="c78f284b-7e37-4191-b5a6-8e3806eb7037" providerId="ADAL" clId="{6CD76B4B-E721-4189-A6DA-F9C2D4544B21}" dt="2025-06-20T11:45:24.467" v="16" actId="20577"/>
        <pc:sldMkLst>
          <pc:docMk/>
          <pc:sldMk cId="3802242037" sldId="256"/>
        </pc:sldMkLst>
        <pc:spChg chg="mod">
          <ac:chgData name="James Dyer" userId="c78f284b-7e37-4191-b5a6-8e3806eb7037" providerId="ADAL" clId="{6CD76B4B-E721-4189-A6DA-F9C2D4544B21}" dt="2025-06-20T11:45:24.467" v="16" actId="20577"/>
          <ac:spMkLst>
            <pc:docMk/>
            <pc:sldMk cId="3802242037" sldId="256"/>
            <ac:spMk id="3" creationId="{66C1C8D3-9C2C-0127-C1E5-5E0B691A1517}"/>
          </ac:spMkLst>
        </pc:spChg>
      </pc:sldChg>
      <pc:sldChg chg="modSp mod">
        <pc:chgData name="James Dyer" userId="c78f284b-7e37-4191-b5a6-8e3806eb7037" providerId="ADAL" clId="{6CD76B4B-E721-4189-A6DA-F9C2D4544B21}" dt="2025-06-20T12:40:35.383" v="20" actId="20577"/>
        <pc:sldMkLst>
          <pc:docMk/>
          <pc:sldMk cId="878158191" sldId="366"/>
        </pc:sldMkLst>
        <pc:spChg chg="mod">
          <ac:chgData name="James Dyer" userId="c78f284b-7e37-4191-b5a6-8e3806eb7037" providerId="ADAL" clId="{6CD76B4B-E721-4189-A6DA-F9C2D4544B21}" dt="2025-06-20T12:40:35.383" v="20" actId="20577"/>
          <ac:spMkLst>
            <pc:docMk/>
            <pc:sldMk cId="878158191" sldId="366"/>
            <ac:spMk id="5" creationId="{1B8E7488-6129-AEA3-C81C-07D9BED4EADC}"/>
          </ac:spMkLst>
        </pc:spChg>
      </pc:sldChg>
      <pc:sldChg chg="modSp mod">
        <pc:chgData name="James Dyer" userId="c78f284b-7e37-4191-b5a6-8e3806eb7037" providerId="ADAL" clId="{6CD76B4B-E721-4189-A6DA-F9C2D4544B21}" dt="2025-06-20T12:39:47.142" v="18" actId="113"/>
        <pc:sldMkLst>
          <pc:docMk/>
          <pc:sldMk cId="3637701257" sldId="369"/>
        </pc:sldMkLst>
        <pc:spChg chg="mod">
          <ac:chgData name="James Dyer" userId="c78f284b-7e37-4191-b5a6-8e3806eb7037" providerId="ADAL" clId="{6CD76B4B-E721-4189-A6DA-F9C2D4544B21}" dt="2025-06-20T12:39:47.142" v="18" actId="113"/>
          <ac:spMkLst>
            <pc:docMk/>
            <pc:sldMk cId="3637701257" sldId="369"/>
            <ac:spMk id="3" creationId="{B781E543-90A0-902D-042C-FB6DB23CD0D7}"/>
          </ac:spMkLst>
        </pc:spChg>
      </pc:sldChg>
      <pc:sldChg chg="modSp mod">
        <pc:chgData name="James Dyer" userId="c78f284b-7e37-4191-b5a6-8e3806eb7037" providerId="ADAL" clId="{6CD76B4B-E721-4189-A6DA-F9C2D4544B21}" dt="2025-06-20T12:39:08.095" v="17" actId="113"/>
        <pc:sldMkLst>
          <pc:docMk/>
          <pc:sldMk cId="69145805" sldId="376"/>
        </pc:sldMkLst>
        <pc:spChg chg="mod">
          <ac:chgData name="James Dyer" userId="c78f284b-7e37-4191-b5a6-8e3806eb7037" providerId="ADAL" clId="{6CD76B4B-E721-4189-A6DA-F9C2D4544B21}" dt="2025-06-20T12:39:08.095" v="17" actId="113"/>
          <ac:spMkLst>
            <pc:docMk/>
            <pc:sldMk cId="69145805" sldId="376"/>
            <ac:spMk id="3" creationId="{B781E543-90A0-902D-042C-FB6DB23CD0D7}"/>
          </ac:spMkLst>
        </pc:spChg>
      </pc:sldChg>
    </pc:docChg>
  </pc:docChgLst>
  <pc:docChgLst>
    <pc:chgData name="James Dyer" userId="c78f284b-7e37-4191-b5a6-8e3806eb7037" providerId="ADAL" clId="{6ECDE7F2-68B5-8A44-A175-7651E9BF3C42}"/>
    <pc:docChg chg="modSld">
      <pc:chgData name="James Dyer" userId="c78f284b-7e37-4191-b5a6-8e3806eb7037" providerId="ADAL" clId="{6ECDE7F2-68B5-8A44-A175-7651E9BF3C42}" dt="2025-03-24T08:07:08.382" v="18" actId="20577"/>
      <pc:docMkLst>
        <pc:docMk/>
      </pc:docMkLst>
      <pc:sldChg chg="modSp">
        <pc:chgData name="James Dyer" userId="c78f284b-7e37-4191-b5a6-8e3806eb7037" providerId="ADAL" clId="{6ECDE7F2-68B5-8A44-A175-7651E9BF3C42}" dt="2025-03-24T08:07:08.382" v="18" actId="20577"/>
        <pc:sldMkLst>
          <pc:docMk/>
          <pc:sldMk cId="1416700731" sldId="371"/>
        </pc:sldMkLst>
      </pc:sldChg>
    </pc:docChg>
  </pc:docChgLst>
  <pc:docChgLst>
    <pc:chgData name="James Dyer" userId="c78f284b-7e37-4191-b5a6-8e3806eb7037" providerId="ADAL" clId="{26CD60DC-A562-4AAA-9607-4AF2847CFB56}"/>
    <pc:docChg chg="custSel modSld">
      <pc:chgData name="James Dyer" userId="c78f284b-7e37-4191-b5a6-8e3806eb7037" providerId="ADAL" clId="{26CD60DC-A562-4AAA-9607-4AF2847CFB56}" dt="2025-04-30T10:44:13.633" v="58" actId="113"/>
      <pc:docMkLst>
        <pc:docMk/>
      </pc:docMkLst>
      <pc:sldChg chg="modSp mod">
        <pc:chgData name="James Dyer" userId="c78f284b-7e37-4191-b5a6-8e3806eb7037" providerId="ADAL" clId="{26CD60DC-A562-4AAA-9607-4AF2847CFB56}" dt="2025-04-11T11:06:28.056" v="42"/>
        <pc:sldMkLst>
          <pc:docMk/>
          <pc:sldMk cId="3249302460" sldId="298"/>
        </pc:sldMkLst>
      </pc:sldChg>
      <pc:sldChg chg="modSp mod">
        <pc:chgData name="James Dyer" userId="c78f284b-7e37-4191-b5a6-8e3806eb7037" providerId="ADAL" clId="{26CD60DC-A562-4AAA-9607-4AF2847CFB56}" dt="2025-04-30T10:44:13.633" v="58" actId="113"/>
        <pc:sldMkLst>
          <pc:docMk/>
          <pc:sldMk cId="3184662194" sldId="326"/>
        </pc:sldMkLst>
      </pc:sldChg>
      <pc:sldChg chg="modSp mod">
        <pc:chgData name="James Dyer" userId="c78f284b-7e37-4191-b5a6-8e3806eb7037" providerId="ADAL" clId="{26CD60DC-A562-4AAA-9607-4AF2847CFB56}" dt="2025-04-11T11:02:52.609" v="7" actId="20577"/>
        <pc:sldMkLst>
          <pc:docMk/>
          <pc:sldMk cId="564441225" sldId="333"/>
        </pc:sldMkLst>
      </pc:sldChg>
      <pc:sldChg chg="modSp mod">
        <pc:chgData name="James Dyer" userId="c78f284b-7e37-4191-b5a6-8e3806eb7037" providerId="ADAL" clId="{26CD60DC-A562-4AAA-9607-4AF2847CFB56}" dt="2025-04-11T10:56:37.271" v="0" actId="20577"/>
        <pc:sldMkLst>
          <pc:docMk/>
          <pc:sldMk cId="69145805" sldId="376"/>
        </pc:sldMkLst>
      </pc:sldChg>
    </pc:docChg>
  </pc:docChgLst>
  <pc:docChgLst>
    <pc:chgData name="James Dyer" userId="c78f284b-7e37-4191-b5a6-8e3806eb7037" providerId="ADAL" clId="{5E26BD48-1369-F441-A84C-31043F7D34A3}"/>
    <pc:docChg chg="modSld">
      <pc:chgData name="James Dyer" userId="c78f284b-7e37-4191-b5a6-8e3806eb7037" providerId="ADAL" clId="{5E26BD48-1369-F441-A84C-31043F7D34A3}" dt="2025-03-21T07:52:16.851" v="2" actId="20577"/>
      <pc:docMkLst>
        <pc:docMk/>
      </pc:docMkLst>
      <pc:sldChg chg="modSp">
        <pc:chgData name="James Dyer" userId="c78f284b-7e37-4191-b5a6-8e3806eb7037" providerId="ADAL" clId="{5E26BD48-1369-F441-A84C-31043F7D34A3}" dt="2025-03-21T07:52:16.851" v="2" actId="20577"/>
        <pc:sldMkLst>
          <pc:docMk/>
          <pc:sldMk cId="3954646310" sldId="365"/>
        </pc:sldMkLst>
      </pc:sldChg>
    </pc:docChg>
  </pc:docChgLst>
  <pc:docChgLst>
    <pc:chgData name="James Dyer" userId="c78f284b-7e37-4191-b5a6-8e3806eb7037" providerId="ADAL" clId="{05098684-C9AE-4024-84D5-4EC4EBB2C0DE}"/>
    <pc:docChg chg="undo custSel addSld delSld modSld sldOrd">
      <pc:chgData name="James Dyer" userId="c78f284b-7e37-4191-b5a6-8e3806eb7037" providerId="ADAL" clId="{05098684-C9AE-4024-84D5-4EC4EBB2C0DE}" dt="2024-10-11T12:26:26.576" v="3329" actId="20577"/>
      <pc:docMkLst>
        <pc:docMk/>
      </pc:docMkLst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4205927590" sldId="260"/>
        </pc:sldMkLst>
      </pc:sldChg>
      <pc:sldChg chg="modSp mod">
        <pc:chgData name="James Dyer" userId="c78f284b-7e37-4191-b5a6-8e3806eb7037" providerId="ADAL" clId="{05098684-C9AE-4024-84D5-4EC4EBB2C0DE}" dt="2024-10-11T12:04:24.400" v="3328" actId="20577"/>
        <pc:sldMkLst>
          <pc:docMk/>
          <pc:sldMk cId="3249302460" sldId="298"/>
        </pc:sldMkLst>
      </pc:sldChg>
      <pc:sldChg chg="addSp modSp mod modClrScheme chgLayout">
        <pc:chgData name="James Dyer" userId="c78f284b-7e37-4191-b5a6-8e3806eb7037" providerId="ADAL" clId="{05098684-C9AE-4024-84D5-4EC4EBB2C0DE}" dt="2024-10-10T18:07:33.093" v="3173" actId="20577"/>
        <pc:sldMkLst>
          <pc:docMk/>
          <pc:sldMk cId="667564708" sldId="308"/>
        </pc:sldMkLst>
      </pc:sldChg>
      <pc:sldChg chg="addSp modSp mod">
        <pc:chgData name="James Dyer" userId="c78f284b-7e37-4191-b5a6-8e3806eb7037" providerId="ADAL" clId="{05098684-C9AE-4024-84D5-4EC4EBB2C0DE}" dt="2024-10-10T18:46:11.711" v="3324" actId="20577"/>
        <pc:sldMkLst>
          <pc:docMk/>
          <pc:sldMk cId="2173143081" sldId="312"/>
        </pc:sldMkLst>
      </pc:sldChg>
      <pc:sldChg chg="modSp mod">
        <pc:chgData name="James Dyer" userId="c78f284b-7e37-4191-b5a6-8e3806eb7037" providerId="ADAL" clId="{05098684-C9AE-4024-84D5-4EC4EBB2C0DE}" dt="2024-10-11T12:26:26.576" v="3329" actId="20577"/>
        <pc:sldMkLst>
          <pc:docMk/>
          <pc:sldMk cId="3830097722" sldId="319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447358427" sldId="320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3184662194" sldId="326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1887899437" sldId="327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3573988520" sldId="329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2447586621" sldId="330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1080227960" sldId="331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2574841670" sldId="332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564441225" sldId="333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3346197453" sldId="334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1589588293" sldId="335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2037802434" sldId="336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3932361617" sldId="337"/>
        </pc:sldMkLst>
      </pc:sldChg>
      <pc:sldChg chg="del">
        <pc:chgData name="James Dyer" userId="c78f284b-7e37-4191-b5a6-8e3806eb7037" providerId="ADAL" clId="{05098684-C9AE-4024-84D5-4EC4EBB2C0DE}" dt="2024-10-11T12:04:13.385" v="3325" actId="2696"/>
        <pc:sldMkLst>
          <pc:docMk/>
          <pc:sldMk cId="1033501321" sldId="338"/>
        </pc:sldMkLst>
      </pc:sldChg>
      <pc:sldChg chg="modSp mod ord">
        <pc:chgData name="James Dyer" userId="c78f284b-7e37-4191-b5a6-8e3806eb7037" providerId="ADAL" clId="{05098684-C9AE-4024-84D5-4EC4EBB2C0DE}" dt="2024-10-10T17:50:23.667" v="2341" actId="20577"/>
        <pc:sldMkLst>
          <pc:docMk/>
          <pc:sldMk cId="736415159" sldId="340"/>
        </pc:sldMkLst>
      </pc:sldChg>
      <pc:sldChg chg="del">
        <pc:chgData name="James Dyer" userId="c78f284b-7e37-4191-b5a6-8e3806eb7037" providerId="ADAL" clId="{05098684-C9AE-4024-84D5-4EC4EBB2C0DE}" dt="2024-10-10T18:09:46.542" v="3248" actId="2696"/>
        <pc:sldMkLst>
          <pc:docMk/>
          <pc:sldMk cId="522902213" sldId="341"/>
        </pc:sldMkLst>
      </pc:sldChg>
      <pc:sldChg chg="modSp new del mod ord">
        <pc:chgData name="James Dyer" userId="c78f284b-7e37-4191-b5a6-8e3806eb7037" providerId="ADAL" clId="{05098684-C9AE-4024-84D5-4EC4EBB2C0DE}" dt="2024-10-10T17:28:09.530" v="975" actId="2696"/>
        <pc:sldMkLst>
          <pc:docMk/>
          <pc:sldMk cId="3509599133" sldId="342"/>
        </pc:sldMkLst>
      </pc:sldChg>
      <pc:sldChg chg="modSp add mod">
        <pc:chgData name="James Dyer" userId="c78f284b-7e37-4191-b5a6-8e3806eb7037" providerId="ADAL" clId="{05098684-C9AE-4024-84D5-4EC4EBB2C0DE}" dt="2024-10-10T17:40:38.545" v="1809" actId="20577"/>
        <pc:sldMkLst>
          <pc:docMk/>
          <pc:sldMk cId="3922409673" sldId="342"/>
        </pc:sldMkLst>
      </pc:sldChg>
      <pc:sldChg chg="modSp add del mod">
        <pc:chgData name="James Dyer" userId="c78f284b-7e37-4191-b5a6-8e3806eb7037" providerId="ADAL" clId="{05098684-C9AE-4024-84D5-4EC4EBB2C0DE}" dt="2024-10-10T17:34:57.108" v="1355" actId="2696"/>
        <pc:sldMkLst>
          <pc:docMk/>
          <pc:sldMk cId="622018578" sldId="343"/>
        </pc:sldMkLst>
      </pc:sldChg>
      <pc:sldChg chg="modSp new del mod">
        <pc:chgData name="James Dyer" userId="c78f284b-7e37-4191-b5a6-8e3806eb7037" providerId="ADAL" clId="{05098684-C9AE-4024-84D5-4EC4EBB2C0DE}" dt="2024-10-10T17:36:48.800" v="1492" actId="2696"/>
        <pc:sldMkLst>
          <pc:docMk/>
          <pc:sldMk cId="986104612" sldId="343"/>
        </pc:sldMkLst>
      </pc:sldChg>
      <pc:sldChg chg="modSp new del mod ord">
        <pc:chgData name="James Dyer" userId="c78f284b-7e37-4191-b5a6-8e3806eb7037" providerId="ADAL" clId="{05098684-C9AE-4024-84D5-4EC4EBB2C0DE}" dt="2024-10-10T17:28:09.530" v="975" actId="2696"/>
        <pc:sldMkLst>
          <pc:docMk/>
          <pc:sldMk cId="2361953529" sldId="343"/>
        </pc:sldMkLst>
      </pc:sldChg>
      <pc:sldChg chg="modSp new mod">
        <pc:chgData name="James Dyer" userId="c78f284b-7e37-4191-b5a6-8e3806eb7037" providerId="ADAL" clId="{05098684-C9AE-4024-84D5-4EC4EBB2C0DE}" dt="2024-10-10T17:56:03.908" v="2538" actId="20577"/>
        <pc:sldMkLst>
          <pc:docMk/>
          <pc:sldMk cId="4074798960" sldId="343"/>
        </pc:sldMkLst>
      </pc:sldChg>
      <pc:sldChg chg="modSp new mod ord">
        <pc:chgData name="James Dyer" userId="c78f284b-7e37-4191-b5a6-8e3806eb7037" providerId="ADAL" clId="{05098684-C9AE-4024-84D5-4EC4EBB2C0DE}" dt="2024-10-10T18:09:13.029" v="3247"/>
        <pc:sldMkLst>
          <pc:docMk/>
          <pc:sldMk cId="4293439759" sldId="344"/>
        </pc:sldMkLst>
      </pc:sldChg>
    </pc:docChg>
  </pc:docChgLst>
  <pc:docChgLst>
    <pc:chgData name="James Dyer" userId="c78f284b-7e37-4191-b5a6-8e3806eb7037" providerId="ADAL" clId="{43C018AD-E31B-40A5-9B45-EBE6D306777B}"/>
    <pc:docChg chg="undo custSel addSld modSld">
      <pc:chgData name="James Dyer" userId="c78f284b-7e37-4191-b5a6-8e3806eb7037" providerId="ADAL" clId="{43C018AD-E31B-40A5-9B45-EBE6D306777B}" dt="2025-03-12T14:50:20.202" v="1217" actId="20577"/>
      <pc:docMkLst>
        <pc:docMk/>
      </pc:docMkLst>
      <pc:sldChg chg="modSp mod">
        <pc:chgData name="James Dyer" userId="c78f284b-7e37-4191-b5a6-8e3806eb7037" providerId="ADAL" clId="{43C018AD-E31B-40A5-9B45-EBE6D306777B}" dt="2025-03-12T13:43:02.718" v="120" actId="20577"/>
        <pc:sldMkLst>
          <pc:docMk/>
          <pc:sldMk cId="1633399376" sldId="294"/>
        </pc:sldMkLst>
      </pc:sldChg>
      <pc:sldChg chg="modSp mod">
        <pc:chgData name="James Dyer" userId="c78f284b-7e37-4191-b5a6-8e3806eb7037" providerId="ADAL" clId="{43C018AD-E31B-40A5-9B45-EBE6D306777B}" dt="2025-03-12T14:50:20.202" v="1217" actId="20577"/>
        <pc:sldMkLst>
          <pc:docMk/>
          <pc:sldMk cId="3830097722" sldId="319"/>
        </pc:sldMkLst>
      </pc:sldChg>
      <pc:sldChg chg="modSp mod">
        <pc:chgData name="James Dyer" userId="c78f284b-7e37-4191-b5a6-8e3806eb7037" providerId="ADAL" clId="{43C018AD-E31B-40A5-9B45-EBE6D306777B}" dt="2025-03-07T13:40:02.515" v="68" actId="20577"/>
        <pc:sldMkLst>
          <pc:docMk/>
          <pc:sldMk cId="1196674589" sldId="349"/>
        </pc:sldMkLst>
      </pc:sldChg>
      <pc:sldChg chg="modSp new mod">
        <pc:chgData name="James Dyer" userId="c78f284b-7e37-4191-b5a6-8e3806eb7037" providerId="ADAL" clId="{43C018AD-E31B-40A5-9B45-EBE6D306777B}" dt="2025-03-12T14:01:03.278" v="949" actId="12"/>
        <pc:sldMkLst>
          <pc:docMk/>
          <pc:sldMk cId="45651000" sldId="354"/>
        </pc:sldMkLst>
      </pc:sldChg>
      <pc:sldChg chg="modSp new mod">
        <pc:chgData name="James Dyer" userId="c78f284b-7e37-4191-b5a6-8e3806eb7037" providerId="ADAL" clId="{43C018AD-E31B-40A5-9B45-EBE6D306777B}" dt="2025-03-12T14:49:13.742" v="1198" actId="20577"/>
        <pc:sldMkLst>
          <pc:docMk/>
          <pc:sldMk cId="2627510" sldId="355"/>
        </pc:sldMkLst>
      </pc:sldChg>
      <pc:sldChg chg="modSp new mod">
        <pc:chgData name="James Dyer" userId="c78f284b-7e37-4191-b5a6-8e3806eb7037" providerId="ADAL" clId="{43C018AD-E31B-40A5-9B45-EBE6D306777B}" dt="2025-03-12T14:50:15.443" v="1209" actId="20577"/>
        <pc:sldMkLst>
          <pc:docMk/>
          <pc:sldMk cId="348134298" sldId="356"/>
        </pc:sldMkLst>
      </pc:sldChg>
    </pc:docChg>
  </pc:docChgLst>
  <pc:docChgLst>
    <pc:chgData name="James Dyer" userId="c78f284b-7e37-4191-b5a6-8e3806eb7037" providerId="ADAL" clId="{6562E4F5-DDA8-44C8-A3DB-2A155944211B}"/>
    <pc:docChg chg="delSld">
      <pc:chgData name="James Dyer" userId="c78f284b-7e37-4191-b5a6-8e3806eb7037" providerId="ADAL" clId="{6562E4F5-DDA8-44C8-A3DB-2A155944211B}" dt="2025-09-01T13:31:06.842" v="2" actId="47"/>
      <pc:docMkLst>
        <pc:docMk/>
      </pc:docMkLst>
      <pc:sldChg chg="del">
        <pc:chgData name="James Dyer" userId="c78f284b-7e37-4191-b5a6-8e3806eb7037" providerId="ADAL" clId="{6562E4F5-DDA8-44C8-A3DB-2A155944211B}" dt="2025-09-01T13:30:38.091" v="0" actId="47"/>
        <pc:sldMkLst>
          <pc:docMk/>
          <pc:sldMk cId="348134298" sldId="356"/>
        </pc:sldMkLst>
      </pc:sldChg>
      <pc:sldChg chg="del">
        <pc:chgData name="James Dyer" userId="c78f284b-7e37-4191-b5a6-8e3806eb7037" providerId="ADAL" clId="{6562E4F5-DDA8-44C8-A3DB-2A155944211B}" dt="2025-09-01T13:30:38.091" v="0" actId="47"/>
        <pc:sldMkLst>
          <pc:docMk/>
          <pc:sldMk cId="2073164822" sldId="377"/>
        </pc:sldMkLst>
      </pc:sldChg>
      <pc:sldChg chg="del">
        <pc:chgData name="James Dyer" userId="c78f284b-7e37-4191-b5a6-8e3806eb7037" providerId="ADAL" clId="{6562E4F5-DDA8-44C8-A3DB-2A155944211B}" dt="2025-09-01T13:30:38.091" v="0" actId="47"/>
        <pc:sldMkLst>
          <pc:docMk/>
          <pc:sldMk cId="2686835963" sldId="378"/>
        </pc:sldMkLst>
      </pc:sldChg>
      <pc:sldChg chg="del">
        <pc:chgData name="James Dyer" userId="c78f284b-7e37-4191-b5a6-8e3806eb7037" providerId="ADAL" clId="{6562E4F5-DDA8-44C8-A3DB-2A155944211B}" dt="2025-09-01T13:30:55.525" v="1" actId="47"/>
        <pc:sldMkLst>
          <pc:docMk/>
          <pc:sldMk cId="2313775126" sldId="380"/>
        </pc:sldMkLst>
      </pc:sldChg>
      <pc:sldChg chg="del">
        <pc:chgData name="James Dyer" userId="c78f284b-7e37-4191-b5a6-8e3806eb7037" providerId="ADAL" clId="{6562E4F5-DDA8-44C8-A3DB-2A155944211B}" dt="2025-09-01T13:31:06.842" v="2" actId="47"/>
        <pc:sldMkLst>
          <pc:docMk/>
          <pc:sldMk cId="4115668582" sldId="382"/>
        </pc:sldMkLst>
      </pc:sldChg>
    </pc:docChg>
  </pc:docChgLst>
  <pc:docChgLst>
    <pc:chgData name="James Dyer" userId="c78f284b-7e37-4191-b5a6-8e3806eb7037" providerId="ADAL" clId="{85F6BA08-54AD-4A45-8046-0F14DC4518BB}"/>
    <pc:docChg chg="undo custSel addSld delSld modSld sldOrd">
      <pc:chgData name="James Dyer" userId="c78f284b-7e37-4191-b5a6-8e3806eb7037" providerId="ADAL" clId="{85F6BA08-54AD-4A45-8046-0F14DC4518BB}" dt="2024-10-25T12:17:32.030" v="5039" actId="20577"/>
      <pc:docMkLst>
        <pc:docMk/>
      </pc:docMkLst>
      <pc:sldChg chg="modSp mod">
        <pc:chgData name="James Dyer" userId="c78f284b-7e37-4191-b5a6-8e3806eb7037" providerId="ADAL" clId="{85F6BA08-54AD-4A45-8046-0F14DC4518BB}" dt="2024-10-25T09:46:05.720" v="3500" actId="1076"/>
        <pc:sldMkLst>
          <pc:docMk/>
          <pc:sldMk cId="2426593927" sldId="305"/>
        </pc:sldMkLst>
      </pc:sldChg>
      <pc:sldChg chg="delSp modSp mod modClrScheme chgLayout">
        <pc:chgData name="James Dyer" userId="c78f284b-7e37-4191-b5a6-8e3806eb7037" providerId="ADAL" clId="{85F6BA08-54AD-4A45-8046-0F14DC4518BB}" dt="2024-10-25T10:28:26.389" v="4370" actId="700"/>
        <pc:sldMkLst>
          <pc:docMk/>
          <pc:sldMk cId="667564708" sldId="308"/>
        </pc:sldMkLst>
      </pc:sldChg>
      <pc:sldChg chg="modSp mod">
        <pc:chgData name="James Dyer" userId="c78f284b-7e37-4191-b5a6-8e3806eb7037" providerId="ADAL" clId="{85F6BA08-54AD-4A45-8046-0F14DC4518BB}" dt="2024-10-25T12:17:32.030" v="5039" actId="20577"/>
        <pc:sldMkLst>
          <pc:docMk/>
          <pc:sldMk cId="1055859827" sldId="311"/>
        </pc:sldMkLst>
      </pc:sldChg>
      <pc:sldChg chg="modSp mod ord">
        <pc:chgData name="James Dyer" userId="c78f284b-7e37-4191-b5a6-8e3806eb7037" providerId="ADAL" clId="{85F6BA08-54AD-4A45-8046-0F14DC4518BB}" dt="2024-10-25T11:03:37.026" v="4709" actId="20578"/>
        <pc:sldMkLst>
          <pc:docMk/>
          <pc:sldMk cId="2173143081" sldId="312"/>
        </pc:sldMkLst>
      </pc:sldChg>
      <pc:sldChg chg="del">
        <pc:chgData name="James Dyer" userId="c78f284b-7e37-4191-b5a6-8e3806eb7037" providerId="ADAL" clId="{85F6BA08-54AD-4A45-8046-0F14DC4518BB}" dt="2024-10-25T10:58:09.913" v="4371" actId="47"/>
        <pc:sldMkLst>
          <pc:docMk/>
          <pc:sldMk cId="4103671187" sldId="313"/>
        </pc:sldMkLst>
      </pc:sldChg>
      <pc:sldChg chg="del">
        <pc:chgData name="James Dyer" userId="c78f284b-7e37-4191-b5a6-8e3806eb7037" providerId="ADAL" clId="{85F6BA08-54AD-4A45-8046-0F14DC4518BB}" dt="2024-10-25T10:58:09.913" v="4371" actId="47"/>
        <pc:sldMkLst>
          <pc:docMk/>
          <pc:sldMk cId="2805482570" sldId="314"/>
        </pc:sldMkLst>
      </pc:sldChg>
      <pc:sldChg chg="modSp mod">
        <pc:chgData name="James Dyer" userId="c78f284b-7e37-4191-b5a6-8e3806eb7037" providerId="ADAL" clId="{85F6BA08-54AD-4A45-8046-0F14DC4518BB}" dt="2024-10-25T11:03:06.924" v="4706" actId="20577"/>
        <pc:sldMkLst>
          <pc:docMk/>
          <pc:sldMk cId="1496085383" sldId="321"/>
        </pc:sldMkLst>
      </pc:sldChg>
      <pc:sldChg chg="modSp mod">
        <pc:chgData name="James Dyer" userId="c78f284b-7e37-4191-b5a6-8e3806eb7037" providerId="ADAL" clId="{85F6BA08-54AD-4A45-8046-0F14DC4518BB}" dt="2024-10-25T11:17:28.287" v="5038" actId="20577"/>
        <pc:sldMkLst>
          <pc:docMk/>
          <pc:sldMk cId="982379143" sldId="322"/>
        </pc:sldMkLst>
      </pc:sldChg>
      <pc:sldChg chg="modSp mod">
        <pc:chgData name="James Dyer" userId="c78f284b-7e37-4191-b5a6-8e3806eb7037" providerId="ADAL" clId="{85F6BA08-54AD-4A45-8046-0F14DC4518BB}" dt="2024-10-25T09:55:05.819" v="3651" actId="20577"/>
        <pc:sldMkLst>
          <pc:docMk/>
          <pc:sldMk cId="4074798960" sldId="343"/>
        </pc:sldMkLst>
      </pc:sldChg>
      <pc:sldChg chg="modSp mod">
        <pc:chgData name="James Dyer" userId="c78f284b-7e37-4191-b5a6-8e3806eb7037" providerId="ADAL" clId="{85F6BA08-54AD-4A45-8046-0F14DC4518BB}" dt="2024-10-25T09:54:59.548" v="3641" actId="20577"/>
        <pc:sldMkLst>
          <pc:docMk/>
          <pc:sldMk cId="4293439759" sldId="344"/>
        </pc:sldMkLst>
      </pc:sldChg>
      <pc:sldChg chg="addSp modSp new mod modClrScheme chgLayout">
        <pc:chgData name="James Dyer" userId="c78f284b-7e37-4191-b5a6-8e3806eb7037" providerId="ADAL" clId="{85F6BA08-54AD-4A45-8046-0F14DC4518BB}" dt="2024-10-13T18:00:52.989" v="1899" actId="20577"/>
        <pc:sldMkLst>
          <pc:docMk/>
          <pc:sldMk cId="3933965183" sldId="345"/>
        </pc:sldMkLst>
      </pc:sldChg>
      <pc:sldChg chg="modSp new mod">
        <pc:chgData name="James Dyer" userId="c78f284b-7e37-4191-b5a6-8e3806eb7037" providerId="ADAL" clId="{85F6BA08-54AD-4A45-8046-0F14DC4518BB}" dt="2024-10-25T10:00:03.301" v="3831" actId="20577"/>
        <pc:sldMkLst>
          <pc:docMk/>
          <pc:sldMk cId="1051013168" sldId="346"/>
        </pc:sldMkLst>
      </pc:sldChg>
      <pc:sldChg chg="modSp new mod">
        <pc:chgData name="James Dyer" userId="c78f284b-7e37-4191-b5a6-8e3806eb7037" providerId="ADAL" clId="{85F6BA08-54AD-4A45-8046-0F14DC4518BB}" dt="2024-10-25T09:54:01.340" v="3593" actId="5793"/>
        <pc:sldMkLst>
          <pc:docMk/>
          <pc:sldMk cId="2312001953" sldId="347"/>
        </pc:sldMkLst>
      </pc:sldChg>
      <pc:sldChg chg="modSp new del mod">
        <pc:chgData name="James Dyer" userId="c78f284b-7e37-4191-b5a6-8e3806eb7037" providerId="ADAL" clId="{85F6BA08-54AD-4A45-8046-0F14DC4518BB}" dt="2024-10-14T18:35:18.441" v="2658" actId="2696"/>
        <pc:sldMkLst>
          <pc:docMk/>
          <pc:sldMk cId="186741587" sldId="348"/>
        </pc:sldMkLst>
      </pc:sldChg>
      <pc:sldChg chg="modSp add mod">
        <pc:chgData name="James Dyer" userId="c78f284b-7e37-4191-b5a6-8e3806eb7037" providerId="ADAL" clId="{85F6BA08-54AD-4A45-8046-0F14DC4518BB}" dt="2024-10-25T09:55:19.427" v="3664" actId="20577"/>
        <pc:sldMkLst>
          <pc:docMk/>
          <pc:sldMk cId="1196674589" sldId="349"/>
        </pc:sldMkLst>
      </pc:sldChg>
      <pc:sldChg chg="modSp add mod">
        <pc:chgData name="James Dyer" userId="c78f284b-7e37-4191-b5a6-8e3806eb7037" providerId="ADAL" clId="{85F6BA08-54AD-4A45-8046-0F14DC4518BB}" dt="2024-10-25T09:54:40.909" v="3609" actId="20577"/>
        <pc:sldMkLst>
          <pc:docMk/>
          <pc:sldMk cId="992216950" sldId="350"/>
        </pc:sldMkLst>
      </pc:sldChg>
      <pc:sldChg chg="add">
        <pc:chgData name="James Dyer" userId="c78f284b-7e37-4191-b5a6-8e3806eb7037" providerId="ADAL" clId="{85F6BA08-54AD-4A45-8046-0F14DC4518BB}" dt="2024-10-14T18:33:33.269" v="2640"/>
        <pc:sldMkLst>
          <pc:docMk/>
          <pc:sldMk cId="2113249694" sldId="351"/>
        </pc:sldMkLst>
      </pc:sldChg>
      <pc:sldChg chg="modSp mod">
        <pc:chgData name="James Dyer" userId="c78f284b-7e37-4191-b5a6-8e3806eb7037" providerId="ADAL" clId="{85F6BA08-54AD-4A45-8046-0F14DC4518BB}" dt="2024-10-25T09:57:54.093" v="3704" actId="20577"/>
        <pc:sldMkLst>
          <pc:docMk/>
          <pc:sldMk cId="2094115128" sldId="352"/>
        </pc:sldMkLst>
      </pc:sldChg>
      <pc:sldChg chg="modSp new mod">
        <pc:chgData name="James Dyer" userId="c78f284b-7e37-4191-b5a6-8e3806eb7037" providerId="ADAL" clId="{85F6BA08-54AD-4A45-8046-0F14DC4518BB}" dt="2024-10-25T10:28:09.546" v="4369" actId="20577"/>
        <pc:sldMkLst>
          <pc:docMk/>
          <pc:sldMk cId="3808433509" sldId="353"/>
        </pc:sldMkLst>
      </pc:sldChg>
      <pc:sldChg chg="new del">
        <pc:chgData name="James Dyer" userId="c78f284b-7e37-4191-b5a6-8e3806eb7037" providerId="ADAL" clId="{85F6BA08-54AD-4A45-8046-0F14DC4518BB}" dt="2024-10-25T11:16:46.565" v="5030" actId="2696"/>
        <pc:sldMkLst>
          <pc:docMk/>
          <pc:sldMk cId="1091694174" sldId="354"/>
        </pc:sldMkLst>
      </pc:sldChg>
    </pc:docChg>
  </pc:docChgLst>
  <pc:docChgLst>
    <pc:chgData name="James Dyer" userId="c78f284b-7e37-4191-b5a6-8e3806eb7037" providerId="ADAL" clId="{D5712167-8106-4FD8-83D8-A339F3D936E5}"/>
    <pc:docChg chg="modSld">
      <pc:chgData name="James Dyer" userId="c78f284b-7e37-4191-b5a6-8e3806eb7037" providerId="ADAL" clId="{D5712167-8106-4FD8-83D8-A339F3D936E5}" dt="2025-02-14T08:18:23.821" v="0" actId="20577"/>
      <pc:docMkLst>
        <pc:docMk/>
      </pc:docMkLst>
      <pc:sldChg chg="modSp mod">
        <pc:chgData name="James Dyer" userId="c78f284b-7e37-4191-b5a6-8e3806eb7037" providerId="ADAL" clId="{D5712167-8106-4FD8-83D8-A339F3D936E5}" dt="2025-02-14T08:18:23.821" v="0" actId="20577"/>
        <pc:sldMkLst>
          <pc:docMk/>
          <pc:sldMk cId="3040821049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0DD2E-599E-4F7E-9827-9783F8444458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6C028-4A26-4BDD-AD40-0384F2A7E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08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6C028-4A26-4BDD-AD40-0384F2A7E6B0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852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6844-17E8-317C-A13F-F0008679F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6450A-89BB-EC42-7EDC-4824A3106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1AF33-2C5E-EBAD-B0F2-EB0C52D08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9C2E7-8E7D-EDFB-3902-20F554788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E1916-FFF4-38C4-FE7A-34A2F804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001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C9899-1C4C-A766-62FB-4FAC9AAFC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7D341-224C-1BA5-09C2-547DAD9F1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3291B-2764-FF77-F610-250DB4BB8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A816C-5F28-165E-07BC-F9816E8C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BEF69-48D3-30CB-346A-593AFBE1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93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BA4E-860B-29DB-AC66-C051C546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31437-865A-7B01-6327-CF825D3E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FEA98-4121-28FF-40CB-3F5237C1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B7DBB-A595-C2D1-7CFE-7CCB2785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66D9D-22C6-14DC-B89E-7EE4F9F6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868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29EB-6F2F-8C63-8A00-507A43053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F489-34F6-CE6D-C0CC-472ADC85A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8704E-E611-E5F3-8FF5-84C2294DB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8CB0D-3736-229F-246B-B4028ADF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EF920-6DA2-5757-1B77-8614F3A3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03493-D4D3-DCD2-DC50-A62659D4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513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5748-C438-2335-8F5F-D475690F1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8307A-A55A-AE6F-1528-CBBF62CDB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55C82-3014-3376-11B7-A27080856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21E67-1F98-570D-A104-FCD5705CD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C89F6-85DC-9E88-A569-1007680FA7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32623-3CF9-F7B3-7104-DCBA5EE4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4D72EE-9251-DDA5-11EC-E1338C2C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0A1AC-13A9-A211-B910-DAE14A16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34ED-083F-7B8D-55DC-75882B923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516DD5-A368-5525-3A83-FBB04D6F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F3D6D-440A-56F7-771E-ED43B7A1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D08B0-6172-B6E6-B597-6922A925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86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D50C3-84B3-432B-8C2F-689FE49A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E6FB1-56A1-C4EF-B16C-DBFC0163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2FED-B97F-DF77-1B5F-4BA4AEAD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89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1ED8-6FEF-5C2C-6E32-053755EF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59343-B29C-CBF5-58BD-F143F4752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D8EB4-1584-FAD4-B863-43E51B59F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91EA4-E4B9-5943-198C-466EB8AE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9B697-A287-2CFD-6E59-D163FEFC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B97FD-6032-9019-F021-E99336A9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39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0935B-048E-ECC9-5439-EF8CE5BC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03AB1-ADED-F87E-0EDB-BA8184C9C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31839-D51F-8DA0-94A1-FB5636182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3253E-8CA3-EFD8-78C8-0E1FF3130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5ED3A-5B50-02BB-DB63-BA20EAA5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5F4D4-65B0-DFF6-D3E1-D07EB5DF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782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FD20-0AAE-8E74-8680-A38024E1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7FE5A-F71D-CC95-5CA8-B728457AC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12F88-BBB4-3529-C0AB-434FF862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707FA-2B5E-C1C1-DB1C-B0759E9B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43921-9187-0EF7-8BF2-F4E81613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88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8D57A1-05FB-B87D-CE60-89F802B89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3809B-E906-3F23-2185-27E2B95D8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02280-8B36-1AE8-8C83-D081BD60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07F58-8E22-B5FB-19F5-4C35DC23D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B2374-408C-0DF7-ECA8-D4E54C25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41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FC422C-D475-FF7D-4509-06A64976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72D88-C6BB-7F39-19D6-0460B5D5A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44EC6-2F81-A6EF-A49C-073370214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D214D-53D4-4978-A5BF-E95A030A4F2C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32956-3013-7EFB-616C-6502BD53B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C4951-9275-D25C-8F1D-BDCB3DF19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33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book/9780123745149/programming-language-pragmatics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4C32-43E0-E306-745E-A9E0C3095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6859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COMP1860 Building our Digital World: Computer Systems &amp;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C1C8D3-9C2C-0127-C1E5-5E0B691A1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8782"/>
            <a:ext cx="9144000" cy="1655762"/>
          </a:xfrm>
        </p:spPr>
        <p:txBody>
          <a:bodyPr/>
          <a:lstStyle/>
          <a:p>
            <a:r>
              <a:rPr lang="en-GB" sz="2800"/>
              <a:t>S1.W3.L1: </a:t>
            </a:r>
            <a:r>
              <a:rPr lang="en-GB" sz="2800" dirty="0"/>
              <a:t>Non-numeric Data Representations</a:t>
            </a:r>
          </a:p>
          <a:p>
            <a:r>
              <a:rPr lang="en-GB" sz="2800" dirty="0"/>
              <a:t>Dr James Dyer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2242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3D9B-F031-E9EE-57A2-70751E22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cartoon of a child standing in front of a sign&#10;&#10;Description automatically generated">
            <a:extLst>
              <a:ext uri="{FF2B5EF4-FFF2-40B4-BE49-F238E27FC236}">
                <a16:creationId xmlns:a16="http://schemas.microsoft.com/office/drawing/2014/main" id="{87730293-1A6A-F43C-466F-7BE8B3723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828" cy="6858000"/>
          </a:xfrm>
        </p:spPr>
      </p:pic>
    </p:spTree>
    <p:extLst>
      <p:ext uri="{BB962C8B-B14F-4D97-AF65-F5344CB8AC3E}">
        <p14:creationId xmlns:p14="http://schemas.microsoft.com/office/powerpoint/2010/main" val="1400862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0F91-CA78-83FC-0345-9A5F527F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893A1-47E8-87F8-A609-6D7E4F748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b="1" dirty="0"/>
              <a:t>Explain the bit-level representations of non-numeric data.</a:t>
            </a:r>
          </a:p>
          <a:p>
            <a:pPr marL="514350" indent="-514350">
              <a:buFont typeface="+mj-lt"/>
              <a:buAutoNum type="arabicPeriod"/>
            </a:pPr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1079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05F18-39A8-1EF3-0757-EDF6930E8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B0BC4-55B4-20BA-C3AA-E0510CC80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Text representations</a:t>
            </a:r>
          </a:p>
          <a:p>
            <a:r>
              <a:rPr lang="en-GB" dirty="0"/>
              <a:t>Other non-numeric data &amp; data structure representations</a:t>
            </a:r>
          </a:p>
          <a:p>
            <a:r>
              <a:rPr lang="en-GB" dirty="0"/>
              <a:t>Image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54795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BE59-0A1D-0E74-AC55-87613794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Representation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37A69-480F-EF6E-FE2C-016B22E46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197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C6D5D-7DAD-2171-32AE-7A388BDD6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79EF1-6FF8-6546-A5BE-002085F11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Computers operate on binary values not text data</a:t>
            </a:r>
          </a:p>
          <a:p>
            <a:pPr lvl="1"/>
            <a:r>
              <a:rPr lang="en-GB" dirty="0"/>
              <a:t>All calculations done on bits and bytes</a:t>
            </a:r>
          </a:p>
          <a:p>
            <a:r>
              <a:rPr lang="en-GB" dirty="0"/>
              <a:t>How then do computers interpret and process text data?</a:t>
            </a:r>
          </a:p>
          <a:p>
            <a:r>
              <a:rPr lang="en-GB" dirty="0"/>
              <a:t>They represent characters as strings of bits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5147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717A3-BB52-A161-0CF0-CBA34A9D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B9A5A-9140-9E23-0589-16E7F135B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character set is a list of characters</a:t>
            </a:r>
          </a:p>
          <a:p>
            <a:pPr lvl="1"/>
            <a:r>
              <a:rPr lang="en-GB" dirty="0"/>
              <a:t>E.g. Alphabetic letters</a:t>
            </a:r>
          </a:p>
          <a:p>
            <a:r>
              <a:rPr lang="en-GB" dirty="0"/>
              <a:t>Each character in the set is enumerated</a:t>
            </a:r>
          </a:p>
          <a:p>
            <a:pPr lvl="1"/>
            <a:r>
              <a:rPr lang="en-GB" dirty="0"/>
              <a:t>E.g. 0=A, 1=B, 2=C, etc.</a:t>
            </a:r>
          </a:p>
          <a:p>
            <a:r>
              <a:rPr lang="en-GB" dirty="0"/>
              <a:t>We can then identify characters as numbers</a:t>
            </a:r>
          </a:p>
          <a:p>
            <a:pPr lvl="1"/>
            <a:r>
              <a:rPr lang="en-GB" dirty="0"/>
              <a:t>Can convert numbers to binary</a:t>
            </a:r>
          </a:p>
          <a:p>
            <a:pPr lvl="1"/>
            <a:r>
              <a:rPr lang="en-GB" dirty="0"/>
              <a:t>This is called a </a:t>
            </a:r>
            <a:r>
              <a:rPr lang="en-GB" b="1" i="1" dirty="0"/>
              <a:t>character set encoding</a:t>
            </a:r>
          </a:p>
        </p:txBody>
      </p:sp>
    </p:spTree>
    <p:extLst>
      <p:ext uri="{BB962C8B-B14F-4D97-AF65-F5344CB8AC3E}">
        <p14:creationId xmlns:p14="http://schemas.microsoft.com/office/powerpoint/2010/main" val="191525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A367-FF9C-467F-8131-23B611503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ASCII (American Standard Code for Information Interchange)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5739-2824-4509-A64D-FF46C7CA2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most ubiquitous character set &amp; encoding is ASCII</a:t>
            </a:r>
          </a:p>
          <a:p>
            <a:r>
              <a:rPr lang="en-GB" dirty="0"/>
              <a:t>ASCII set covers 128 different characters</a:t>
            </a:r>
          </a:p>
          <a:p>
            <a:pPr lvl="1"/>
            <a:r>
              <a:rPr lang="en-GB" dirty="0"/>
              <a:t>Upper- and lower-case Latin alphabet characters</a:t>
            </a:r>
          </a:p>
          <a:p>
            <a:pPr lvl="1"/>
            <a:r>
              <a:rPr lang="en-GB" dirty="0"/>
              <a:t>Punctuation symbols</a:t>
            </a:r>
          </a:p>
          <a:p>
            <a:pPr lvl="1"/>
            <a:r>
              <a:rPr lang="en-GB" dirty="0"/>
              <a:t>Non-printing characters such as end of line (EOL), line feed (LF), and carriage return (CR)</a:t>
            </a:r>
          </a:p>
          <a:p>
            <a:r>
              <a:rPr lang="en-GB" dirty="0"/>
              <a:t>Each character is assigned a number from 0 to 127, the </a:t>
            </a:r>
            <a:r>
              <a:rPr lang="en-GB" i="1" dirty="0"/>
              <a:t>ordinal</a:t>
            </a:r>
            <a:r>
              <a:rPr lang="en-GB" dirty="0"/>
              <a:t> value.</a:t>
            </a:r>
          </a:p>
          <a:p>
            <a:r>
              <a:rPr lang="en-GB" dirty="0"/>
              <a:t>A computer stores this as 8 bits (1 byte). The first bit is always zero.</a:t>
            </a:r>
          </a:p>
          <a:p>
            <a:r>
              <a:rPr lang="en-GB" dirty="0"/>
              <a:t>ASCII allows a byte to be interpreted as a character.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D63F6-E83F-42A5-B721-365F8B62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EE19-0803-4EB7-8E4F-D5409510CFB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230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5BBAD81-0866-F793-E585-C3480B1B68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" r="5059" b="3"/>
          <a:stretch/>
        </p:blipFill>
        <p:spPr bwMode="auto">
          <a:xfrm>
            <a:off x="1884951" y="0"/>
            <a:ext cx="84220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0ED2B-0854-D43D-63EB-D372ACDC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5F8EE19-0803-4EB7-8E4F-D5409510CFBF}" type="slidenum">
              <a:rPr lang="en-US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90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A0BB-5EA7-2553-B7AA-981B7D9E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Set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816C0-85B6-590A-9869-5DA98A74B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ASCII only covers 128 characters</a:t>
            </a:r>
          </a:p>
          <a:p>
            <a:r>
              <a:rPr lang="en-GB" dirty="0"/>
              <a:t>Problem:</a:t>
            </a:r>
          </a:p>
          <a:p>
            <a:pPr lvl="1"/>
            <a:r>
              <a:rPr lang="en-GB" dirty="0"/>
              <a:t>Doesn’t cover</a:t>
            </a:r>
          </a:p>
          <a:p>
            <a:pPr lvl="2"/>
            <a:r>
              <a:rPr lang="en-GB" dirty="0"/>
              <a:t>Accented Latin characters</a:t>
            </a:r>
          </a:p>
          <a:p>
            <a:pPr lvl="2"/>
            <a:r>
              <a:rPr lang="en-GB" dirty="0"/>
              <a:t>Greek, Cyrillic, Chinese, Arabic and other alphabets</a:t>
            </a:r>
          </a:p>
          <a:p>
            <a:r>
              <a:rPr lang="en-GB" dirty="0"/>
              <a:t>Solution:</a:t>
            </a:r>
          </a:p>
          <a:p>
            <a:pPr lvl="1"/>
            <a:r>
              <a:rPr lang="en-GB" dirty="0"/>
              <a:t>Use a different character set for Greek characters, Chinese characters, etc.</a:t>
            </a:r>
          </a:p>
          <a:p>
            <a:pPr lvl="1"/>
            <a:r>
              <a:rPr lang="en-GB" dirty="0"/>
              <a:t>This was the solution used in the past</a:t>
            </a:r>
          </a:p>
          <a:p>
            <a:r>
              <a:rPr lang="en-GB" dirty="0"/>
              <a:t>Problem:</a:t>
            </a:r>
          </a:p>
          <a:p>
            <a:pPr lvl="1"/>
            <a:r>
              <a:rPr lang="en-GB" dirty="0"/>
              <a:t>Data in foreign character sets not interpreted correctly from bytes unless the OS is aware of </a:t>
            </a:r>
            <a:r>
              <a:rPr lang="en-GB"/>
              <a:t>character encoding. 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32A4D-2C0B-66ED-A3C2-C2986966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EE19-0803-4EB7-8E4F-D5409510CFB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90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9B61-AB63-0DF9-513C-2BAF11992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110FE-33B6-61E1-AF44-608051CA4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Unicode was devised as a consistent way to encode most characters used in worldwide languages</a:t>
            </a:r>
          </a:p>
          <a:p>
            <a:r>
              <a:rPr lang="en-GB" dirty="0"/>
              <a:t>Unicode character set defines 154,998 characters</a:t>
            </a:r>
          </a:p>
          <a:p>
            <a:pPr lvl="1"/>
            <a:r>
              <a:rPr lang="en-GB" dirty="0"/>
              <a:t>Modern and historic alphabets</a:t>
            </a:r>
          </a:p>
          <a:p>
            <a:pPr lvl="1"/>
            <a:r>
              <a:rPr lang="en-GB" dirty="0"/>
              <a:t>Symbols</a:t>
            </a:r>
          </a:p>
          <a:p>
            <a:pPr lvl="1"/>
            <a:r>
              <a:rPr lang="en-GB" dirty="0"/>
              <a:t>Emojis</a:t>
            </a:r>
          </a:p>
          <a:p>
            <a:pPr lvl="1"/>
            <a:r>
              <a:rPr lang="en-GB" dirty="0"/>
              <a:t>Control and formatting characters</a:t>
            </a:r>
          </a:p>
          <a:p>
            <a:pPr lvl="1"/>
            <a:r>
              <a:rPr lang="en-GB" dirty="0"/>
              <a:t>Enumerations are called </a:t>
            </a:r>
            <a:r>
              <a:rPr lang="en-GB" b="1" dirty="0"/>
              <a:t>code points</a:t>
            </a:r>
          </a:p>
          <a:p>
            <a:r>
              <a:rPr lang="en-GB" dirty="0"/>
              <a:t>Implemented by character encodings</a:t>
            </a:r>
          </a:p>
          <a:p>
            <a:pPr lvl="1"/>
            <a:r>
              <a:rPr lang="en-GB" dirty="0"/>
              <a:t>UTF-8, UTF-16, UTF-32 and others</a:t>
            </a:r>
          </a:p>
          <a:p>
            <a:pPr lvl="1"/>
            <a:r>
              <a:rPr lang="en-GB" dirty="0"/>
              <a:t>UTF-8 is the dominant standard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ED6DE-E9A8-3E43-A028-7B7ACBAC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EE19-0803-4EB7-8E4F-D5409510CFB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428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C7FDE-C586-F495-B942-4B30B672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UTF-8 (Unicode Transformation Format – 8 bit)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F316-F2E0-4C05-415A-FE4FC0C9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262909"/>
            <a:ext cx="8946541" cy="2018934"/>
          </a:xfrm>
        </p:spPr>
        <p:txBody>
          <a:bodyPr>
            <a:normAutofit fontScale="47500" lnSpcReduction="20000"/>
          </a:bodyPr>
          <a:lstStyle/>
          <a:p>
            <a:r>
              <a:rPr lang="en-GB" sz="3800" dirty="0"/>
              <a:t>Uses 1 to 4 bytes to encode a character</a:t>
            </a:r>
          </a:p>
          <a:p>
            <a:r>
              <a:rPr lang="en-GB" sz="3800" dirty="0"/>
              <a:t>Capable of encoding 1,112,064 different characters (far more than the Unicode character set)</a:t>
            </a:r>
          </a:p>
          <a:p>
            <a:r>
              <a:rPr lang="en-GB" sz="3800" dirty="0"/>
              <a:t>Some bits in each byte are reserved like ASCII</a:t>
            </a:r>
            <a:r>
              <a:rPr lang="en-US" sz="3800" dirty="0"/>
              <a:t>(</a:t>
            </a:r>
            <a:r>
              <a:rPr lang="zh-CN" altLang="en-US" dirty="0"/>
              <a:t>每个字节中的一些位像</a:t>
            </a:r>
            <a:r>
              <a:rPr lang="en-US" altLang="zh-CN" dirty="0"/>
              <a:t>ASCII</a:t>
            </a:r>
            <a:r>
              <a:rPr lang="zh-CN" altLang="en-US" dirty="0"/>
              <a:t>一样保留</a:t>
            </a:r>
            <a:r>
              <a:rPr lang="en-US" sz="3800" dirty="0"/>
              <a:t>)</a:t>
            </a:r>
            <a:endParaRPr lang="en-GB" sz="3800" dirty="0"/>
          </a:p>
          <a:p>
            <a:r>
              <a:rPr lang="en-GB" sz="3800" dirty="0"/>
              <a:t>The first 1 to 5 bits of the first byte determine if the character is 1, 2, 3, or 4 bytes long</a:t>
            </a:r>
          </a:p>
          <a:p>
            <a:r>
              <a:rPr lang="en-GB" sz="3800" dirty="0"/>
              <a:t>1-byte UTF-8 characters are identical to ASCII(</a:t>
            </a:r>
            <a:r>
              <a:rPr lang="zh-CN" altLang="en-US" dirty="0"/>
              <a:t>第一个字节的前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5</a:t>
            </a:r>
            <a:r>
              <a:rPr lang="zh-CN" altLang="en-US" dirty="0"/>
              <a:t>位确定字符的长度是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还是</a:t>
            </a:r>
            <a:r>
              <a:rPr lang="en-US" altLang="zh-CN" dirty="0"/>
              <a:t>4</a:t>
            </a:r>
            <a:r>
              <a:rPr lang="zh-CN" altLang="en-US" dirty="0"/>
              <a:t>个字节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字节</a:t>
            </a:r>
            <a:r>
              <a:rPr lang="en-US" altLang="zh-CN" dirty="0"/>
              <a:t>UTF-8</a:t>
            </a:r>
            <a:r>
              <a:rPr lang="zh-CN" altLang="en-US" dirty="0"/>
              <a:t>字符与</a:t>
            </a:r>
            <a:r>
              <a:rPr lang="en-US" altLang="zh-CN" dirty="0"/>
              <a:t>ASCII</a:t>
            </a:r>
            <a:r>
              <a:rPr lang="zh-CN" altLang="en-US" dirty="0"/>
              <a:t>相同</a:t>
            </a:r>
            <a:r>
              <a:rPr lang="en-US" altLang="zh-CN" dirty="0"/>
              <a:t>)</a:t>
            </a:r>
            <a:endParaRPr lang="en-GB" sz="38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E9CC1-5D5C-E373-6C7F-4C585C9B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EE19-0803-4EB7-8E4F-D5409510CFBF}" type="slidenum">
              <a:rPr lang="en-GB" smtClean="0"/>
              <a:t>12</a:t>
            </a:fld>
            <a:endParaRPr lang="en-GB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10C2E0B4-D355-D974-3CA6-303233DEC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434870"/>
              </p:ext>
            </p:extLst>
          </p:nvPr>
        </p:nvGraphicFramePr>
        <p:xfrm>
          <a:off x="1284471" y="4281842"/>
          <a:ext cx="8128002" cy="2123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85895226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467421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9011433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493522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46100872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52296747"/>
                    </a:ext>
                  </a:extLst>
                </a:gridCol>
              </a:tblGrid>
              <a:tr h="12678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First code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Last code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Byte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Byte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Byte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Byte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284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U+0000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U+007F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0xxxxxxx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020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U+0080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U+07FF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110xxxxx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10xxxxxx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678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U+0800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U+FFFF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1110xxxx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10xxxxxx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10xxxxxx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74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U+10000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U+10FFFF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11110xxx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10xxxxxx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10xxxxxx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10xxxxxx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775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8488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73841-F0AF-9259-7A2A-BE3E9AF6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UTF-8 Character Encodings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2951711-C1EB-C03D-F435-025BAB79E6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399647"/>
              </p:ext>
            </p:extLst>
          </p:nvPr>
        </p:nvGraphicFramePr>
        <p:xfrm>
          <a:off x="1029039" y="2295234"/>
          <a:ext cx="9831794" cy="2595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02097">
                  <a:extLst>
                    <a:ext uri="{9D8B030D-6E8A-4147-A177-3AD203B41FA5}">
                      <a16:colId xmlns:a16="http://schemas.microsoft.com/office/drawing/2014/main" val="1986009388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691479829"/>
                    </a:ext>
                  </a:extLst>
                </a:gridCol>
                <a:gridCol w="4306824">
                  <a:extLst>
                    <a:ext uri="{9D8B030D-6E8A-4147-A177-3AD203B41FA5}">
                      <a16:colId xmlns:a16="http://schemas.microsoft.com/office/drawing/2014/main" val="75517613"/>
                    </a:ext>
                  </a:extLst>
                </a:gridCol>
                <a:gridCol w="3006137">
                  <a:extLst>
                    <a:ext uri="{9D8B030D-6E8A-4147-A177-3AD203B41FA5}">
                      <a16:colId xmlns:a16="http://schemas.microsoft.com/office/drawing/2014/main" val="2456479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Code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Binary UTF-8 Encoding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Hex UTF-8 Encoding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896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u="none" strike="noStrike" dirty="0">
                          <a:solidFill>
                            <a:srgbClr val="0645AD"/>
                          </a:solidFill>
                          <a:effectLst/>
                        </a:rPr>
                        <a:t>$</a:t>
                      </a:r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U+0024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0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effectLst/>
                        </a:rPr>
                        <a:t>0100100</a:t>
                      </a:r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solidFill>
                            <a:srgbClr val="FF0000"/>
                          </a:solidFill>
                          <a:effectLst/>
                        </a:rPr>
                        <a:t>24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703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u="none" strike="noStrike" dirty="0">
                          <a:solidFill>
                            <a:srgbClr val="0645AD"/>
                          </a:solidFill>
                          <a:effectLst/>
                        </a:rPr>
                        <a:t>£</a:t>
                      </a:r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U+00A3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</a:rPr>
                        <a:t>110</a:t>
                      </a:r>
                      <a:r>
                        <a:rPr lang="en-GB">
                          <a:solidFill>
                            <a:srgbClr val="008000"/>
                          </a:solidFill>
                          <a:effectLst/>
                        </a:rPr>
                        <a:t>00010</a:t>
                      </a:r>
                      <a:r>
                        <a:rPr lang="en-GB">
                          <a:effectLst/>
                        </a:rPr>
                        <a:t> 10</a:t>
                      </a:r>
                      <a:r>
                        <a:rPr lang="en-GB">
                          <a:solidFill>
                            <a:srgbClr val="FF0000"/>
                          </a:solidFill>
                          <a:effectLst/>
                        </a:rPr>
                        <a:t>100011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solidFill>
                            <a:srgbClr val="008000"/>
                          </a:solidFill>
                          <a:effectLst/>
                        </a:rPr>
                        <a:t>C2</a:t>
                      </a:r>
                      <a:r>
                        <a:rPr lang="en-GB">
                          <a:effectLst/>
                        </a:rPr>
                        <a:t> </a:t>
                      </a:r>
                      <a:r>
                        <a:rPr lang="en-GB">
                          <a:solidFill>
                            <a:srgbClr val="FF0000"/>
                          </a:solidFill>
                          <a:effectLst/>
                        </a:rPr>
                        <a:t>A3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584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i-IN" u="none" strike="noStrike" dirty="0">
                          <a:solidFill>
                            <a:srgbClr val="0645AD"/>
                          </a:solidFill>
                          <a:effectLst/>
                        </a:rPr>
                        <a:t>ह</a:t>
                      </a:r>
                      <a:endParaRPr lang="hi-IN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U+0939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</a:rPr>
                        <a:t>1110</a:t>
                      </a:r>
                      <a:r>
                        <a:rPr lang="en-GB">
                          <a:solidFill>
                            <a:srgbClr val="0000FF"/>
                          </a:solidFill>
                          <a:effectLst/>
                        </a:rPr>
                        <a:t>0000</a:t>
                      </a:r>
                      <a:r>
                        <a:rPr lang="en-GB">
                          <a:effectLst/>
                        </a:rPr>
                        <a:t> 10</a:t>
                      </a:r>
                      <a:r>
                        <a:rPr lang="en-GB">
                          <a:solidFill>
                            <a:srgbClr val="008000"/>
                          </a:solidFill>
                          <a:effectLst/>
                        </a:rPr>
                        <a:t>100100</a:t>
                      </a:r>
                      <a:r>
                        <a:rPr lang="en-GB">
                          <a:effectLst/>
                        </a:rPr>
                        <a:t> 10</a:t>
                      </a:r>
                      <a:r>
                        <a:rPr lang="en-GB">
                          <a:solidFill>
                            <a:srgbClr val="FF0000"/>
                          </a:solidFill>
                          <a:effectLst/>
                        </a:rPr>
                        <a:t>111001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solidFill>
                            <a:srgbClr val="0000FF"/>
                          </a:solidFill>
                          <a:effectLst/>
                        </a:rPr>
                        <a:t>E0</a:t>
                      </a:r>
                      <a:r>
                        <a:rPr lang="en-GB">
                          <a:effectLst/>
                        </a:rPr>
                        <a:t> </a:t>
                      </a:r>
                      <a:r>
                        <a:rPr lang="en-GB">
                          <a:solidFill>
                            <a:srgbClr val="008000"/>
                          </a:solidFill>
                          <a:effectLst/>
                        </a:rPr>
                        <a:t>A4</a:t>
                      </a:r>
                      <a:r>
                        <a:rPr lang="en-GB">
                          <a:effectLst/>
                        </a:rPr>
                        <a:t> </a:t>
                      </a:r>
                      <a:r>
                        <a:rPr lang="en-GB">
                          <a:solidFill>
                            <a:srgbClr val="FF0000"/>
                          </a:solidFill>
                          <a:effectLst/>
                        </a:rPr>
                        <a:t>B9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69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u="none" strike="noStrike" dirty="0">
                          <a:solidFill>
                            <a:srgbClr val="0645AD"/>
                          </a:solidFill>
                          <a:effectLst/>
                        </a:rPr>
                        <a:t>€</a:t>
                      </a:r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U+20AC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</a:rPr>
                        <a:t>1110</a:t>
                      </a:r>
                      <a:r>
                        <a:rPr lang="en-GB">
                          <a:solidFill>
                            <a:srgbClr val="0000FF"/>
                          </a:solidFill>
                          <a:effectLst/>
                        </a:rPr>
                        <a:t>0010</a:t>
                      </a:r>
                      <a:r>
                        <a:rPr lang="en-GB">
                          <a:effectLst/>
                        </a:rPr>
                        <a:t> 10</a:t>
                      </a:r>
                      <a:r>
                        <a:rPr lang="en-GB">
                          <a:solidFill>
                            <a:srgbClr val="008000"/>
                          </a:solidFill>
                          <a:effectLst/>
                        </a:rPr>
                        <a:t>000010</a:t>
                      </a:r>
                      <a:r>
                        <a:rPr lang="en-GB">
                          <a:effectLst/>
                        </a:rPr>
                        <a:t> 10</a:t>
                      </a:r>
                      <a:r>
                        <a:rPr lang="en-GB">
                          <a:solidFill>
                            <a:srgbClr val="FF0000"/>
                          </a:solidFill>
                          <a:effectLst/>
                        </a:rPr>
                        <a:t>101100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solidFill>
                            <a:srgbClr val="0000FF"/>
                          </a:solidFill>
                          <a:effectLst/>
                        </a:rPr>
                        <a:t>E2</a:t>
                      </a:r>
                      <a:r>
                        <a:rPr lang="en-GB">
                          <a:effectLst/>
                        </a:rPr>
                        <a:t> </a:t>
                      </a:r>
                      <a:r>
                        <a:rPr lang="en-GB">
                          <a:solidFill>
                            <a:srgbClr val="008000"/>
                          </a:solidFill>
                          <a:effectLst/>
                        </a:rPr>
                        <a:t>82</a:t>
                      </a:r>
                      <a:r>
                        <a:rPr lang="en-GB">
                          <a:effectLst/>
                        </a:rPr>
                        <a:t> </a:t>
                      </a:r>
                      <a:r>
                        <a:rPr lang="en-GB">
                          <a:solidFill>
                            <a:srgbClr val="FF0000"/>
                          </a:solidFill>
                          <a:effectLst/>
                        </a:rPr>
                        <a:t>AC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714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u="none" strike="noStrike" dirty="0">
                          <a:solidFill>
                            <a:srgbClr val="0645AD"/>
                          </a:solidFill>
                          <a:effectLst/>
                        </a:rPr>
                        <a:t>한</a:t>
                      </a:r>
                      <a:endParaRPr lang="ko-KR" alt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U+D55C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effectLst/>
                        </a:rPr>
                        <a:t>1110</a:t>
                      </a:r>
                      <a:r>
                        <a:rPr lang="en-GB">
                          <a:solidFill>
                            <a:srgbClr val="0000FF"/>
                          </a:solidFill>
                          <a:effectLst/>
                        </a:rPr>
                        <a:t>1101</a:t>
                      </a:r>
                      <a:r>
                        <a:rPr lang="en-GB">
                          <a:effectLst/>
                        </a:rPr>
                        <a:t> 10</a:t>
                      </a:r>
                      <a:r>
                        <a:rPr lang="en-GB">
                          <a:solidFill>
                            <a:srgbClr val="008000"/>
                          </a:solidFill>
                          <a:effectLst/>
                        </a:rPr>
                        <a:t>010101</a:t>
                      </a:r>
                      <a:r>
                        <a:rPr lang="en-GB">
                          <a:effectLst/>
                        </a:rPr>
                        <a:t> 10</a:t>
                      </a:r>
                      <a:r>
                        <a:rPr lang="en-GB">
                          <a:solidFill>
                            <a:srgbClr val="FF0000"/>
                          </a:solidFill>
                          <a:effectLst/>
                        </a:rPr>
                        <a:t>011100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>
                          <a:solidFill>
                            <a:srgbClr val="0000FF"/>
                          </a:solidFill>
                          <a:effectLst/>
                        </a:rPr>
                        <a:t>ED</a:t>
                      </a:r>
                      <a:r>
                        <a:rPr lang="en-GB">
                          <a:effectLst/>
                        </a:rPr>
                        <a:t> </a:t>
                      </a:r>
                      <a:r>
                        <a:rPr lang="en-GB">
                          <a:solidFill>
                            <a:srgbClr val="008000"/>
                          </a:solidFill>
                          <a:effectLst/>
                        </a:rPr>
                        <a:t>95</a:t>
                      </a:r>
                      <a:r>
                        <a:rPr lang="en-GB">
                          <a:effectLst/>
                        </a:rPr>
                        <a:t> </a:t>
                      </a:r>
                      <a:r>
                        <a:rPr lang="en-GB">
                          <a:solidFill>
                            <a:srgbClr val="FF0000"/>
                          </a:solidFill>
                          <a:effectLst/>
                        </a:rPr>
                        <a:t>9C</a:t>
                      </a:r>
                      <a:endParaRPr lang="en-GB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875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u="none" strike="noStrike" dirty="0">
                          <a:solidFill>
                            <a:srgbClr val="0645AD"/>
                          </a:solidFill>
                          <a:effectLst/>
                        </a:rPr>
                        <a:t>𐍈</a:t>
                      </a:r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U+10348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11110</a:t>
                      </a:r>
                      <a:r>
                        <a:rPr lang="en-GB" dirty="0">
                          <a:solidFill>
                            <a:srgbClr val="C000C0"/>
                          </a:solidFill>
                          <a:effectLst/>
                        </a:rPr>
                        <a:t>000</a:t>
                      </a:r>
                      <a:r>
                        <a:rPr lang="en-GB" dirty="0">
                          <a:effectLst/>
                        </a:rPr>
                        <a:t> 10</a:t>
                      </a:r>
                      <a:r>
                        <a:rPr lang="en-GB" dirty="0">
                          <a:solidFill>
                            <a:srgbClr val="0000FF"/>
                          </a:solidFill>
                          <a:effectLst/>
                        </a:rPr>
                        <a:t>010000</a:t>
                      </a:r>
                      <a:r>
                        <a:rPr lang="en-GB" dirty="0">
                          <a:effectLst/>
                        </a:rPr>
                        <a:t> 10</a:t>
                      </a:r>
                      <a:r>
                        <a:rPr lang="en-GB" dirty="0">
                          <a:solidFill>
                            <a:srgbClr val="008000"/>
                          </a:solidFill>
                          <a:effectLst/>
                        </a:rPr>
                        <a:t>001101</a:t>
                      </a:r>
                      <a:r>
                        <a:rPr lang="en-GB" dirty="0">
                          <a:effectLst/>
                        </a:rPr>
                        <a:t> 10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effectLst/>
                        </a:rPr>
                        <a:t>001000</a:t>
                      </a:r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olidFill>
                            <a:srgbClr val="C000C0"/>
                          </a:solidFill>
                          <a:effectLst/>
                        </a:rPr>
                        <a:t>F0</a:t>
                      </a:r>
                      <a:r>
                        <a:rPr lang="en-GB" dirty="0">
                          <a:effectLst/>
                        </a:rPr>
                        <a:t> </a:t>
                      </a:r>
                      <a:r>
                        <a:rPr lang="en-GB" dirty="0">
                          <a:solidFill>
                            <a:srgbClr val="0000FF"/>
                          </a:solidFill>
                          <a:effectLst/>
                        </a:rPr>
                        <a:t>90</a:t>
                      </a:r>
                      <a:r>
                        <a:rPr lang="en-GB" dirty="0">
                          <a:effectLst/>
                        </a:rPr>
                        <a:t> </a:t>
                      </a:r>
                      <a:r>
                        <a:rPr lang="en-GB" dirty="0">
                          <a:solidFill>
                            <a:srgbClr val="008000"/>
                          </a:solidFill>
                          <a:effectLst/>
                        </a:rPr>
                        <a:t>8D</a:t>
                      </a:r>
                      <a:r>
                        <a:rPr lang="en-GB" dirty="0">
                          <a:effectLst/>
                        </a:rPr>
                        <a:t> 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effectLst/>
                        </a:rPr>
                        <a:t>88</a:t>
                      </a:r>
                      <a:endParaRPr lang="en-GB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29269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EB097-30AB-F0DF-66E8-BF4B0B19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EE19-0803-4EB7-8E4F-D5409510CFB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399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7E8A7-F41A-21D3-1F39-8AB85D847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convert code point to UTF-8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DC6CF-A742-BB86-A879-00B02C17A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Convert hex digits to binary string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Determine whether 1-, 2-, 3-, or 4-byte encoding based on code point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Insert binary string into x positions in encoding</a:t>
            </a:r>
          </a:p>
          <a:p>
            <a:pPr lvl="1"/>
            <a:r>
              <a:rPr lang="en-GB" dirty="0"/>
              <a:t>Pad with zeroes at front if more x’s than bit</a:t>
            </a:r>
          </a:p>
        </p:txBody>
      </p:sp>
    </p:spTree>
    <p:extLst>
      <p:ext uri="{BB962C8B-B14F-4D97-AF65-F5344CB8AC3E}">
        <p14:creationId xmlns:p14="http://schemas.microsoft.com/office/powerpoint/2010/main" val="45651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C4A8F-AB21-DF90-CBBE-CC3E4777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Grinning Face Emoji</a:t>
            </a:r>
            <a:r>
              <a:rPr lang="en-GB" dirty="0">
                <a:sym typeface="Wingdings 2" panose="05020102010507070707" pitchFamily="18" charset="2"/>
              </a:rPr>
              <a:t> (</a:t>
            </a:r>
            <a:r>
              <a:rPr lang="en-GB" dirty="0">
                <a:sym typeface="Wingdings" panose="05000000000000000000" pitchFamily="2" charset="2"/>
              </a:rPr>
              <a:t>😀)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23977-0AC6-7C5B-243F-E867DFB65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19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grinning face emoji has the Unicode code point: 1F600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Convert the 5 hex digits to binary</a:t>
            </a:r>
          </a:p>
          <a:p>
            <a:pPr lvl="1"/>
            <a:r>
              <a:rPr lang="en-GB" dirty="0">
                <a:solidFill>
                  <a:srgbClr val="7030A0"/>
                </a:solidFill>
              </a:rPr>
              <a:t>0001</a:t>
            </a:r>
            <a:r>
              <a:rPr lang="en-GB" dirty="0"/>
              <a:t> (1) </a:t>
            </a:r>
            <a:r>
              <a:rPr lang="en-GB" dirty="0">
                <a:solidFill>
                  <a:schemeClr val="accent2"/>
                </a:solidFill>
              </a:rPr>
              <a:t>1111</a:t>
            </a:r>
            <a:r>
              <a:rPr lang="en-GB" dirty="0"/>
              <a:t> (F) </a:t>
            </a:r>
            <a:r>
              <a:rPr lang="en-GB" dirty="0">
                <a:solidFill>
                  <a:srgbClr val="0000FF"/>
                </a:solidFill>
              </a:rPr>
              <a:t>0110</a:t>
            </a:r>
            <a:r>
              <a:rPr lang="en-GB" dirty="0"/>
              <a:t> (6)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0000</a:t>
            </a:r>
            <a:r>
              <a:rPr lang="en-GB" dirty="0"/>
              <a:t> (0) </a:t>
            </a:r>
            <a:r>
              <a:rPr lang="en-GB" dirty="0">
                <a:solidFill>
                  <a:srgbClr val="FF0000"/>
                </a:solidFill>
              </a:rPr>
              <a:t>0000</a:t>
            </a:r>
            <a:r>
              <a:rPr lang="en-GB" dirty="0"/>
              <a:t> (0)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Determine number of bytes in encoding</a:t>
            </a:r>
          </a:p>
          <a:p>
            <a:pPr lvl="1"/>
            <a:r>
              <a:rPr lang="en-GB" dirty="0"/>
              <a:t>1F600 is larger than 10000, so this is a 4-byte encoding</a:t>
            </a:r>
          </a:p>
          <a:p>
            <a:pPr lvl="1"/>
            <a:r>
              <a:rPr lang="en-GB" dirty="0">
                <a:effectLst/>
              </a:rPr>
              <a:t>11110</a:t>
            </a:r>
            <a:r>
              <a:rPr lang="en-GB" dirty="0">
                <a:solidFill>
                  <a:srgbClr val="7030A0"/>
                </a:solidFill>
              </a:rPr>
              <a:t>xxx</a:t>
            </a:r>
            <a:r>
              <a:rPr lang="en-GB" dirty="0">
                <a:effectLst/>
              </a:rPr>
              <a:t> 10</a:t>
            </a:r>
            <a:r>
              <a:rPr lang="en-GB" dirty="0">
                <a:solidFill>
                  <a:srgbClr val="7030A0"/>
                </a:solidFill>
              </a:rPr>
              <a:t>xx</a:t>
            </a:r>
            <a:r>
              <a:rPr lang="en-GB" dirty="0">
                <a:solidFill>
                  <a:srgbClr val="FFC000"/>
                </a:solidFill>
              </a:rPr>
              <a:t>xxxx</a:t>
            </a:r>
            <a:r>
              <a:rPr lang="en-GB" dirty="0">
                <a:effectLst/>
              </a:rPr>
              <a:t> </a:t>
            </a:r>
            <a:r>
              <a:rPr lang="en-GB" dirty="0" err="1">
                <a:effectLst/>
              </a:rPr>
              <a:t>10</a:t>
            </a:r>
            <a:r>
              <a:rPr lang="en-GB" dirty="0" err="1">
                <a:solidFill>
                  <a:srgbClr val="0000FF"/>
                </a:solidFill>
              </a:rPr>
              <a:t>xxxx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xx</a:t>
            </a:r>
            <a:r>
              <a:rPr lang="en-GB" dirty="0">
                <a:effectLst/>
              </a:rPr>
              <a:t> </a:t>
            </a:r>
            <a:r>
              <a:rPr lang="en-GB" dirty="0" err="1">
                <a:effectLst/>
              </a:rPr>
              <a:t>10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xx</a:t>
            </a:r>
            <a:r>
              <a:rPr lang="en-GB" dirty="0" err="1">
                <a:solidFill>
                  <a:srgbClr val="FF0000"/>
                </a:solidFill>
              </a:rPr>
              <a:t>xxxx</a:t>
            </a:r>
            <a:endParaRPr lang="en-GB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effectLst/>
              </a:rPr>
              <a:t>Insert bits in place of x’s</a:t>
            </a:r>
          </a:p>
          <a:p>
            <a:pPr lvl="1"/>
            <a:r>
              <a:rPr lang="en-GB" dirty="0">
                <a:effectLst/>
              </a:rPr>
              <a:t>11110</a:t>
            </a:r>
            <a:r>
              <a:rPr lang="en-GB" dirty="0">
                <a:solidFill>
                  <a:srgbClr val="7030A0"/>
                </a:solidFill>
                <a:effectLst/>
              </a:rPr>
              <a:t>000</a:t>
            </a:r>
            <a:r>
              <a:rPr lang="en-GB" dirty="0">
                <a:effectLst/>
              </a:rPr>
              <a:t> 10</a:t>
            </a:r>
            <a:r>
              <a:rPr lang="en-GB" dirty="0">
                <a:solidFill>
                  <a:srgbClr val="7030A0"/>
                </a:solidFill>
                <a:effectLst/>
              </a:rPr>
              <a:t>01</a:t>
            </a:r>
            <a:r>
              <a:rPr lang="en-GB" dirty="0">
                <a:solidFill>
                  <a:srgbClr val="FFC000"/>
                </a:solidFill>
                <a:effectLst/>
              </a:rPr>
              <a:t>1111</a:t>
            </a:r>
            <a:r>
              <a:rPr lang="en-GB" dirty="0">
                <a:effectLst/>
              </a:rPr>
              <a:t> 10</a:t>
            </a:r>
            <a:r>
              <a:rPr lang="en-GB" dirty="0">
                <a:solidFill>
                  <a:srgbClr val="0000FF"/>
                </a:solidFill>
                <a:effectLst/>
              </a:rPr>
              <a:t>0110</a:t>
            </a:r>
            <a:r>
              <a:rPr lang="en-GB" dirty="0">
                <a:solidFill>
                  <a:srgbClr val="008000"/>
                </a:solidFill>
                <a:effectLst/>
              </a:rPr>
              <a:t>00</a:t>
            </a:r>
            <a:r>
              <a:rPr lang="en-GB" dirty="0">
                <a:effectLst/>
              </a:rPr>
              <a:t> 10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effectLst/>
              </a:rPr>
              <a:t>00</a:t>
            </a:r>
            <a:r>
              <a:rPr lang="en-GB" dirty="0">
                <a:solidFill>
                  <a:srgbClr val="FF0000"/>
                </a:solidFill>
                <a:effectLst/>
              </a:rPr>
              <a:t>0000 </a:t>
            </a:r>
            <a:r>
              <a:rPr lang="en-GB" dirty="0">
                <a:effectLst/>
              </a:rPr>
              <a:t>(added zero at front to make 21-bits)</a:t>
            </a:r>
          </a:p>
          <a:p>
            <a:r>
              <a:rPr lang="en-GB" dirty="0"/>
              <a:t>Converting this to hex gives F0 9F 98 80 (UTF-8 hex encoding)</a:t>
            </a:r>
          </a:p>
          <a:p>
            <a:pPr lvl="1"/>
            <a:endParaRPr lang="en-GB" dirty="0">
              <a:effectLst/>
            </a:endParaRP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7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2F23-E543-BB7F-D6C3-66FA9254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E4E01-2D28-EED3-798B-AF6E799CD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Calculate the binary encodings of the following Unicode code points: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U+007E (tilde: ~)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U+00A9 (copyright symbol: ©)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U+16AB (Aesc rune: ᚫ)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U+1F911 (money mouth face emoji </a:t>
            </a:r>
            <a:r>
              <a:rPr lang="en-GB" dirty="0">
                <a:solidFill>
                  <a:srgbClr val="000000"/>
                </a:solidFill>
                <a:latin typeface="Helvetica Neue"/>
              </a:rPr>
              <a:t>🤑)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0097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1578-2619-5527-E480-E4D1E29B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non-numeric data &amp; data structure representations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A1CA6-573C-E44F-91F5-4E1E0F26D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102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E391D-7BF0-4A2D-16D4-782691CF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Non-numeric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F7DCF-A497-127E-AAD4-20EC8119A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Non-numeric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9468-D9D7-56E4-66F0-F4C5440279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Booleans</a:t>
            </a:r>
          </a:p>
          <a:p>
            <a:r>
              <a:rPr lang="en-GB" dirty="0"/>
              <a:t>Date/Times</a:t>
            </a:r>
          </a:p>
          <a:p>
            <a:r>
              <a:rPr lang="en-GB" dirty="0"/>
              <a:t>Text Strings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A3E10-48FC-10B4-B594-E91CFD973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Data Structures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7CC52F-CACA-DACE-49DC-362A990D1E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Arrays</a:t>
            </a:r>
          </a:p>
          <a:p>
            <a:r>
              <a:rPr lang="en-GB" dirty="0"/>
              <a:t>Records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1754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B226-DA3C-53C8-40A3-1D458C95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Booleans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33CF9-595A-85F6-112C-8C2EB0192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Boolean data has two possible values: True (1) or False (0)</a:t>
            </a:r>
          </a:p>
          <a:p>
            <a:r>
              <a:rPr lang="en-GB" dirty="0"/>
              <a:t>Ideally represent at 1-bit</a:t>
            </a:r>
          </a:p>
          <a:p>
            <a:r>
              <a:rPr lang="en-GB" dirty="0"/>
              <a:t>In practice, stored in larger value</a:t>
            </a:r>
          </a:p>
          <a:p>
            <a:pPr lvl="1"/>
            <a:r>
              <a:rPr lang="en-GB" dirty="0"/>
              <a:t>In C, a signed 32-bit integer where 0 is false, any other value is true</a:t>
            </a:r>
          </a:p>
          <a:p>
            <a:pPr lvl="1"/>
            <a:r>
              <a:rPr lang="en-GB" dirty="0"/>
              <a:t>In Java, a single 16-bit Unicode character</a:t>
            </a:r>
          </a:p>
          <a:p>
            <a:pPr lvl="1"/>
            <a:r>
              <a:rPr lang="en-GB" dirty="0"/>
              <a:t>In Python, stored as Python integer</a:t>
            </a:r>
          </a:p>
        </p:txBody>
      </p:sp>
    </p:spTree>
    <p:extLst>
      <p:ext uri="{BB962C8B-B14F-4D97-AF65-F5344CB8AC3E}">
        <p14:creationId xmlns:p14="http://schemas.microsoft.com/office/powerpoint/2010/main" val="3954646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FBD67-1B71-78FF-7A8B-8E2ACD66D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Date/Time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D7C71-F072-CA5F-53DC-66A376A69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Unix epoch time</a:t>
            </a:r>
          </a:p>
          <a:p>
            <a:pPr lvl="1"/>
            <a:r>
              <a:rPr lang="en-GB" dirty="0"/>
              <a:t>number of seconds since Jan 1, 1970</a:t>
            </a:r>
          </a:p>
          <a:p>
            <a:pPr lvl="1"/>
            <a:r>
              <a:rPr lang="en-GB" dirty="0"/>
              <a:t>Typically implemented as positive 32-bit signed integer</a:t>
            </a:r>
          </a:p>
          <a:p>
            <a:pPr lvl="1"/>
            <a:r>
              <a:rPr lang="en-GB" dirty="0"/>
              <a:t>Year 2038 problem</a:t>
            </a:r>
          </a:p>
          <a:p>
            <a:pPr lvl="2"/>
            <a:r>
              <a:rPr lang="en-GB" dirty="0"/>
              <a:t>Date will overflow after 19 Jan 2038.</a:t>
            </a:r>
          </a:p>
          <a:p>
            <a:pPr lvl="2"/>
            <a:r>
              <a:rPr lang="en-GB" dirty="0"/>
              <a:t>Need to convert to 64- or 128-bit value.</a:t>
            </a:r>
          </a:p>
          <a:p>
            <a:r>
              <a:rPr lang="en-GB" dirty="0"/>
              <a:t>Windows epoch time</a:t>
            </a:r>
          </a:p>
          <a:p>
            <a:pPr lvl="1"/>
            <a:r>
              <a:rPr lang="en-GB" dirty="0"/>
              <a:t>Number of 100ns intervals since Jan 1, 1601</a:t>
            </a:r>
          </a:p>
          <a:p>
            <a:pPr lvl="1"/>
            <a:r>
              <a:rPr lang="en-GB" dirty="0"/>
              <a:t>Implemented as unsigned 64-bit integer</a:t>
            </a:r>
          </a:p>
        </p:txBody>
      </p:sp>
    </p:spTree>
    <p:extLst>
      <p:ext uri="{BB962C8B-B14F-4D97-AF65-F5344CB8AC3E}">
        <p14:creationId xmlns:p14="http://schemas.microsoft.com/office/powerpoint/2010/main" val="1278337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00410-F54A-4B22-7963-B32CAB8EC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Date/Time: Network Time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B3F9A-CD63-215E-93F8-C6BB48D1C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Network Time Protocol</a:t>
            </a:r>
          </a:p>
          <a:p>
            <a:pPr lvl="1"/>
            <a:r>
              <a:rPr lang="en-GB" dirty="0"/>
              <a:t>Number of seconds since Jan 1, 1900</a:t>
            </a:r>
          </a:p>
          <a:p>
            <a:pPr lvl="1"/>
            <a:r>
              <a:rPr lang="en-GB" dirty="0"/>
              <a:t>Implemented as fixed-point fraction</a:t>
            </a:r>
          </a:p>
          <a:p>
            <a:pPr lvl="2"/>
            <a:r>
              <a:rPr lang="en-GB" dirty="0"/>
              <a:t>32-bits for seconds, 32-bits for fractional part</a:t>
            </a:r>
          </a:p>
          <a:p>
            <a:pPr lvl="2"/>
            <a:r>
              <a:rPr lang="en-GB" dirty="0"/>
              <a:t>Overflow on Feb 7, 2036</a:t>
            </a:r>
          </a:p>
          <a:p>
            <a:pPr lvl="1"/>
            <a:r>
              <a:rPr lang="en-GB" dirty="0"/>
              <a:t>NTPv4 implements as 128-bit fixed-point fraction</a:t>
            </a:r>
          </a:p>
          <a:p>
            <a:pPr lvl="2"/>
            <a:r>
              <a:rPr lang="en-GB" dirty="0"/>
              <a:t>64-bits for seconds, 64-bits for fractional part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535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A399D-1DF1-4794-C46E-DA1F2364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4B9C-75A8-C92B-97C1-5B2673F48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73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An array is a set of values of the </a:t>
            </a:r>
            <a:r>
              <a:rPr lang="en-GB" dirty="0">
                <a:solidFill>
                  <a:schemeClr val="accent2"/>
                </a:solidFill>
              </a:rPr>
              <a:t>same type </a:t>
            </a:r>
            <a:r>
              <a:rPr lang="en-GB" dirty="0"/>
              <a:t>(integer, floating-point, text characters, etc.) </a:t>
            </a:r>
            <a:r>
              <a:rPr lang="en-GB" dirty="0">
                <a:solidFill>
                  <a:schemeClr val="accent2"/>
                </a:solidFill>
              </a:rPr>
              <a:t>stored as a contiguous sequence</a:t>
            </a:r>
            <a:r>
              <a:rPr lang="en-GB" dirty="0"/>
              <a:t>.</a:t>
            </a:r>
          </a:p>
          <a:p>
            <a:r>
              <a:rPr lang="en-GB" dirty="0"/>
              <a:t>Each element of the sequence </a:t>
            </a:r>
            <a:r>
              <a:rPr lang="en-GB" dirty="0">
                <a:solidFill>
                  <a:schemeClr val="accent2"/>
                </a:solidFill>
              </a:rPr>
              <a:t>is referred to by a numerical index</a:t>
            </a:r>
          </a:p>
          <a:p>
            <a:r>
              <a:rPr lang="en-GB" dirty="0"/>
              <a:t>Like a </a:t>
            </a:r>
            <a:r>
              <a:rPr lang="en-GB" dirty="0">
                <a:solidFill>
                  <a:schemeClr val="accent2"/>
                </a:solidFill>
              </a:rPr>
              <a:t>Python list</a:t>
            </a:r>
          </a:p>
        </p:txBody>
      </p:sp>
      <p:pic>
        <p:nvPicPr>
          <p:cNvPr id="1028" name="Picture 4" descr="Data Structure Array">
            <a:extLst>
              <a:ext uri="{FF2B5EF4-FFF2-40B4-BE49-F238E27FC236}">
                <a16:creationId xmlns:a16="http://schemas.microsoft.com/office/drawing/2014/main" id="{E3AD1FF6-BE68-E37C-3FC0-971DA4F1E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514" y="3683000"/>
            <a:ext cx="10323285" cy="294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986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321C8-3766-C7D9-94CD-F53BF14C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Size of an array in memory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EB2601-29A8-CFC7-B47F-2B15AAB5E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total memory allocated for an array is equal to:</a:t>
                </a:r>
              </a:p>
              <a:p>
                <a:r>
                  <a:rPr lang="en-GB" dirty="0"/>
                  <a:t>Size of representation for data in each element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number of elements</a:t>
                </a:r>
              </a:p>
              <a:p>
                <a:r>
                  <a:rPr lang="en-GB" dirty="0"/>
                  <a:t>E.g. array of 20 ASCII characters = 1 byte (size of ASCII character)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20 = 20 bytes.</a:t>
                </a:r>
              </a:p>
              <a:p>
                <a:r>
                  <a:rPr lang="en-GB" dirty="0"/>
                  <a:t>E.g. array of 30 16-bit integers = 2 byte (size of 16-bit integer)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30 = 60 bytes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EB2601-29A8-CFC7-B47F-2B15AAB5E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2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757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E32854-CE1B-088A-1300-4315E0E1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56497A-CBFD-267E-7CB5-ED1805947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have encountered strings in Python</a:t>
            </a:r>
          </a:p>
          <a:p>
            <a:r>
              <a:rPr lang="en-GB" dirty="0"/>
              <a:t>A string is composed of sequence of text characters.</a:t>
            </a:r>
          </a:p>
          <a:p>
            <a:r>
              <a:rPr lang="en-GB"/>
              <a:t>How might this be represented </a:t>
            </a:r>
            <a:r>
              <a:rPr lang="en-GB" dirty="0"/>
              <a:t>in memory?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4085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679C-F4DC-BF86-773C-FC26FE2A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as character arrays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14205-6B56-52BA-51D2-D642BCD7B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1962604"/>
          </a:xfrm>
        </p:spPr>
        <p:txBody>
          <a:bodyPr/>
          <a:lstStyle/>
          <a:p>
            <a:r>
              <a:rPr lang="en-GB" dirty="0"/>
              <a:t>Strings can be represented as an array of characters</a:t>
            </a:r>
          </a:p>
          <a:p>
            <a:pPr lvl="1"/>
            <a:r>
              <a:rPr lang="en-GB" dirty="0"/>
              <a:t>Each individual character is represented by character encoding, e.g. ASCII or UTF-8</a:t>
            </a:r>
          </a:p>
          <a:p>
            <a:r>
              <a:rPr lang="en-GB" dirty="0"/>
              <a:t>For example, “Hello World”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52810F7-8092-ECFE-9672-53F082D8C5E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163" y="2866296"/>
            <a:ext cx="8923670" cy="362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394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7BEF-B36B-23D9-7034-2385F78E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programming languages represent strings?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A8D00-EEB8-838D-5E72-4A8F91692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 strings are arrays of ASCII characters terminated with a null character (size is number of characters in string + 1).</a:t>
            </a:r>
          </a:p>
          <a:p>
            <a:r>
              <a:rPr lang="en-GB" dirty="0"/>
              <a:t>Java strings are internally stored as arrays of 16-bit Unicode characters (representing Unicode code points U+0000 to U+FFFF).</a:t>
            </a:r>
          </a:p>
          <a:p>
            <a:r>
              <a:rPr lang="en-GB" dirty="0"/>
              <a:t>Python 3.3+ strings are internally stored as arrays of Unicode characters (1, 2, or 4 bytes used per character, Unicode code points U+0000 to U+007F (ASCII) are stored in one byte).</a:t>
            </a:r>
          </a:p>
        </p:txBody>
      </p:sp>
    </p:spTree>
    <p:extLst>
      <p:ext uri="{BB962C8B-B14F-4D97-AF65-F5344CB8AC3E}">
        <p14:creationId xmlns:p14="http://schemas.microsoft.com/office/powerpoint/2010/main" val="1896346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015E-4FE7-5335-76CE-47BEE9A6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3FE2F-C00A-8C21-1461-4B1AF2C7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 record is a set of related data collected under a single name</a:t>
            </a:r>
          </a:p>
          <a:p>
            <a:r>
              <a:rPr lang="en-GB" dirty="0"/>
              <a:t>For example, an address may consist of</a:t>
            </a:r>
          </a:p>
          <a:p>
            <a:pPr lvl="1"/>
            <a:r>
              <a:rPr lang="en-GB" dirty="0"/>
              <a:t>House Name/Number</a:t>
            </a:r>
          </a:p>
          <a:p>
            <a:pPr lvl="1"/>
            <a:r>
              <a:rPr lang="en-GB" dirty="0"/>
              <a:t>Street Name</a:t>
            </a:r>
          </a:p>
          <a:p>
            <a:pPr lvl="1"/>
            <a:r>
              <a:rPr lang="en-GB" dirty="0"/>
              <a:t>Town/City</a:t>
            </a:r>
          </a:p>
          <a:p>
            <a:pPr lvl="1"/>
            <a:r>
              <a:rPr lang="en-GB" dirty="0"/>
              <a:t>County</a:t>
            </a:r>
          </a:p>
          <a:p>
            <a:pPr lvl="1"/>
            <a:r>
              <a:rPr lang="en-GB" dirty="0"/>
              <a:t>Post Code</a:t>
            </a:r>
          </a:p>
          <a:p>
            <a:pPr lvl="1"/>
            <a:r>
              <a:rPr lang="en-GB" dirty="0"/>
              <a:t>Country</a:t>
            </a:r>
          </a:p>
          <a:p>
            <a:r>
              <a:rPr lang="en-GB" dirty="0"/>
              <a:t>Each of these related data items is called a </a:t>
            </a:r>
            <a:r>
              <a:rPr lang="en-GB" dirty="0">
                <a:solidFill>
                  <a:srgbClr val="0070C0"/>
                </a:solidFill>
              </a:rPr>
              <a:t>field</a:t>
            </a:r>
            <a:r>
              <a:rPr lang="en-GB" dirty="0"/>
              <a:t> and together they form a </a:t>
            </a:r>
            <a:r>
              <a:rPr lang="en-GB" dirty="0">
                <a:solidFill>
                  <a:srgbClr val="0070C0"/>
                </a:solidFill>
              </a:rPr>
              <a:t>record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E.g. (University of Leeds, Woodhouse Lane, Leeds, West Yorkshire, LS2 9JT, UK) is an example of an address record.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230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4F89-534E-E421-5431-32519616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BDFD-F897-9A34-9492-C0AEA1DAB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Note that each field can be a different type of data</a:t>
            </a:r>
          </a:p>
          <a:p>
            <a:pPr lvl="1"/>
            <a:r>
              <a:rPr lang="en-GB" dirty="0"/>
              <a:t>Each field can be one of numeric, text data, datetime, etc.</a:t>
            </a:r>
          </a:p>
          <a:p>
            <a:r>
              <a:rPr lang="en-GB" dirty="0"/>
              <a:t>How would this be stored in memory?</a:t>
            </a:r>
          </a:p>
          <a:p>
            <a:r>
              <a:rPr lang="en-GB" dirty="0"/>
              <a:t>Most programming languages would store this data contiguously</a:t>
            </a:r>
          </a:p>
          <a:p>
            <a:pPr lvl="1"/>
            <a:r>
              <a:rPr lang="en-GB" dirty="0"/>
              <a:t>Each field allocated memory to store it</a:t>
            </a:r>
          </a:p>
          <a:p>
            <a:pPr lvl="1"/>
            <a:r>
              <a:rPr lang="en-GB" dirty="0"/>
              <a:t>Each field stored consecutively in memory</a:t>
            </a:r>
          </a:p>
          <a:p>
            <a:pPr lvl="1"/>
            <a:r>
              <a:rPr lang="en-GB" dirty="0"/>
              <a:t>Memory allocated in field order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C structs</a:t>
            </a:r>
          </a:p>
          <a:p>
            <a:pPr lvl="1"/>
            <a:r>
              <a:rPr lang="en-GB" dirty="0"/>
              <a:t>Objects in object-oriented programming (Python, Java)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0391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6AD59-05F0-32A8-FFFE-557D47597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Record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1E543-90A0-902D-042C-FB6DB23CD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type element = record{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0" indent="0" algn="l">
              <a:buNone/>
            </a:pP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   name : char[2]; //array of 2 characters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0" indent="0" algn="l">
              <a:buNone/>
            </a:pP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   </a:t>
            </a:r>
            <a:r>
              <a:rPr lang="en-GB" b="1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atomic_number</a:t>
            </a: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 : integer;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0" indent="0" algn="l">
              <a:buNone/>
            </a:pP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   </a:t>
            </a:r>
            <a:r>
              <a:rPr lang="en-GB" b="1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atomic_weight</a:t>
            </a: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 : double;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0" indent="0" algn="l">
              <a:buNone/>
            </a:pP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   metallic : Boolean</a:t>
            </a:r>
            <a:r>
              <a:rPr lang="en-GB" b="1" dirty="0">
                <a:solidFill>
                  <a:srgbClr val="1F1F1F"/>
                </a:solidFill>
                <a:latin typeface="Courier New" panose="02070309020205020404" pitchFamily="49" charset="0"/>
              </a:rPr>
              <a:t> //whether metallic or not 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0" indent="0" algn="l">
              <a:buNone/>
            </a:pPr>
            <a:r>
              <a:rPr lang="en-GB" b="1" dirty="0">
                <a:solidFill>
                  <a:srgbClr val="1F1F1F"/>
                </a:solidFill>
                <a:latin typeface="Courier New" panose="02070309020205020404" pitchFamily="49" charset="0"/>
              </a:rPr>
              <a:t>}</a:t>
            </a: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US" altLang="zh-CN" dirty="0"/>
              <a:t>Total Memory size  = </a:t>
            </a:r>
          </a:p>
          <a:p>
            <a:pPr marL="0" indent="0"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sizeof</a:t>
            </a:r>
            <a:r>
              <a:rPr lang="en-US" altLang="zh-CN" dirty="0"/>
              <a:t>(char) *2 + </a:t>
            </a:r>
            <a:r>
              <a:rPr lang="en-US" altLang="zh-CN" dirty="0" err="1"/>
              <a:t>sizeof</a:t>
            </a:r>
            <a:r>
              <a:rPr lang="en-US" altLang="zh-CN" dirty="0"/>
              <a:t>(integer) + </a:t>
            </a:r>
            <a:r>
              <a:rPr lang="en-US" altLang="zh-CN" dirty="0" err="1"/>
              <a:t>sizeof</a:t>
            </a:r>
            <a:r>
              <a:rPr lang="en-US" altLang="zh-CN" dirty="0"/>
              <a:t>(double) + </a:t>
            </a:r>
            <a:r>
              <a:rPr lang="en-US" altLang="zh-CN" dirty="0" err="1"/>
              <a:t>sizeof</a:t>
            </a:r>
            <a:r>
              <a:rPr lang="en-US" altLang="zh-CN" dirty="0"/>
              <a:t>(Boolean)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145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D1D76-5CCE-6E33-4817-8B4809E3A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Aligned 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26856-70B1-EB89-3EE7-9D6EF2DE9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Ideally, we would like the storage in memory to be:</a:t>
            </a:r>
          </a:p>
          <a:p>
            <a:pPr lvl="1"/>
            <a:r>
              <a:rPr lang="en-GB" dirty="0"/>
              <a:t>Sum of the sizes of each of the fields</a:t>
            </a:r>
          </a:p>
          <a:p>
            <a:pPr lvl="1"/>
            <a:r>
              <a:rPr lang="en-GB" dirty="0"/>
              <a:t>E.g., Element record is 15 bytes (assuming Boolean is 1-byte)</a:t>
            </a:r>
          </a:p>
          <a:p>
            <a:r>
              <a:rPr lang="en-GB" dirty="0"/>
              <a:t>However, many programming languages </a:t>
            </a:r>
            <a:r>
              <a:rPr lang="en-GB" b="1" i="1" dirty="0">
                <a:solidFill>
                  <a:srgbClr val="0000FF"/>
                </a:solidFill>
              </a:rPr>
              <a:t>word align</a:t>
            </a:r>
            <a:r>
              <a:rPr lang="en-GB" dirty="0"/>
              <a:t> the fields</a:t>
            </a:r>
          </a:p>
          <a:p>
            <a:pPr lvl="1"/>
            <a:r>
              <a:rPr lang="en-GB" dirty="0"/>
              <a:t>Makes it easier for system to locate start and end of field</a:t>
            </a:r>
          </a:p>
          <a:p>
            <a:pPr lvl="1"/>
            <a:r>
              <a:rPr lang="en-GB" dirty="0"/>
              <a:t>Pads field to word length (or some neat division)</a:t>
            </a:r>
          </a:p>
          <a:p>
            <a:pPr lvl="1"/>
            <a:r>
              <a:rPr lang="en-GB" dirty="0"/>
              <a:t>E.g., char[3] – 3-character array would be padded with one extra byte to make 4 bytes on a 32-bit word machine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700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6AD59-05F0-32A8-FFFE-557D47597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Word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1E543-90A0-902D-042C-FB6DB23CD0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type element = record{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0" indent="0" algn="l">
              <a:buNone/>
            </a:pP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   name : char[2];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0" indent="0" algn="l">
              <a:buNone/>
            </a:pP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   </a:t>
            </a:r>
            <a:r>
              <a:rPr lang="en-GB" b="1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atomic_number</a:t>
            </a: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 : integer;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0" indent="0" algn="l">
              <a:buNone/>
            </a:pP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   </a:t>
            </a:r>
            <a:r>
              <a:rPr lang="en-GB" b="1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atomic_weight</a:t>
            </a: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 : double;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0" indent="0" algn="l">
              <a:buNone/>
            </a:pP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   metallic : Boolean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0" indent="0" algn="l">
              <a:buNone/>
            </a:pPr>
            <a:r>
              <a:rPr lang="en-GB" b="1" dirty="0">
                <a:solidFill>
                  <a:srgbClr val="1F1F1F"/>
                </a:solidFill>
                <a:latin typeface="Courier New" panose="02070309020205020404" pitchFamily="49" charset="0"/>
              </a:rPr>
              <a:t>}</a:t>
            </a:r>
            <a:r>
              <a:rPr lang="en-GB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;</a:t>
            </a:r>
            <a:endParaRPr lang="en-GB" b="1" i="0" dirty="0">
              <a:solidFill>
                <a:srgbClr val="1F1F1F"/>
              </a:solidFill>
              <a:effectLst/>
              <a:latin typeface="ElsevierGulliver"/>
            </a:endParaRPr>
          </a:p>
          <a:p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9815D3-6AEA-2C38-A717-EF4A298AF9D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626" y="2395823"/>
            <a:ext cx="5201515" cy="245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117570-7018-89BD-01CA-5D9DD68CA0D3}"/>
              </a:ext>
            </a:extLst>
          </p:cNvPr>
          <p:cNvSpPr txBox="1"/>
          <p:nvPr/>
        </p:nvSpPr>
        <p:spPr>
          <a:xfrm>
            <a:off x="6806277" y="5084796"/>
            <a:ext cx="41970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0" i="0" dirty="0">
                <a:solidFill>
                  <a:srgbClr val="707070"/>
                </a:solidFill>
                <a:effectLst/>
                <a:latin typeface="ElsevierGulliver"/>
              </a:rPr>
              <a:t>Likely layout in memory for objects of type </a:t>
            </a:r>
            <a:r>
              <a:rPr lang="en-GB" sz="1100" b="0" i="0" dirty="0">
                <a:solidFill>
                  <a:srgbClr val="707070"/>
                </a:solidFill>
                <a:effectLst/>
                <a:latin typeface="Courier New" panose="02070309020205020404" pitchFamily="49" charset="0"/>
              </a:rPr>
              <a:t>element</a:t>
            </a:r>
            <a:r>
              <a:rPr lang="en-GB" sz="1100" b="0" i="0" dirty="0">
                <a:solidFill>
                  <a:srgbClr val="707070"/>
                </a:solidFill>
                <a:effectLst/>
                <a:latin typeface="ElsevierGulliver"/>
              </a:rPr>
              <a:t> on a 32-bit machine. Areas in grey are padding to align data items to word size. (Source: Scott, M., </a:t>
            </a:r>
            <a:r>
              <a:rPr lang="en-GB" sz="1100" b="0" i="0" u="none" strike="noStrike" dirty="0">
                <a:solidFill>
                  <a:srgbClr val="1F1F1F"/>
                </a:solidFill>
                <a:effectLst/>
                <a:latin typeface="ElsevierSans"/>
                <a:hlinkClick r:id="rId3" tooltip="Go to Programming Language Pragmatics on ScienceDirect"/>
              </a:rPr>
              <a:t>Programming Language Pragmatics (Third Edition)</a:t>
            </a:r>
            <a:endParaRPr lang="en-GB" sz="1100" b="0" i="0" dirty="0">
              <a:solidFill>
                <a:srgbClr val="1F1F1F"/>
              </a:solidFill>
              <a:effectLst/>
              <a:latin typeface="ElsevierSans"/>
            </a:endParaRPr>
          </a:p>
          <a:p>
            <a:pPr algn="ctr"/>
            <a:r>
              <a:rPr lang="en-GB" sz="1100" b="0" i="0" dirty="0">
                <a:solidFill>
                  <a:srgbClr val="1F1F1F"/>
                </a:solidFill>
                <a:effectLst/>
                <a:latin typeface="ElsevierSans"/>
              </a:rPr>
              <a:t>2009, Pages 289-381)</a:t>
            </a:r>
          </a:p>
          <a:p>
            <a:pPr algn="l"/>
            <a:endParaRPr lang="en-GB" sz="1100" b="0" i="0" dirty="0">
              <a:solidFill>
                <a:srgbClr val="707070"/>
              </a:solidFill>
              <a:effectLst/>
              <a:latin typeface="ElsevierGulliver"/>
            </a:endParaRPr>
          </a:p>
        </p:txBody>
      </p:sp>
    </p:spTree>
    <p:extLst>
      <p:ext uri="{BB962C8B-B14F-4D97-AF65-F5344CB8AC3E}">
        <p14:creationId xmlns:p14="http://schemas.microsoft.com/office/powerpoint/2010/main" val="3637701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DFD8C-6CF1-CA40-C355-FF63194E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alignment in programming languages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A734CD-E3D9-74FC-D94C-BEC54D45C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 the C/C++ languages (for a 64-bit machine):</a:t>
            </a:r>
          </a:p>
          <a:p>
            <a:r>
              <a:rPr lang="en-GB" dirty="0"/>
              <a:t>A </a:t>
            </a:r>
            <a:r>
              <a:rPr lang="en-GB" b="1" dirty="0"/>
              <a:t>char</a:t>
            </a:r>
            <a:r>
              <a:rPr lang="en-GB" dirty="0"/>
              <a:t> (one byte) will be 1-byte aligned.</a:t>
            </a:r>
          </a:p>
          <a:p>
            <a:r>
              <a:rPr lang="en-GB" dirty="0"/>
              <a:t>A </a:t>
            </a:r>
            <a:r>
              <a:rPr lang="en-GB" b="1" dirty="0"/>
              <a:t>short</a:t>
            </a:r>
            <a:r>
              <a:rPr lang="en-GB" dirty="0"/>
              <a:t> (two bytes) will be 2-byte aligned.</a:t>
            </a:r>
          </a:p>
          <a:p>
            <a:r>
              <a:rPr lang="en-GB" dirty="0"/>
              <a:t>An </a:t>
            </a:r>
            <a:r>
              <a:rPr lang="en-GB" b="1" dirty="0"/>
              <a:t>int</a:t>
            </a:r>
            <a:r>
              <a:rPr lang="en-GB" dirty="0"/>
              <a:t> (four bytes) will be 4-byte aligned.</a:t>
            </a:r>
          </a:p>
          <a:p>
            <a:r>
              <a:rPr lang="en-GB" dirty="0"/>
              <a:t>A </a:t>
            </a:r>
            <a:r>
              <a:rPr lang="en-GB" b="1" dirty="0"/>
              <a:t>long</a:t>
            </a:r>
            <a:r>
              <a:rPr lang="en-GB" dirty="0"/>
              <a:t> (8 bytes) will be 8-byte aligned.</a:t>
            </a:r>
          </a:p>
          <a:p>
            <a:r>
              <a:rPr lang="en-GB" dirty="0"/>
              <a:t>A </a:t>
            </a:r>
            <a:r>
              <a:rPr lang="en-GB" b="1" dirty="0"/>
              <a:t>float</a:t>
            </a:r>
            <a:r>
              <a:rPr lang="en-GB" dirty="0"/>
              <a:t> (four bytes) will be 4-byte aligned.</a:t>
            </a:r>
          </a:p>
          <a:p>
            <a:r>
              <a:rPr lang="en-GB" dirty="0"/>
              <a:t>A </a:t>
            </a:r>
            <a:r>
              <a:rPr lang="en-GB" b="1" dirty="0"/>
              <a:t>double</a:t>
            </a:r>
            <a:r>
              <a:rPr lang="en-GB" dirty="0"/>
              <a:t> (eight bytes) will be 8-byte aligned.</a:t>
            </a:r>
          </a:p>
        </p:txBody>
      </p:sp>
    </p:spTree>
    <p:extLst>
      <p:ext uri="{BB962C8B-B14F-4D97-AF65-F5344CB8AC3E}">
        <p14:creationId xmlns:p14="http://schemas.microsoft.com/office/powerpoint/2010/main" val="1556862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34FE1-2717-DE40-6E38-8A42015E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8E7488-6129-AEA3-C81C-07D9BED4E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Calculate the memory size in bytes for the following data items: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An array of 20 integers in C (</a:t>
            </a:r>
            <a:r>
              <a:rPr lang="en-GB" dirty="0">
                <a:latin typeface="Consolas" panose="020B0609020204030204" pitchFamily="49" charset="0"/>
              </a:rPr>
              <a:t>int</a:t>
            </a:r>
            <a:r>
              <a:rPr lang="en-GB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The string “Hello, World!” in the C language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The internal representation of the string “Hello, World!” in the Java language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A record with the following field types in order (char, short, float)</a:t>
            </a:r>
          </a:p>
          <a:p>
            <a:pPr lvl="2"/>
            <a:r>
              <a:rPr lang="en-GB" dirty="0"/>
              <a:t>Give 64-bit word aligned length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8158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F4884-BB1F-516E-241B-245E473C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Representations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B23838-2694-ACA1-7FF6-844D6F8EA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5927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054E12-52A6-9E77-09F5-5676DC82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Raster Images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D01708-9C72-4437-7815-8316AA987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96966"/>
            <a:ext cx="5530516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Most digital image formats are </a:t>
            </a:r>
            <a:r>
              <a:rPr lang="en-GB" b="1" dirty="0"/>
              <a:t>raster </a:t>
            </a:r>
            <a:r>
              <a:rPr lang="en-GB" dirty="0"/>
              <a:t>images (aka </a:t>
            </a:r>
            <a:r>
              <a:rPr lang="en-GB" b="1" dirty="0"/>
              <a:t>bitmaps </a:t>
            </a:r>
            <a:r>
              <a:rPr lang="en-GB" dirty="0"/>
              <a:t>or </a:t>
            </a:r>
            <a:r>
              <a:rPr lang="en-GB" b="1" dirty="0"/>
              <a:t>pixel maps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Image is represented as rectangular grid</a:t>
            </a:r>
          </a:p>
          <a:p>
            <a:pPr lvl="1"/>
            <a:r>
              <a:rPr lang="en-GB" dirty="0"/>
              <a:t>Each grid square is a </a:t>
            </a:r>
            <a:r>
              <a:rPr lang="en-GB" b="1" dirty="0"/>
              <a:t>pixel</a:t>
            </a:r>
          </a:p>
          <a:p>
            <a:pPr lvl="1"/>
            <a:r>
              <a:rPr lang="en-GB" dirty="0"/>
              <a:t>Pixel has a colour</a:t>
            </a:r>
          </a:p>
          <a:p>
            <a:pPr lvl="2"/>
            <a:r>
              <a:rPr lang="en-GB" dirty="0"/>
              <a:t>Colour encoded as bit sequence</a:t>
            </a:r>
          </a:p>
          <a:p>
            <a:pPr lvl="1"/>
            <a:r>
              <a:rPr lang="en-GB" dirty="0"/>
              <a:t>Whole image represented as sequence of pixels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Grid format can be treated as matrix</a:t>
            </a:r>
          </a:p>
          <a:p>
            <a:pPr lvl="1"/>
            <a:r>
              <a:rPr lang="en-GB" dirty="0"/>
              <a:t>Use matrix transformations to flip, scale, etc.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4BCF5A4-DE03-DE8E-8604-9886AFE7758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699" y="1996966"/>
            <a:ext cx="4131184" cy="450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662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10E614-7C0B-7216-F44F-AC9E41D9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Raster image format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5C2C3C2-2DCA-8B4E-8228-F73B19D4202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40632" y="2012418"/>
                <a:ext cx="5779168" cy="4351338"/>
              </a:xfrm>
            </p:spPr>
            <p:txBody>
              <a:bodyPr/>
              <a:lstStyle/>
              <a:p>
                <a:r>
                  <a:rPr lang="en-GB" dirty="0"/>
                  <a:t>Each pixel is a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-bit string which encodes its colour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color depth</a:t>
                </a:r>
                <a:r>
                  <a:rPr lang="zh-CN" altLang="en-US" dirty="0"/>
                  <a:t>）</a:t>
                </a:r>
                <a:endParaRPr lang="en-GB" dirty="0"/>
              </a:p>
              <a:p>
                <a:pPr lvl="1"/>
                <a:r>
                  <a:rPr lang="en-GB" dirty="0"/>
                  <a:t>Most images use 24-bits for pixels</a:t>
                </a:r>
              </a:p>
              <a:p>
                <a:pPr marL="457200" lvl="1" indent="0">
                  <a:buNone/>
                </a:pPr>
                <a:endParaRPr lang="en-GB" dirty="0"/>
              </a:p>
              <a:p>
                <a:r>
                  <a:rPr lang="en-GB" dirty="0"/>
                  <a:t>The 2d grid of pixels is converted to a 1-dimensional array (</a:t>
                </a:r>
                <a:r>
                  <a:rPr lang="en-GB" i="1" dirty="0"/>
                  <a:t>serialised</a:t>
                </a:r>
                <a:r>
                  <a:rPr lang="en-GB" dirty="0"/>
                  <a:t>)</a:t>
                </a:r>
                <a:endParaRPr lang="en-GB" i="1" dirty="0"/>
              </a:p>
              <a:p>
                <a:pPr lvl="1"/>
                <a:r>
                  <a:rPr lang="en-GB" dirty="0"/>
                  <a:t>Usually </a:t>
                </a:r>
                <a:r>
                  <a:rPr lang="en-GB" i="1" dirty="0"/>
                  <a:t>row-major</a:t>
                </a:r>
                <a:r>
                  <a:rPr lang="en-GB" dirty="0"/>
                  <a:t> form</a:t>
                </a:r>
              </a:p>
              <a:p>
                <a:pPr lvl="2"/>
                <a:r>
                  <a:rPr lang="en-GB" dirty="0"/>
                  <a:t>Starts with 1</a:t>
                </a:r>
                <a:r>
                  <a:rPr lang="en-GB" baseline="30000" dirty="0"/>
                  <a:t>st</a:t>
                </a:r>
                <a:r>
                  <a:rPr lang="en-GB" dirty="0"/>
                  <a:t> row, then 2</a:t>
                </a:r>
                <a:r>
                  <a:rPr lang="en-GB" baseline="30000" dirty="0"/>
                  <a:t>nd</a:t>
                </a:r>
                <a:r>
                  <a:rPr lang="en-GB" dirty="0"/>
                  <a:t> row, etc. until final row.</a:t>
                </a:r>
              </a:p>
              <a:p>
                <a:endParaRPr lang="en-GB" dirty="0"/>
              </a:p>
              <a:p>
                <a:pPr lvl="1"/>
                <a:endParaRPr lang="en-GB" dirty="0"/>
              </a:p>
              <a:p>
                <a:endParaRPr lang="en-GB" dirty="0"/>
              </a:p>
              <a:p>
                <a:pPr lvl="1"/>
                <a:endParaRPr lang="en-GB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5C2C3C2-2DCA-8B4E-8228-F73B19D42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40632" y="2012418"/>
                <a:ext cx="5779168" cy="4351338"/>
              </a:xfrm>
              <a:blipFill>
                <a:blip r:embed="rId2"/>
                <a:stretch>
                  <a:fillRect l="-1897" t="-2241" r="-3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E4F901E-3CDB-650B-765D-D33B4CD651F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2225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3764367009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84634386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03894685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99335656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76992065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957473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365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28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90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751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7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3753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B7F51A-065F-AD38-6A70-73F3B9FC59D9}"/>
                  </a:ext>
                </a:extLst>
              </p:cNvPr>
              <p:cNvSpPr txBox="1"/>
              <p:nvPr/>
            </p:nvSpPr>
            <p:spPr>
              <a:xfrm>
                <a:off x="7584527" y="4188087"/>
                <a:ext cx="23569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6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6 grid of 1-bit pixels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B7F51A-065F-AD38-6A70-73F3B9FC5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527" y="4188087"/>
                <a:ext cx="2356945" cy="369332"/>
              </a:xfrm>
              <a:prstGeom prst="rect">
                <a:avLst/>
              </a:prstGeom>
              <a:blipFill>
                <a:blip r:embed="rId3"/>
                <a:stretch>
                  <a:fillRect l="-2067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Down 9">
            <a:extLst>
              <a:ext uri="{FF2B5EF4-FFF2-40B4-BE49-F238E27FC236}">
                <a16:creationId xmlns:a16="http://schemas.microsoft.com/office/drawing/2014/main" id="{C0AAFE2F-85C9-3951-24AA-ED5CDE5FA2E7}"/>
              </a:ext>
            </a:extLst>
          </p:cNvPr>
          <p:cNvSpPr/>
          <p:nvPr/>
        </p:nvSpPr>
        <p:spPr>
          <a:xfrm>
            <a:off x="8520683" y="4694841"/>
            <a:ext cx="484632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597E8-4AF0-CFED-FFF6-B63D3D803A9C}"/>
              </a:ext>
            </a:extLst>
          </p:cNvPr>
          <p:cNvSpPr txBox="1"/>
          <p:nvPr/>
        </p:nvSpPr>
        <p:spPr>
          <a:xfrm>
            <a:off x="6172201" y="5370786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0 1 1 0 1 1 1 0 1 1 0 1 0 1 1 0 0 0 1 1 0 1 1 1 0 0 0 1 1 0 1 0 1 1 1 0</a:t>
            </a:r>
          </a:p>
        </p:txBody>
      </p:sp>
    </p:spTree>
    <p:extLst>
      <p:ext uri="{BB962C8B-B14F-4D97-AF65-F5344CB8AC3E}">
        <p14:creationId xmlns:p14="http://schemas.microsoft.com/office/powerpoint/2010/main" val="2400561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3B91-0A02-1DF1-FBBB-BD2C90D3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Portable </a:t>
            </a:r>
            <a:r>
              <a:rPr lang="en-GB" dirty="0" err="1"/>
              <a:t>Greymap</a:t>
            </a:r>
            <a:r>
              <a:rPr lang="en-GB" dirty="0"/>
              <a:t> (PGM)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31702-CBEC-D9EA-849D-908678A9A4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PGM is a simple image file format which is </a:t>
            </a:r>
            <a:r>
              <a:rPr lang="en-GB" dirty="0">
                <a:solidFill>
                  <a:srgbClr val="FF0000"/>
                </a:solidFill>
              </a:rPr>
              <a:t>text based</a:t>
            </a:r>
          </a:p>
          <a:p>
            <a:r>
              <a:rPr lang="en-GB" dirty="0"/>
              <a:t>Supports </a:t>
            </a:r>
            <a:r>
              <a:rPr lang="en-GB" dirty="0">
                <a:solidFill>
                  <a:srgbClr val="FF0000"/>
                </a:solidFill>
              </a:rPr>
              <a:t>greyscale images only</a:t>
            </a:r>
          </a:p>
          <a:p>
            <a:r>
              <a:rPr lang="en-GB" dirty="0"/>
              <a:t>Each pixel encoded as a value from 0 (white) to MAX (black)</a:t>
            </a:r>
          </a:p>
          <a:p>
            <a:r>
              <a:rPr lang="en-GB" dirty="0"/>
              <a:t>MAX ≤  65536</a:t>
            </a:r>
          </a:p>
          <a:p>
            <a:r>
              <a:rPr lang="en-GB" dirty="0"/>
              <a:t>Values between 0 and MAX are shades of grey</a:t>
            </a:r>
          </a:p>
          <a:p>
            <a:r>
              <a:rPr lang="en-GB" dirty="0"/>
              <a:t>1-bit colour (black or white) is called Portable Bitmap (</a:t>
            </a:r>
            <a:r>
              <a:rPr lang="en-GB" dirty="0" err="1"/>
              <a:t>pbm</a:t>
            </a:r>
            <a:r>
              <a:rPr lang="en-GB" dirty="0"/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4B2CE9-AFC6-7E6D-8FE2-AF5A445A402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058194"/>
            <a:ext cx="51816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6824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E006-04B8-79A6-881A-08DBA4C0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NetPBM</a:t>
            </a:r>
            <a:r>
              <a:rPr lang="en-GB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64BA4-D315-985C-3101-F225D888A5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291CC-2C6D-BC82-6320-3AB05EA71E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PBM file:</a:t>
            </a:r>
          </a:p>
          <a:p>
            <a:endParaRPr lang="en-GB" dirty="0"/>
          </a:p>
        </p:txBody>
      </p:sp>
      <p:graphicFrame>
        <p:nvGraphicFramePr>
          <p:cNvPr id="5" name="Content Placeholder 7">
            <a:extLst>
              <a:ext uri="{FF2B5EF4-FFF2-40B4-BE49-F238E27FC236}">
                <a16:creationId xmlns:a16="http://schemas.microsoft.com/office/drawing/2014/main" id="{443DF76C-DA7F-4299-6708-364534753B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0763019"/>
              </p:ext>
            </p:extLst>
          </p:nvPr>
        </p:nvGraphicFramePr>
        <p:xfrm>
          <a:off x="838200" y="1825625"/>
          <a:ext cx="3377184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2148">
                  <a:extLst>
                    <a:ext uri="{9D8B030D-6E8A-4147-A177-3AD203B41FA5}">
                      <a16:colId xmlns:a16="http://schemas.microsoft.com/office/drawing/2014/main" val="3764367009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2846343860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4038946852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3993356565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3769920652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957473050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1067089263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856354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365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8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090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751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7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375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771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3136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571415-936B-F0AB-70A6-117AF50A2911}"/>
                  </a:ext>
                </a:extLst>
              </p:cNvPr>
              <p:cNvSpPr txBox="1"/>
              <p:nvPr/>
            </p:nvSpPr>
            <p:spPr>
              <a:xfrm>
                <a:off x="1306184" y="4930656"/>
                <a:ext cx="2441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8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GB" dirty="0"/>
                  <a:t> grid of 1-bit pixels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571415-936B-F0AB-70A6-117AF50A2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184" y="4930656"/>
                <a:ext cx="2441216" cy="369332"/>
              </a:xfrm>
              <a:prstGeom prst="rect">
                <a:avLst/>
              </a:prstGeom>
              <a:blipFill>
                <a:blip r:embed="rId2"/>
                <a:stretch>
                  <a:fillRect l="-1995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">
            <a:extLst>
              <a:ext uri="{FF2B5EF4-FFF2-40B4-BE49-F238E27FC236}">
                <a16:creationId xmlns:a16="http://schemas.microsoft.com/office/drawing/2014/main" id="{FC5F4C1E-CD63-E2C3-07F3-2045D4A21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168" y="2254773"/>
            <a:ext cx="424891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P1 # magic number (PBM in ASCII format)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Courier New" panose="02070309020205020404" pitchFamily="49" charset="0"/>
              </a:rPr>
              <a:t>8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8 #(dimensions)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Courier New" panose="02070309020205020404" pitchFamily="49" charset="0"/>
              </a:rPr>
              <a:t>#pixel map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0 0 1 </a:t>
            </a:r>
            <a:r>
              <a:rPr lang="en-US" altLang="en-US" sz="2000" dirty="0">
                <a:latin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1 1 0 0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0 </a:t>
            </a:r>
            <a:r>
              <a:rPr lang="en-US" altLang="en-US" sz="2000" dirty="0">
                <a:latin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</a:rPr>
              <a:t>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0 0 0 1 0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1 0 1 0 0 1 </a:t>
            </a:r>
            <a:r>
              <a:rPr lang="en-US" altLang="en-US" sz="2000" dirty="0">
                <a:latin typeface="Courier New" panose="02070309020205020404" pitchFamily="49" charset="0"/>
              </a:rPr>
              <a:t>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0 0 0 0 0 0 1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0 1 0 0 </a:t>
            </a:r>
            <a:r>
              <a:rPr lang="en-US" altLang="en-US" sz="2000" dirty="0">
                <a:latin typeface="Courier New" panose="020703090202050204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0 1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1 0 0 1 1 0 0 1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0 1 0 0 0 0 1 0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0 0 1 </a:t>
            </a:r>
            <a:r>
              <a:rPr lang="en-US" altLang="en-US" sz="2000" dirty="0">
                <a:latin typeface="Courier New" panose="02070309020205020404" pitchFamily="49" charset="0"/>
              </a:rPr>
              <a:t>1 1 1 0 0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5160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4DAF-F045-2A3C-2FAA-47DCA670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Formats and Compression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4D4FBCD-1E37-8392-AAE3-E721EB49FDF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GB" dirty="0"/>
                  <a:t>Rasters can take up large amounts of space</a:t>
                </a:r>
              </a:p>
              <a:p>
                <a:r>
                  <a:rPr lang="en-GB" dirty="0"/>
                  <a:t>HDTV format: 1920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1080 pixels</a:t>
                </a:r>
              </a:p>
              <a:p>
                <a:pPr lvl="1"/>
                <a:r>
                  <a:rPr lang="en-GB" dirty="0"/>
                  <a:t>24 bits per pixel</a:t>
                </a:r>
              </a:p>
              <a:p>
                <a:pPr lvl="1"/>
                <a:r>
                  <a:rPr lang="en-GB" dirty="0"/>
                  <a:t>Total size: 49,766,400 bits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GB" dirty="0"/>
                  <a:t> 6.2MB</a:t>
                </a:r>
              </a:p>
              <a:p>
                <a:r>
                  <a:rPr lang="en-GB" dirty="0"/>
                  <a:t>In order to save space, we can use compression</a:t>
                </a:r>
              </a:p>
              <a:p>
                <a:pPr lvl="1"/>
                <a:r>
                  <a:rPr lang="en-GB" dirty="0"/>
                  <a:t>Algorithm operates on the bits</a:t>
                </a:r>
              </a:p>
              <a:p>
                <a:pPr lvl="1"/>
                <a:r>
                  <a:rPr lang="en-GB" dirty="0"/>
                  <a:t>Encodes bit patterns in data</a:t>
                </a:r>
              </a:p>
              <a:p>
                <a:pPr lvl="1"/>
                <a:r>
                  <a:rPr lang="en-GB" dirty="0"/>
                  <a:t>Encoding requires less bits than raw data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4D4FBCD-1E37-8392-AAE3-E721EB49FD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82" t="-2101" b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FFD1D-D49B-5080-FE51-E7024DE92E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Two types of compression:</a:t>
            </a:r>
          </a:p>
          <a:p>
            <a:pPr lvl="1"/>
            <a:r>
              <a:rPr lang="en-GB" dirty="0"/>
              <a:t>Lossless</a:t>
            </a:r>
            <a:r>
              <a:rPr lang="zh-CN" altLang="en-US" dirty="0"/>
              <a:t>（无损压缩）</a:t>
            </a:r>
            <a:endParaRPr lang="en-GB" dirty="0"/>
          </a:p>
          <a:p>
            <a:pPr lvl="2"/>
            <a:r>
              <a:rPr lang="en-GB" dirty="0"/>
              <a:t>Decompresses exactly</a:t>
            </a:r>
          </a:p>
          <a:p>
            <a:pPr lvl="2"/>
            <a:r>
              <a:rPr lang="en-GB" dirty="0"/>
              <a:t>E.g., TIFF (Tag Image File Format)</a:t>
            </a:r>
          </a:p>
          <a:p>
            <a:pPr lvl="2"/>
            <a:r>
              <a:rPr lang="en-GB" dirty="0"/>
              <a:t>GIF (Graphics Interchange Format)</a:t>
            </a:r>
          </a:p>
          <a:p>
            <a:pPr lvl="2"/>
            <a:r>
              <a:rPr lang="en-GB" dirty="0"/>
              <a:t>PNG (Portable Network Graphics)</a:t>
            </a:r>
          </a:p>
          <a:p>
            <a:pPr marL="914400" lvl="2" indent="0">
              <a:buNone/>
            </a:pPr>
            <a:endParaRPr lang="en-GB" dirty="0"/>
          </a:p>
          <a:p>
            <a:pPr lvl="1"/>
            <a:r>
              <a:rPr lang="en-GB" dirty="0"/>
              <a:t>Lossy</a:t>
            </a:r>
            <a:r>
              <a:rPr lang="zh-CN" altLang="en-US" dirty="0"/>
              <a:t>（有损压缩）</a:t>
            </a:r>
            <a:endParaRPr lang="en-GB" dirty="0"/>
          </a:p>
          <a:p>
            <a:pPr lvl="2"/>
            <a:r>
              <a:rPr lang="en-GB" dirty="0"/>
              <a:t>Some data sacrificed to make smaller</a:t>
            </a:r>
          </a:p>
          <a:p>
            <a:pPr lvl="2"/>
            <a:r>
              <a:rPr lang="en-GB" dirty="0"/>
              <a:t>E.g. JPEG (Joint Photographic Experts Group)</a:t>
            </a:r>
          </a:p>
        </p:txBody>
      </p:sp>
    </p:spTree>
    <p:extLst>
      <p:ext uri="{BB962C8B-B14F-4D97-AF65-F5344CB8AC3E}">
        <p14:creationId xmlns:p14="http://schemas.microsoft.com/office/powerpoint/2010/main" val="35739885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408365-277D-77A0-A423-C52600FF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Pixel Colour Depth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63C8B-CE3B-6231-D016-DF7FF54B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pixel is a coloured square</a:t>
            </a:r>
          </a:p>
          <a:p>
            <a:r>
              <a:rPr lang="en-GB" dirty="0"/>
              <a:t>Encode each colour as a set of bits</a:t>
            </a:r>
          </a:p>
          <a:p>
            <a:r>
              <a:rPr lang="en-GB" dirty="0"/>
              <a:t>How many bits used gives greater range of different colours: </a:t>
            </a:r>
            <a:r>
              <a:rPr lang="en-GB" b="1" dirty="0"/>
              <a:t>colour depth</a:t>
            </a:r>
          </a:p>
        </p:txBody>
      </p:sp>
    </p:spTree>
    <p:extLst>
      <p:ext uri="{BB962C8B-B14F-4D97-AF65-F5344CB8AC3E}">
        <p14:creationId xmlns:p14="http://schemas.microsoft.com/office/powerpoint/2010/main" val="4473584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5770-12BE-A505-7F48-0DBEF1C4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Depth</a:t>
            </a:r>
          </a:p>
        </p:txBody>
      </p:sp>
      <p:pic>
        <p:nvPicPr>
          <p:cNvPr id="6146" name="Picture 2" descr="16,777,216 colors 98 KB">
            <a:extLst>
              <a:ext uri="{FF2B5EF4-FFF2-40B4-BE49-F238E27FC236}">
                <a16:creationId xmlns:a16="http://schemas.microsoft.com/office/drawing/2014/main" id="{60B8E984-BB1C-1A91-429D-38383AAC4E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61" y="1836655"/>
            <a:ext cx="28575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256 colors 37 KB (−62%)">
            <a:extLst>
              <a:ext uri="{FF2B5EF4-FFF2-40B4-BE49-F238E27FC236}">
                <a16:creationId xmlns:a16="http://schemas.microsoft.com/office/drawing/2014/main" id="{3CC8BE75-36F0-3202-BA61-22E070B1F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864" y="1836655"/>
            <a:ext cx="28575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16 colors 13 KB (−87%)">
            <a:extLst>
              <a:ext uri="{FF2B5EF4-FFF2-40B4-BE49-F238E27FC236}">
                <a16:creationId xmlns:a16="http://schemas.microsoft.com/office/drawing/2014/main" id="{95C6CF19-9BAE-AE11-1740-9DFFD988F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00" y="1836654"/>
            <a:ext cx="28575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4 colors 6 KB (−94%)">
            <a:extLst>
              <a:ext uri="{FF2B5EF4-FFF2-40B4-BE49-F238E27FC236}">
                <a16:creationId xmlns:a16="http://schemas.microsoft.com/office/drawing/2014/main" id="{12865BD2-A45F-6805-DB81-2F55DAFC0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554" y="4394606"/>
            <a:ext cx="28575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2 colors 4 KB (−96%)">
            <a:extLst>
              <a:ext uri="{FF2B5EF4-FFF2-40B4-BE49-F238E27FC236}">
                <a16:creationId xmlns:a16="http://schemas.microsoft.com/office/drawing/2014/main" id="{42073016-F4D4-B1CE-4BF5-71690EDA9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521" y="4374867"/>
            <a:ext cx="28575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A1FD5F-31D1-5F88-ADF4-4F949E699981}"/>
              </a:ext>
            </a:extLst>
          </p:cNvPr>
          <p:cNvSpPr txBox="1"/>
          <p:nvPr/>
        </p:nvSpPr>
        <p:spPr>
          <a:xfrm>
            <a:off x="1061874" y="3979779"/>
            <a:ext cx="2774073" cy="376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24-bit, 16.7 million colours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17C22-0646-A84B-7649-311EE5C3D314}"/>
              </a:ext>
            </a:extLst>
          </p:cNvPr>
          <p:cNvSpPr txBox="1"/>
          <p:nvPr/>
        </p:nvSpPr>
        <p:spPr>
          <a:xfrm>
            <a:off x="4824577" y="3998774"/>
            <a:ext cx="2774073" cy="376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8-bit, 256 colours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194F2-2D83-6A96-93FF-31551AAA214C}"/>
              </a:ext>
            </a:extLst>
          </p:cNvPr>
          <p:cNvSpPr txBox="1"/>
          <p:nvPr/>
        </p:nvSpPr>
        <p:spPr>
          <a:xfrm>
            <a:off x="8635892" y="3988904"/>
            <a:ext cx="2774073" cy="376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4-bit, 16 colours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A0664-295D-EB1D-3E85-7FE5E1A5D521}"/>
              </a:ext>
            </a:extLst>
          </p:cNvPr>
          <p:cNvSpPr txBox="1"/>
          <p:nvPr/>
        </p:nvSpPr>
        <p:spPr>
          <a:xfrm>
            <a:off x="3026981" y="6517992"/>
            <a:ext cx="2774073" cy="376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2-bit, 4 colours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D92AF-D19E-BC2C-A936-50A0CD92B586}"/>
              </a:ext>
            </a:extLst>
          </p:cNvPr>
          <p:cNvSpPr txBox="1"/>
          <p:nvPr/>
        </p:nvSpPr>
        <p:spPr>
          <a:xfrm>
            <a:off x="6730234" y="6492875"/>
            <a:ext cx="2774073" cy="376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1-bit, 2 colours</a:t>
            </a:r>
          </a:p>
        </p:txBody>
      </p:sp>
    </p:spTree>
    <p:extLst>
      <p:ext uri="{BB962C8B-B14F-4D97-AF65-F5344CB8AC3E}">
        <p14:creationId xmlns:p14="http://schemas.microsoft.com/office/powerpoint/2010/main" val="10802279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0F39A-FE2D-C3E3-CE53-85C1EED1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RGB Colour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1384D-3EF0-8B21-2341-DC10623FE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414" y="1825625"/>
            <a:ext cx="5599386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Colour is composed of red, blue and green components</a:t>
            </a:r>
          </a:p>
          <a:p>
            <a:r>
              <a:rPr lang="en-GB" dirty="0"/>
              <a:t>Bits represent how much of each colour is included</a:t>
            </a:r>
          </a:p>
          <a:p>
            <a:r>
              <a:rPr lang="en-GB" dirty="0"/>
              <a:t>Expressed as a triplet of values(</a:t>
            </a:r>
            <a:r>
              <a:rPr lang="zh-CN" altLang="en-US" dirty="0"/>
              <a:t>三元组</a:t>
            </a:r>
            <a:r>
              <a:rPr lang="en-US" altLang="zh-CN" dirty="0"/>
              <a:t>)</a:t>
            </a:r>
            <a:endParaRPr lang="en-GB" dirty="0"/>
          </a:p>
          <a:p>
            <a:pPr lvl="1"/>
            <a:r>
              <a:rPr lang="en-GB" dirty="0"/>
              <a:t>If all values zero, then black</a:t>
            </a:r>
          </a:p>
          <a:p>
            <a:pPr lvl="1"/>
            <a:r>
              <a:rPr lang="en-GB" dirty="0"/>
              <a:t>If all values maximum, then white</a:t>
            </a:r>
          </a:p>
          <a:p>
            <a:r>
              <a:rPr lang="en-GB" dirty="0"/>
              <a:t>E.g. 24-bit RGB colour uses 8-bits for each colour</a:t>
            </a:r>
          </a:p>
          <a:p>
            <a:pPr lvl="1"/>
            <a:r>
              <a:rPr lang="en-GB" dirty="0"/>
              <a:t>256 levels of saturation for each colour – none to maximum</a:t>
            </a:r>
          </a:p>
          <a:p>
            <a:r>
              <a:rPr lang="en-GB" dirty="0"/>
              <a:t>Additive colour model</a:t>
            </a:r>
          </a:p>
          <a:p>
            <a:pPr lvl="1"/>
            <a:r>
              <a:rPr lang="en-GB" dirty="0"/>
              <a:t>Each component adds to final colour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1D1D21C-4C3A-4DA6-50C7-DFF954B0600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202" y="1916561"/>
            <a:ext cx="2124668" cy="212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90A4EF-99A7-9190-C0BF-537D4B7E8EAC}"/>
              </a:ext>
            </a:extLst>
          </p:cNvPr>
          <p:cNvSpPr txBox="1"/>
          <p:nvPr/>
        </p:nvSpPr>
        <p:spPr>
          <a:xfrm>
            <a:off x="5900770" y="4176166"/>
            <a:ext cx="3079531" cy="36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Additive colour mixing</a:t>
            </a:r>
            <a:endParaRPr lang="en-GB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4F5A3642-07F2-814E-BCF3-860635734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272" y="3586765"/>
            <a:ext cx="2910314" cy="233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3CF2B7-025F-8DCE-83ED-C17A1B0DD5FC}"/>
              </a:ext>
            </a:extLst>
          </p:cNvPr>
          <p:cNvSpPr txBox="1"/>
          <p:nvPr/>
        </p:nvSpPr>
        <p:spPr>
          <a:xfrm>
            <a:off x="8735148" y="6116665"/>
            <a:ext cx="3162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Closeup of red, green and blue subpixels on an LCD display</a:t>
            </a:r>
          </a:p>
        </p:txBody>
      </p:sp>
    </p:spTree>
    <p:extLst>
      <p:ext uri="{BB962C8B-B14F-4D97-AF65-F5344CB8AC3E}">
        <p14:creationId xmlns:p14="http://schemas.microsoft.com/office/powerpoint/2010/main" val="25748416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5231-ADE7-B67E-9DCC-34676398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RGB Numeric Representations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032464-BA34-BED5-E105-7256644EE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Given in hexadecimal format</a:t>
            </a:r>
          </a:p>
          <a:p>
            <a:pPr lvl="1"/>
            <a:r>
              <a:rPr lang="en-GB" dirty="0"/>
              <a:t>000000 is black</a:t>
            </a:r>
          </a:p>
          <a:p>
            <a:pPr lvl="1"/>
            <a:r>
              <a:rPr lang="en-GB" dirty="0"/>
              <a:t>FF0000 is </a:t>
            </a:r>
            <a:r>
              <a:rPr lang="en-GB" dirty="0">
                <a:solidFill>
                  <a:srgbClr val="FF0000"/>
                </a:solidFill>
              </a:rPr>
              <a:t>red</a:t>
            </a:r>
          </a:p>
          <a:p>
            <a:pPr lvl="1"/>
            <a:r>
              <a:rPr lang="en-GB" dirty="0"/>
              <a:t>00FF00 is </a:t>
            </a:r>
            <a:r>
              <a:rPr lang="en-GB" dirty="0">
                <a:solidFill>
                  <a:srgbClr val="00FF00"/>
                </a:solidFill>
              </a:rPr>
              <a:t>green</a:t>
            </a:r>
          </a:p>
          <a:p>
            <a:pPr lvl="1"/>
            <a:r>
              <a:rPr lang="en-GB" dirty="0"/>
              <a:t>0000FF is </a:t>
            </a:r>
            <a:r>
              <a:rPr lang="en-GB" dirty="0">
                <a:solidFill>
                  <a:srgbClr val="0000FF"/>
                </a:solidFill>
              </a:rPr>
              <a:t>blue</a:t>
            </a:r>
          </a:p>
          <a:p>
            <a:pPr lvl="1"/>
            <a:r>
              <a:rPr lang="en-GB" dirty="0"/>
              <a:t>FFFFFF is </a:t>
            </a:r>
            <a:r>
              <a:rPr lang="en-GB" dirty="0">
                <a:solidFill>
                  <a:schemeClr val="bg1"/>
                </a:solidFill>
                <a:highlight>
                  <a:srgbClr val="000000"/>
                </a:highlight>
              </a:rPr>
              <a:t>whit</a:t>
            </a:r>
            <a:r>
              <a:rPr lang="en-GB" dirty="0">
                <a:solidFill>
                  <a:schemeClr val="bg2"/>
                </a:solidFill>
                <a:highlight>
                  <a:srgbClr val="000000"/>
                </a:highlight>
              </a:rPr>
              <a:t>e</a:t>
            </a:r>
          </a:p>
          <a:p>
            <a:r>
              <a:rPr lang="en-GB" dirty="0"/>
              <a:t>Examples</a:t>
            </a:r>
          </a:p>
          <a:p>
            <a:pPr lvl="1"/>
            <a:r>
              <a:rPr lang="en-GB" dirty="0"/>
              <a:t>C55A11</a:t>
            </a:r>
            <a:r>
              <a:rPr lang="en-GB" dirty="0">
                <a:solidFill>
                  <a:srgbClr val="C55A11"/>
                </a:solidFill>
              </a:rPr>
              <a:t> is this colour</a:t>
            </a:r>
            <a:endParaRPr lang="en-GB" dirty="0"/>
          </a:p>
          <a:p>
            <a:pPr lvl="1"/>
            <a:r>
              <a:rPr lang="en-GB" dirty="0"/>
              <a:t>92D050</a:t>
            </a:r>
            <a:r>
              <a:rPr lang="en-GB" dirty="0">
                <a:solidFill>
                  <a:srgbClr val="92D050"/>
                </a:solidFill>
              </a:rPr>
              <a:t> is this colour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44412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2E2F-BEC5-EC56-3F2B-507E7255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CMYK Colour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2A3E6-1BC5-688A-DF85-E3D0CDE495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Colour is composed of cyan, magenta and yellow</a:t>
            </a:r>
          </a:p>
          <a:p>
            <a:pPr lvl="1"/>
            <a:r>
              <a:rPr lang="en-GB" dirty="0"/>
              <a:t>Complementary light colours</a:t>
            </a:r>
          </a:p>
          <a:p>
            <a:pPr lvl="1"/>
            <a:r>
              <a:rPr lang="en-GB" dirty="0"/>
              <a:t>Cyan is green &amp; blue (no red)</a:t>
            </a:r>
          </a:p>
          <a:p>
            <a:pPr lvl="1"/>
            <a:r>
              <a:rPr lang="en-GB" dirty="0"/>
              <a:t>Magenta is red &amp; blue (no green)</a:t>
            </a:r>
          </a:p>
          <a:p>
            <a:pPr lvl="1"/>
            <a:r>
              <a:rPr lang="en-GB" dirty="0"/>
              <a:t>Yellow is red &amp; green (no blue)</a:t>
            </a:r>
          </a:p>
          <a:p>
            <a:r>
              <a:rPr lang="en-GB" dirty="0"/>
              <a:t>Combining CMY components subtracts light colours(</a:t>
            </a:r>
            <a:r>
              <a:rPr lang="zh-CN" altLang="en-US" dirty="0"/>
              <a:t>减少浅色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Magenta plus Yellow gives Red (only light colour in common)</a:t>
            </a:r>
          </a:p>
          <a:p>
            <a:r>
              <a:rPr lang="en-GB" dirty="0"/>
              <a:t>Hence, called subtractive colour model</a:t>
            </a:r>
          </a:p>
          <a:p>
            <a:r>
              <a:rPr lang="en-GB" dirty="0">
                <a:solidFill>
                  <a:srgbClr val="FF0000"/>
                </a:solidFill>
              </a:rPr>
              <a:t>Typically used in printers</a:t>
            </a:r>
          </a:p>
          <a:p>
            <a:pPr lvl="1"/>
            <a:r>
              <a:rPr lang="en-GB" dirty="0"/>
              <a:t>Adds black ink (K) to provide darker colours in combination with CMY inks</a:t>
            </a:r>
          </a:p>
          <a:p>
            <a:r>
              <a:rPr lang="en-GB" dirty="0">
                <a:solidFill>
                  <a:srgbClr val="FF0000"/>
                </a:solidFill>
              </a:rPr>
              <a:t>Similarly to RGB colour can be expressed as tuple of C, M, Y, and K values</a:t>
            </a:r>
          </a:p>
          <a:p>
            <a:pPr lvl="1"/>
            <a:endParaRPr lang="en-GB" dirty="0">
              <a:solidFill>
                <a:srgbClr val="FF0000"/>
              </a:solidFill>
            </a:endParaRPr>
          </a:p>
          <a:p>
            <a:endParaRPr lang="en-GB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3DB7F11-8774-10E5-6B85-06D12F8AF72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367" y="1693456"/>
            <a:ext cx="3471087" cy="347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24A1A2-3242-1CFC-20F3-C58CD05B9D8D}"/>
              </a:ext>
            </a:extLst>
          </p:cNvPr>
          <p:cNvSpPr txBox="1"/>
          <p:nvPr/>
        </p:nvSpPr>
        <p:spPr>
          <a:xfrm>
            <a:off x="7078466" y="5003451"/>
            <a:ext cx="4043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02122"/>
                </a:solidFill>
                <a:latin typeface="Arial" panose="020B0604020202020204" pitchFamily="34" charset="0"/>
              </a:rPr>
              <a:t>P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airwise combinations are red, green, and blue. Combining all three gives an imperfect black colour.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61974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6025-07D9-9A08-5C5C-E70A30D50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HSV Colour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DD90F-8829-8DB8-298D-AFB1CE85DD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RGB model represents colour as point using Cartesian coordinates (R, G, B axes)</a:t>
            </a:r>
          </a:p>
          <a:p>
            <a:r>
              <a:rPr lang="en-GB" dirty="0"/>
              <a:t>HSV represents colour as </a:t>
            </a:r>
            <a:r>
              <a:rPr lang="en-GB" dirty="0">
                <a:solidFill>
                  <a:srgbClr val="FF0000"/>
                </a:solidFill>
              </a:rPr>
              <a:t>point in cylinder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Hue(</a:t>
            </a:r>
            <a:r>
              <a:rPr lang="zh-CN" altLang="en-US" dirty="0">
                <a:solidFill>
                  <a:srgbClr val="FF0000"/>
                </a:solidFill>
              </a:rPr>
              <a:t>色调</a:t>
            </a:r>
            <a:r>
              <a:rPr lang="en-GB" dirty="0">
                <a:solidFill>
                  <a:srgbClr val="FF0000"/>
                </a:solidFill>
              </a:rPr>
              <a:t>)</a:t>
            </a:r>
            <a:r>
              <a:rPr lang="en-GB" dirty="0"/>
              <a:t> is represented as angle</a:t>
            </a:r>
          </a:p>
          <a:p>
            <a:pPr lvl="1"/>
            <a:r>
              <a:rPr lang="en-GB" dirty="0"/>
              <a:t>Reds start at 0</a:t>
            </a:r>
            <a:r>
              <a:rPr lang="en-GB" baseline="30000" dirty="0"/>
              <a:t>o</a:t>
            </a:r>
            <a:r>
              <a:rPr lang="en-GB" dirty="0"/>
              <a:t>, greens at 120</a:t>
            </a:r>
            <a:r>
              <a:rPr lang="en-GB" baseline="30000" dirty="0"/>
              <a:t>o</a:t>
            </a:r>
            <a:r>
              <a:rPr lang="en-GB" dirty="0"/>
              <a:t> is, blues at 240</a:t>
            </a:r>
            <a:r>
              <a:rPr lang="en-GB" baseline="30000" dirty="0"/>
              <a:t>o</a:t>
            </a:r>
            <a:endParaRPr lang="en-GB" dirty="0"/>
          </a:p>
          <a:p>
            <a:pPr lvl="1"/>
            <a:r>
              <a:rPr lang="en-GB" dirty="0">
                <a:solidFill>
                  <a:srgbClr val="FF0000"/>
                </a:solidFill>
              </a:rPr>
              <a:t>Saturation(</a:t>
            </a:r>
            <a:r>
              <a:rPr lang="zh-CN" altLang="en-US" dirty="0">
                <a:solidFill>
                  <a:srgbClr val="FF0000"/>
                </a:solidFill>
              </a:rPr>
              <a:t>饱和度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GB" dirty="0"/>
              <a:t> is how intense the colour is</a:t>
            </a:r>
          </a:p>
          <a:p>
            <a:pPr lvl="2"/>
            <a:r>
              <a:rPr lang="en-GB" dirty="0"/>
              <a:t>Deeper colours at edge</a:t>
            </a:r>
          </a:p>
          <a:p>
            <a:pPr lvl="1"/>
            <a:r>
              <a:rPr lang="en-GB" dirty="0"/>
              <a:t>Value gives </a:t>
            </a:r>
            <a:r>
              <a:rPr lang="en-GB" dirty="0">
                <a:solidFill>
                  <a:srgbClr val="FF0000"/>
                </a:solidFill>
              </a:rPr>
              <a:t>lightness(</a:t>
            </a:r>
            <a:r>
              <a:rPr lang="zh-CN" altLang="en-US" dirty="0">
                <a:solidFill>
                  <a:srgbClr val="FF0000"/>
                </a:solidFill>
              </a:rPr>
              <a:t>亮度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from 0 (black) to 1 (white)</a:t>
            </a:r>
          </a:p>
          <a:p>
            <a:r>
              <a:rPr lang="en-GB" dirty="0"/>
              <a:t>Used in image and video editing software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63481C6-3D4C-8196-7126-28A94DB2865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766" y="1825625"/>
            <a:ext cx="4971559" cy="373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5882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EFDE-1AA6-7092-9052-FE6F900C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21918-9A3B-D41D-D9EC-C951440765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An alternative format</a:t>
            </a:r>
          </a:p>
          <a:p>
            <a:r>
              <a:rPr lang="en-GB" dirty="0"/>
              <a:t>Image created from geometric shapes</a:t>
            </a:r>
          </a:p>
          <a:p>
            <a:pPr lvl="1"/>
            <a:r>
              <a:rPr lang="en-GB" dirty="0"/>
              <a:t>Points</a:t>
            </a:r>
          </a:p>
          <a:p>
            <a:pPr lvl="1"/>
            <a:r>
              <a:rPr lang="en-GB" dirty="0"/>
              <a:t>Lines</a:t>
            </a:r>
          </a:p>
          <a:p>
            <a:pPr lvl="1"/>
            <a:r>
              <a:rPr lang="en-GB" dirty="0"/>
              <a:t>Curves</a:t>
            </a:r>
          </a:p>
          <a:p>
            <a:pPr lvl="1"/>
            <a:r>
              <a:rPr lang="en-GB" dirty="0"/>
              <a:t>Polygons</a:t>
            </a:r>
          </a:p>
          <a:p>
            <a:r>
              <a:rPr lang="en-GB" dirty="0"/>
              <a:t>Only need to store data for</a:t>
            </a:r>
          </a:p>
          <a:p>
            <a:pPr lvl="1"/>
            <a:r>
              <a:rPr lang="en-GB" dirty="0"/>
              <a:t>Points</a:t>
            </a:r>
          </a:p>
          <a:p>
            <a:pPr lvl="1"/>
            <a:r>
              <a:rPr lang="en-GB" dirty="0"/>
              <a:t>Lines/curves between them</a:t>
            </a:r>
          </a:p>
          <a:p>
            <a:pPr lvl="1"/>
            <a:r>
              <a:rPr lang="en-GB" dirty="0"/>
              <a:t>Smaller size than raster image</a:t>
            </a:r>
          </a:p>
          <a:p>
            <a:pPr lvl="1"/>
            <a:r>
              <a:rPr lang="en-GB" dirty="0"/>
              <a:t>Lossless compression</a:t>
            </a:r>
          </a:p>
          <a:p>
            <a:r>
              <a:rPr lang="en-GB" dirty="0"/>
              <a:t>Easy to convert vector to raster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D87F6C4-5F34-F786-9894-C977A80726B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971" y="2322786"/>
            <a:ext cx="5352346" cy="3432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8994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1F3B-38D4-6B2E-F58D-52D4E0BE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Rasterisation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96167-C94E-D46D-398A-9C8D36FC2C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Converting a vector graphic to a raster image</a:t>
            </a:r>
          </a:p>
          <a:p>
            <a:pPr lvl="1"/>
            <a:r>
              <a:rPr lang="en-GB" dirty="0"/>
              <a:t>Computes pixels that a line, curve, or shape will occupy in an image</a:t>
            </a:r>
          </a:p>
          <a:p>
            <a:r>
              <a:rPr lang="en-GB" dirty="0"/>
              <a:t>For 2d images common algorithms are:</a:t>
            </a:r>
          </a:p>
          <a:p>
            <a:pPr lvl="1"/>
            <a:r>
              <a:rPr lang="en-GB" dirty="0" err="1"/>
              <a:t>Bresenham’s</a:t>
            </a:r>
            <a:r>
              <a:rPr lang="en-GB" dirty="0"/>
              <a:t> line algorithm</a:t>
            </a:r>
          </a:p>
          <a:p>
            <a:pPr lvl="1"/>
            <a:r>
              <a:rPr lang="en-GB" dirty="0"/>
              <a:t>Midpoint Circle algorithm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F08ABB2-86A5-91D2-226D-C0B99D4DA7C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457" y="3683000"/>
            <a:ext cx="2809875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1F8B93B5-C2B0-2826-53A1-043AE5296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457" y="1915319"/>
            <a:ext cx="285750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75866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9664C-5782-63D9-CCDE-9C718A3D8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Capture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601C9E-AE00-D3C4-5297-542E980CF3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Digital Cameras and Scanners capture images </a:t>
            </a:r>
            <a:r>
              <a:rPr lang="en-GB" dirty="0">
                <a:solidFill>
                  <a:srgbClr val="FF0000"/>
                </a:solidFill>
              </a:rPr>
              <a:t>from analogue sources</a:t>
            </a:r>
            <a:r>
              <a:rPr lang="en-GB" dirty="0"/>
              <a:t>(</a:t>
            </a:r>
            <a:r>
              <a:rPr lang="zh-CN" altLang="en-US" dirty="0"/>
              <a:t>模拟源</a:t>
            </a:r>
            <a:r>
              <a:rPr lang="en-GB" dirty="0"/>
              <a:t>)</a:t>
            </a:r>
          </a:p>
          <a:p>
            <a:r>
              <a:rPr lang="en-GB" dirty="0"/>
              <a:t>They do this by </a:t>
            </a:r>
            <a:r>
              <a:rPr lang="en-GB" dirty="0">
                <a:solidFill>
                  <a:srgbClr val="FF0000"/>
                </a:solidFill>
              </a:rPr>
              <a:t>sampling</a:t>
            </a:r>
            <a:r>
              <a:rPr lang="en-GB" dirty="0"/>
              <a:t>(</a:t>
            </a:r>
            <a:r>
              <a:rPr lang="zh-CN" altLang="en-US" dirty="0"/>
              <a:t>采样</a:t>
            </a:r>
            <a:r>
              <a:rPr lang="en-US" altLang="zh-CN" dirty="0"/>
              <a:t>)</a:t>
            </a:r>
            <a:endParaRPr lang="en-GB" dirty="0"/>
          </a:p>
          <a:p>
            <a:pPr lvl="1"/>
            <a:r>
              <a:rPr lang="en-GB" dirty="0"/>
              <a:t>Values are collected at discrete intervals(</a:t>
            </a:r>
            <a:r>
              <a:rPr lang="zh-CN" altLang="en-US" dirty="0"/>
              <a:t>离散间隔）</a:t>
            </a:r>
            <a:endParaRPr lang="en-GB" dirty="0"/>
          </a:p>
          <a:p>
            <a:r>
              <a:rPr lang="en-GB" dirty="0"/>
              <a:t>They have grid of </a:t>
            </a:r>
            <a:r>
              <a:rPr lang="en-GB" dirty="0">
                <a:solidFill>
                  <a:srgbClr val="FF0000"/>
                </a:solidFill>
              </a:rPr>
              <a:t>microsensors</a:t>
            </a:r>
            <a:r>
              <a:rPr lang="en-GB" dirty="0"/>
              <a:t> to sense received light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Each microsensor generates a pixel</a:t>
            </a:r>
          </a:p>
          <a:p>
            <a:r>
              <a:rPr lang="en-GB" dirty="0"/>
              <a:t>The number of samples is the </a:t>
            </a:r>
            <a:r>
              <a:rPr lang="en-GB" b="1" dirty="0">
                <a:solidFill>
                  <a:srgbClr val="FF0000"/>
                </a:solidFill>
              </a:rPr>
              <a:t>resolution</a:t>
            </a:r>
            <a:r>
              <a:rPr lang="zh-CN" altLang="en-US" dirty="0"/>
              <a:t>（分辨率）</a:t>
            </a:r>
            <a:endParaRPr lang="en-GB" dirty="0"/>
          </a:p>
          <a:p>
            <a:pPr lvl="1"/>
            <a:r>
              <a:rPr lang="en-GB" dirty="0"/>
              <a:t>Expressed as pixels per inch (</a:t>
            </a:r>
            <a:r>
              <a:rPr lang="en-GB" dirty="0" err="1"/>
              <a:t>ppi</a:t>
            </a:r>
            <a:r>
              <a:rPr lang="en-GB" dirty="0"/>
              <a:t>)</a:t>
            </a:r>
          </a:p>
        </p:txBody>
      </p:sp>
      <p:pic>
        <p:nvPicPr>
          <p:cNvPr id="11268" name="Picture 4" descr="undefined">
            <a:extLst>
              <a:ext uri="{FF2B5EF4-FFF2-40B4-BE49-F238E27FC236}">
                <a16:creationId xmlns:a16="http://schemas.microsoft.com/office/drawing/2014/main" id="{A9AC863D-4994-D71B-F88F-2DC3628FE31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150" y="1842294"/>
            <a:ext cx="4711700" cy="43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8024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94CF-9466-4AE6-954B-D31C4762F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Video/Animation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A71019-904C-7B11-3DB9-17678AE5E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Video and animation is a series of still images</a:t>
            </a:r>
          </a:p>
          <a:p>
            <a:r>
              <a:rPr lang="en-GB" dirty="0"/>
              <a:t>Each image is a </a:t>
            </a:r>
            <a:r>
              <a:rPr lang="en-GB" b="1" dirty="0"/>
              <a:t>frame</a:t>
            </a:r>
          </a:p>
          <a:p>
            <a:r>
              <a:rPr lang="en-GB" dirty="0"/>
              <a:t>The number of frames per second (fps) defines how seamless the sequence seems</a:t>
            </a:r>
          </a:p>
          <a:p>
            <a:pPr lvl="1"/>
            <a:r>
              <a:rPr lang="en-GB" dirty="0"/>
              <a:t>The frequency of the eye is about 60 Hz, so under 60 fps may seem jerky</a:t>
            </a:r>
          </a:p>
          <a:p>
            <a:r>
              <a:rPr lang="en-GB" dirty="0"/>
              <a:t>Depending on frame resolution and fps, this may require a lot of space to store</a:t>
            </a:r>
          </a:p>
          <a:p>
            <a:pPr lvl="1"/>
            <a:r>
              <a:rPr lang="en-GB" dirty="0"/>
              <a:t>We can mitigate by interpolation</a:t>
            </a:r>
          </a:p>
          <a:p>
            <a:pPr lvl="1"/>
            <a:r>
              <a:rPr lang="en-GB" dirty="0"/>
              <a:t>Takes two consecutive frames and calculates difference between them</a:t>
            </a:r>
          </a:p>
          <a:p>
            <a:pPr lvl="1"/>
            <a:r>
              <a:rPr lang="en-GB" dirty="0"/>
              <a:t>Generates new frame as “midpoint”</a:t>
            </a:r>
          </a:p>
          <a:p>
            <a:pPr lvl="1"/>
            <a:r>
              <a:rPr lang="en-GB" dirty="0"/>
              <a:t>Can reduce motion blur or jerky video</a:t>
            </a:r>
          </a:p>
        </p:txBody>
      </p:sp>
    </p:spTree>
    <p:extLst>
      <p:ext uri="{BB962C8B-B14F-4D97-AF65-F5344CB8AC3E}">
        <p14:creationId xmlns:p14="http://schemas.microsoft.com/office/powerpoint/2010/main" val="10335013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E006-04B8-79A6-881A-08DBA4C0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64BA4-D315-985C-3101-F225D888A5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291CC-2C6D-BC82-6320-3AB05EA71E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Create a PBM file for the image opposite</a:t>
            </a:r>
          </a:p>
          <a:p>
            <a:endParaRPr lang="en-GB" dirty="0"/>
          </a:p>
        </p:txBody>
      </p:sp>
      <p:graphicFrame>
        <p:nvGraphicFramePr>
          <p:cNvPr id="5" name="Content Placeholder 7">
            <a:extLst>
              <a:ext uri="{FF2B5EF4-FFF2-40B4-BE49-F238E27FC236}">
                <a16:creationId xmlns:a16="http://schemas.microsoft.com/office/drawing/2014/main" id="{443DF76C-DA7F-4299-6708-364534753B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6949387"/>
              </p:ext>
            </p:extLst>
          </p:nvPr>
        </p:nvGraphicFramePr>
        <p:xfrm>
          <a:off x="838200" y="1825625"/>
          <a:ext cx="3377184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2148">
                  <a:extLst>
                    <a:ext uri="{9D8B030D-6E8A-4147-A177-3AD203B41FA5}">
                      <a16:colId xmlns:a16="http://schemas.microsoft.com/office/drawing/2014/main" val="3764367009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2846343860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4038946852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3993356565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3769920652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957473050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1067089263"/>
                    </a:ext>
                  </a:extLst>
                </a:gridCol>
                <a:gridCol w="422148">
                  <a:extLst>
                    <a:ext uri="{9D8B030D-6E8A-4147-A177-3AD203B41FA5}">
                      <a16:colId xmlns:a16="http://schemas.microsoft.com/office/drawing/2014/main" val="856354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365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8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090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751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7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375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771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3136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571415-936B-F0AB-70A6-117AF50A2911}"/>
                  </a:ext>
                </a:extLst>
              </p:cNvPr>
              <p:cNvSpPr txBox="1"/>
              <p:nvPr/>
            </p:nvSpPr>
            <p:spPr>
              <a:xfrm>
                <a:off x="1306184" y="4930656"/>
                <a:ext cx="2441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8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GB" dirty="0"/>
                  <a:t> grid of 1-bit pixels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571415-936B-F0AB-70A6-117AF50A2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184" y="4930656"/>
                <a:ext cx="2441216" cy="369332"/>
              </a:xfrm>
              <a:prstGeom prst="rect">
                <a:avLst/>
              </a:prstGeom>
              <a:blipFill>
                <a:blip r:embed="rId3"/>
                <a:stretch>
                  <a:fillRect l="-1995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1293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5F432-DE9A-77FC-1D49-944A4645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34D8A-A16D-0F92-A337-468BE7E8D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Text Representations</a:t>
            </a:r>
          </a:p>
          <a:p>
            <a:r>
              <a:rPr lang="en-GB"/>
              <a:t>Other non-numeric data &amp; data structure representations</a:t>
            </a:r>
          </a:p>
          <a:p>
            <a:r>
              <a:rPr lang="en-GB"/>
              <a:t>Image </a:t>
            </a:r>
            <a:r>
              <a:rPr lang="en-GB" dirty="0"/>
              <a:t>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324930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3540</TotalTime>
  <Words>2938</Words>
  <Application>Microsoft Office PowerPoint</Application>
  <PresentationFormat>宽屏</PresentationFormat>
  <Paragraphs>461</Paragraphs>
  <Slides>51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3" baseType="lpstr">
      <vt:lpstr>ElsevierGulliver</vt:lpstr>
      <vt:lpstr>ElsevierSans</vt:lpstr>
      <vt:lpstr>Helvetica Neue</vt:lpstr>
      <vt:lpstr>Arial</vt:lpstr>
      <vt:lpstr>Calibri</vt:lpstr>
      <vt:lpstr>Calibri Light</vt:lpstr>
      <vt:lpstr>Cambria Math</vt:lpstr>
      <vt:lpstr>Consolas</vt:lpstr>
      <vt:lpstr>Courier New</vt:lpstr>
      <vt:lpstr>Wingdings</vt:lpstr>
      <vt:lpstr>Wingdings 2</vt:lpstr>
      <vt:lpstr>Office Theme</vt:lpstr>
      <vt:lpstr>COMP1860 Building our Digital World: Computer Systems &amp; Architecture</vt:lpstr>
      <vt:lpstr>PowerPoint 演示文稿</vt:lpstr>
      <vt:lpstr>Learning Outcomes</vt:lpstr>
      <vt:lpstr>Overview</vt:lpstr>
      <vt:lpstr>Text Representation</vt:lpstr>
      <vt:lpstr>Text Representation</vt:lpstr>
      <vt:lpstr>Character Sets</vt:lpstr>
      <vt:lpstr>ASCII (American Standard Code for Information Interchange)</vt:lpstr>
      <vt:lpstr>PowerPoint 演示文稿</vt:lpstr>
      <vt:lpstr>Character Set Problems</vt:lpstr>
      <vt:lpstr>Unicode</vt:lpstr>
      <vt:lpstr>UTF-8 (Unicode Transformation Format – 8 bit)</vt:lpstr>
      <vt:lpstr>Sample UTF-8 Character Encodings</vt:lpstr>
      <vt:lpstr>How to convert code point to UTF-8 encoding</vt:lpstr>
      <vt:lpstr>Example: Grinning Face Emoji (😀)</vt:lpstr>
      <vt:lpstr>Exercise</vt:lpstr>
      <vt:lpstr>Other non-numeric data &amp; data structure representations</vt:lpstr>
      <vt:lpstr>Non-numeric data</vt:lpstr>
      <vt:lpstr>Booleans</vt:lpstr>
      <vt:lpstr>Date/Time</vt:lpstr>
      <vt:lpstr>Date/Time: Network Time Protocol</vt:lpstr>
      <vt:lpstr>Arrays</vt:lpstr>
      <vt:lpstr>Size of an array in memory</vt:lpstr>
      <vt:lpstr>Strings</vt:lpstr>
      <vt:lpstr>String as character arrays</vt:lpstr>
      <vt:lpstr>How do programming languages represent strings?</vt:lpstr>
      <vt:lpstr>Records</vt:lpstr>
      <vt:lpstr>Records</vt:lpstr>
      <vt:lpstr>Example Record</vt:lpstr>
      <vt:lpstr>Word Aligned Storage</vt:lpstr>
      <vt:lpstr>Example: Word Alignment</vt:lpstr>
      <vt:lpstr>Word alignment in programming languages</vt:lpstr>
      <vt:lpstr>Exercise</vt:lpstr>
      <vt:lpstr>Image Representations</vt:lpstr>
      <vt:lpstr>Raster Images</vt:lpstr>
      <vt:lpstr>Raster image format</vt:lpstr>
      <vt:lpstr>Portable Greymap (PGM) Images</vt:lpstr>
      <vt:lpstr>NetPBM Example</vt:lpstr>
      <vt:lpstr>Image Formats and Compression</vt:lpstr>
      <vt:lpstr>Pixel Colour Depth</vt:lpstr>
      <vt:lpstr>Colour Depth</vt:lpstr>
      <vt:lpstr>RGB Colour Models</vt:lpstr>
      <vt:lpstr>RGB Numeric Representations</vt:lpstr>
      <vt:lpstr>CMYK Colour Model</vt:lpstr>
      <vt:lpstr>HSV Colour Model</vt:lpstr>
      <vt:lpstr>Vector Images</vt:lpstr>
      <vt:lpstr>Rasterisation</vt:lpstr>
      <vt:lpstr>Image Capture</vt:lpstr>
      <vt:lpstr>Video/Animation</vt:lpstr>
      <vt:lpstr>Exercise</vt:lpstr>
      <vt:lpstr>Summary</vt:lpstr>
    </vt:vector>
  </TitlesOfParts>
  <Company>University of Leeds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Dyer</dc:creator>
  <cp:lastModifiedBy>李 尚鹏</cp:lastModifiedBy>
  <cp:revision>13</cp:revision>
  <dcterms:created xsi:type="dcterms:W3CDTF">2024-09-18T12:54:58Z</dcterms:created>
  <dcterms:modified xsi:type="dcterms:W3CDTF">2026-10-11T13:34:15Z</dcterms:modified>
</cp:coreProperties>
</file>